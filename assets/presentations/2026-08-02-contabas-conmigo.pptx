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31a09931043a0" /><Relationship Type="http://schemas.openxmlformats.org/officeDocument/2006/relationships/extended-properties" Target="/docProps/app.xml" Id="Rda93e2ee021d4ec3" /><Relationship Type="http://schemas.openxmlformats.org/officeDocument/2006/relationships/officeDocument" Target="/ppt/presentation.xml" Id="R7d1a5ac2a39f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864505bebc407a"/>
  </p:sldMasterIdLst>
  <p:notesMasterIdLst>
    <p:notesMasterId xmlns:r="http://schemas.openxmlformats.org/officeDocument/2006/relationships" r:id="R645093375c614d62"/>
  </p:notesMasterIdLst>
  <p:sldIdLst>
    <p:sldId xmlns:r="http://schemas.openxmlformats.org/officeDocument/2006/relationships" id="256" r:id="R7943a734d3364726"/>
    <p:sldId xmlns:r="http://schemas.openxmlformats.org/officeDocument/2006/relationships" id="257" r:id="R106bb579e8c843ec"/>
    <p:sldId xmlns:r="http://schemas.openxmlformats.org/officeDocument/2006/relationships" id="258" r:id="Rf309ae93e27447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2fca00a2c4362" /><Relationship Type="http://schemas.openxmlformats.org/officeDocument/2006/relationships/slideMaster" Target="/ppt/slideMasters/slideMaster1.xml" Id="R70864505bebc407a" /><Relationship Type="http://schemas.openxmlformats.org/officeDocument/2006/relationships/notesMaster" Target="/ppt/notesMasters/notesMaster1.xml" Id="R645093375c614d62" /><Relationship Type="http://schemas.openxmlformats.org/officeDocument/2006/relationships/presProps" Target="/ppt/presProps.xml" Id="R8b0e39d4e06d44ab" /><Relationship Type="http://schemas.openxmlformats.org/officeDocument/2006/relationships/viewProps" Target="/ppt/viewProps.xml" Id="R6f6fb461928b4f3c" /><Relationship Type="http://schemas.openxmlformats.org/officeDocument/2006/relationships/tableStyles" Target="/ppt/tableStyles.xml" Id="R72791cad1d8747da" /><Relationship Type="http://schemas.openxmlformats.org/officeDocument/2006/relationships/slide" Target="/ppt/slides/slide1.xml" Id="R7943a734d3364726" /><Relationship Type="http://schemas.openxmlformats.org/officeDocument/2006/relationships/slide" Target="/ppt/slides/slide2.xml" Id="R106bb579e8c843ec" /><Relationship Type="http://schemas.openxmlformats.org/officeDocument/2006/relationships/slide" Target="/ppt/slides/slide3.xml" Id="Rf309ae93e27447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53c3d9fde8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2d2c63bd84816" /><Relationship Type="http://schemas.openxmlformats.org/officeDocument/2006/relationships/notesMaster" Target="/ppt/notesMasters/notesMaster1.xml" Id="Rc977919001a7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160710585349dc" /><Relationship Type="http://schemas.openxmlformats.org/officeDocument/2006/relationships/notesMaster" Target="/ppt/notesMasters/notesMaster1.xml" Id="R892c85e727a6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9893d2ab17494f" /><Relationship Type="http://schemas.openxmlformats.org/officeDocument/2006/relationships/notesMaster" Target="/ppt/notesMasters/notesMaster1.xml" Id="Rad327a8d4c7446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escena subraya el paso de contar panes a descubrir que Jesús cuenta con los discípulos. Ver, no despedir, ofrecer, repartir y recoger forman un único movimiento de compasión organizada. Evitar interpretar el signo como una idealización de la escasez: el hambre es una necesidad real y el Evangelio llama a responder en comunidad.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«Contabas conmigo», aportada por el usuario el 30-07-2026.</a:t>
            </a:r>
          </a:p>
          <a:p xmlns:a="http://schemas.openxmlformats.org/drawingml/2006/main">
            <a:r>
              <a:t>- Reina-Valera 1909: Mt 14,13-21.</a:t>
            </a:r>
          </a:p>
          <a:p xmlns:a="http://schemas.openxmlformats.org/drawingml/2006/main">
            <a:r>
              <a:t>- Imagen de fondo generada con OpenAI para esta presentación;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Asignar una resonancia a cada pareja: Eliseo anticipa el pan que alcanza; el maná corrige la acumulación; Isaías abre una mesa gratuita; Hechos muestra una comunidad que parte el pan y comparte bienes. Pedir ejemplos opcionales y distinguir caridad inmediata, coordinación comunitaria y respuestas estructurales.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2 Re 4,42-44; Ex 16,16-18; Is 55,1-3; Hch 2,44-47.</a:t>
            </a:r>
          </a:p>
          <a:p xmlns:a="http://schemas.openxmlformats.org/drawingml/2006/main">
            <a:r>
              <a:t>- Letra de «Contabas conmigo», aportada por el usuario el 30-07-2026.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«Contabas conmigo», copias de Mt 14,13-21, tarjetas y un caso ficticio por trío. Mantener la actividad en terreno seguro: no pedir relatos de hambre, precariedad ni fracaso personal. «Dadles vosotros de comer» no convierte a una persona aislada en responsable de resolver necesidades estructurales; la respuesta cristiana combina gesto concreto, red comunitaria y ayuda competente. Compartir y pasar son opciones válidas.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«Contabas conmigo», aportada por el usuario el 30-07-2026.</a:t>
            </a:r>
          </a:p>
          <a:p xmlns:a="http://schemas.openxmlformats.org/drawingml/2006/main">
            <a:r>
              <a:t>- Reina-Valera 1909: Mt 14,13-21.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31d67044044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48a2f30044f80" /><Relationship Type="http://schemas.openxmlformats.org/officeDocument/2006/relationships/slideLayout" Target="/ppt/slideLayouts/slideLayout1.xml" Id="Rc56b1d5fc06f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b1d5fc06f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9605af6f340f6" /><Relationship Type="http://schemas.openxmlformats.org/officeDocument/2006/relationships/image" Target="/ppt/media/image.png" Id="Re815b2c7943b4788" /><Relationship Type="http://schemas.openxmlformats.org/officeDocument/2006/relationships/notesSlide" Target="/ppt/notesSlides/notesSlide1.xml" Id="R4c012e311b51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ac8b96c054aec" /><Relationship Type="http://schemas.openxmlformats.org/officeDocument/2006/relationships/notesSlide" Target="/ppt/notesSlides/notesSlide2.xml" Id="R8b7214a32ffe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33e6487284ac3" /><Relationship Type="http://schemas.openxmlformats.org/officeDocument/2006/relationships/notesSlide" Target="/ppt/notesSlides/notesSlide3.xml" Id="R15f7ced9571d45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5b2c7943b47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CONTABAS CONMIGO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Lo poco compartido se vuelve mesa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CUENTA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 NOSOTROS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Recibe lo poco y lo devuelve a nuestras manos: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compasión organiza una mesa para todos.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cansancio tiene rostro.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compasión mira antes de calcular.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 DESPEDIR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«No tienen que irse».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necesidad no se aparta del camino.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OFRECER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Cinco panes y dos peces.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poco real puede ponerse en común.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REPARTIR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Bendice, parte y entrega.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don pasa por manos responsables.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RECOGER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Todos comen y sobra.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abundancia incluye y no desperdicia.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contaba panes; tú contabas conmigo.»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pasa de contar lo que falta a compartir lo que hay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Re 4,42–44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COMERÁN Y SOBRARÁ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«Comerán y sobrará.»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Eliseo reparte veinte panes entre cien. El pan ofrecido se convierte en confianza compartida.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16,16–18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SEGÚN LA NECESIDAD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«Ni al que recogió mucho le sobraba ni al que poco le faltaba.»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maná educa contra la acumulación: la medida se descubre mirando la necesidad de toda la comunidad.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55,1–3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MESA GRATUITA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«Comed sin pagar vino y leche.»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Isaías invita sin precio. La mesa de Dios no selecciona por mérito ni por capacidad de devolver el favor.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Hch 2,44–47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PARTIR EL PAN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«Partían el pan en las casas.»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primera comunidad une oración, mesa y bienes compartidos para que nadie quede solo.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Compasión que mira · poco ofrecido · reparto responsable · mesa para todos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cambia cuando Jesús cuenta con nosotros?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hacer cuentas a ofrecer, repartir y cuidar la mesa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«Contabas conmigo»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convierte la escasez en una llamada compartida?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quién necesita / qué falta / qué recurso ya existe.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 quién despedimos cuando solo miramos lo que no alcanza?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14,13–21 y marcar los verbos que cambian la escena.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con la necesidad, con lo poco y con los discípulos?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ORGANIZAR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personas, recursos, límites, aliados y reparto digno.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compartir sin improvisar ni dejar a nadie atrás?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gesto, una colaboración y una fecha de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puedo poner en común y con quién debo coordinarme?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romantizar el hambre; compartir exige dignidad, coordinación, límites y ayuda competente.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2026-07-30T15:25:25.7630000Z</dcterms:created>
  <dcterms:modified xsi:type="dcterms:W3CDTF">2026-07-30T15:25:25.7630000Z</dcterms:modified>
</coreProperties>
</file>