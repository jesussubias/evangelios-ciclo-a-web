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d2f9e7cdf44c3" /><Relationship Type="http://schemas.openxmlformats.org/officeDocument/2006/relationships/extended-properties" Target="/docProps/app.xml" Id="Ra8b5511815d24e93" /><Relationship Type="http://schemas.openxmlformats.org/officeDocument/2006/relationships/officeDocument" Target="/ppt/presentation.xml" Id="Rac42edc707e3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8eacb1da9c4ad1"/>
  </p:sldMasterIdLst>
  <p:notesMasterIdLst>
    <p:notesMasterId xmlns:r="http://schemas.openxmlformats.org/officeDocument/2006/relationships" r:id="R04f2116dd2cc4709"/>
  </p:notesMasterIdLst>
  <p:sldIdLst>
    <p:sldId xmlns:r="http://schemas.openxmlformats.org/officeDocument/2006/relationships" id="256" r:id="Rc064c30319ee4efd"/>
    <p:sldId xmlns:r="http://schemas.openxmlformats.org/officeDocument/2006/relationships" id="257" r:id="R81e4fee30ee143ca"/>
    <p:sldId xmlns:r="http://schemas.openxmlformats.org/officeDocument/2006/relationships" id="258" r:id="Rfb19bba427d2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6f998acd7e44f9" /><Relationship Type="http://schemas.openxmlformats.org/officeDocument/2006/relationships/slideMaster" Target="/ppt/slideMasters/slideMaster1.xml" Id="R7b8eacb1da9c4ad1" /><Relationship Type="http://schemas.openxmlformats.org/officeDocument/2006/relationships/notesMaster" Target="/ppt/notesMasters/notesMaster1.xml" Id="R04f2116dd2cc4709" /><Relationship Type="http://schemas.openxmlformats.org/officeDocument/2006/relationships/presProps" Target="/ppt/presProps.xml" Id="Re5f4328c24eb4291" /><Relationship Type="http://schemas.openxmlformats.org/officeDocument/2006/relationships/viewProps" Target="/ppt/viewProps.xml" Id="R44072594e4864919" /><Relationship Type="http://schemas.openxmlformats.org/officeDocument/2006/relationships/tableStyles" Target="/ppt/tableStyles.xml" Id="R296b0a935b88474b" /><Relationship Type="http://schemas.openxmlformats.org/officeDocument/2006/relationships/slide" Target="/ppt/slides/slide1.xml" Id="Rc064c30319ee4efd" /><Relationship Type="http://schemas.openxmlformats.org/officeDocument/2006/relationships/slide" Target="/ppt/slides/slide2.xml" Id="R81e4fee30ee143ca" /><Relationship Type="http://schemas.openxmlformats.org/officeDocument/2006/relationships/slide" Target="/ppt/slides/slide3.xml" Id="Rfb19bba427d2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7e5a014d44b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2a705d805147b6" /><Relationship Type="http://schemas.openxmlformats.org/officeDocument/2006/relationships/notesMaster" Target="/ppt/notesMasters/notesMaster1.xml" Id="R99c3f621e307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8b60120c0948cf" /><Relationship Type="http://schemas.openxmlformats.org/officeDocument/2006/relationships/notesMaster" Target="/ppt/notesMasters/notesMaster1.xml" Id="R0995ee10362f4e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caeedec94e445c" /><Relationship Type="http://schemas.openxmlformats.org/officeDocument/2006/relationships/notesMaster" Target="/ppt/notesMasters/notesMaster1.xml" Id="Raccb9f7839174f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Pedro intenta proteger a Jesús colocándose delante de su camino. La corrección lo devuelve al lugar del discípulo: detrás, donde puede escuchar, discernir y seguir. Negarse a sí mismo no es anularse ni buscar daño, sino soltar el ego que quiere controlar el itinerario y elegir una entrega libre.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«Vuelve a ir delante», aportada por el usuario el 24-08-2026; instrucciones de producción musical eliminadas.</a:t>
            </a:r>
          </a:p>
          <a:p xmlns:a="http://schemas.openxmlformats.org/drawingml/2006/main">
            <a:r>
              <a:t>- Reina-Valera 1909: Mt 16,21–27.</a:t>
            </a:r>
          </a:p>
          <a:p xmlns:a="http://schemas.openxmlformats.org/drawingml/2006/main">
            <a:r>
              <a:t>- Imagen de fondo generada con OpenAI ImageGen para esta presentación;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recorren un camino recibido, una guía que acompaña, una corrección que orienta y una entrega libre. El hilo común no es obediencia ciega ni pasividad: Dios llama a caminar con confianza, responsabilidad y dignidad.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Gen 12,1–4; Sal 23,3–4; Is 30,21; Flp 2,5–8.</a:t>
            </a:r>
          </a:p>
          <a:p xmlns:a="http://schemas.openxmlformats.org/drawingml/2006/main">
            <a:r>
              <a:t>- Letra de «Vuelve a ir delante», aportada por el usuario el 24-08-2026.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«Vuelve a ir delante», copias de Mt 16,21–27 y tarjetas opcionales. No usar «negarse a sí mismo» ni «cargar con la cruz» para justificar abuso, violencia, explotación, silencio, abandono de cuidados o anulación personal. Jesús llama a una entrega libre y responsable, no a buscar daño. Ante riesgo o sufrimiento, priorizar protección, límites, comunidad y ayuda competente. Compartir y pasar son opciones válidas.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«Vuelve a ir delante», aportada por el usuario el 24-08-2026.</a:t>
            </a:r>
          </a:p>
          <a:p xmlns:a="http://schemas.openxmlformats.org/drawingml/2006/main">
            <a:r>
              <a:t>- Reina-Valera 1909: Mt 16,21–27.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f7cbb6a624e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adb750d21b4d40" /><Relationship Type="http://schemas.openxmlformats.org/officeDocument/2006/relationships/slideLayout" Target="/ppt/slideLayouts/slideLayout1.xml" Id="Rb1c9eb9e9f4a45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9eb9e9f4a45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3289c41f34315" /><Relationship Type="http://schemas.openxmlformats.org/officeDocument/2006/relationships/image" Target="/ppt/media/image.png" Id="R4e6fcb731555425c" /><Relationship Type="http://schemas.openxmlformats.org/officeDocument/2006/relationships/notesSlide" Target="/ppt/notesSlides/notesSlide1.xml" Id="R3b8ef8e7f05544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c68226801410b" /><Relationship Type="http://schemas.openxmlformats.org/officeDocument/2006/relationships/notesSlide" Target="/ppt/notesSlides/notesSlide2.xml" Id="R850aea39e1e040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bab1b67de4022" /><Relationship Type="http://schemas.openxmlformats.org/officeDocument/2006/relationships/notesSlide" Target="/ppt/notesSlides/notesSlide3.xml" Id="R683d5464e4d144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fcb73155542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VUELVE A IR DELANTE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Dejar que Jesús marque el paso sin renunciar a discernir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DETRÁS DE JESÚS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CAMINO SE ACLARA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Pedro quiere controlar el rumbo; Jesús lo devuelve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 lugar del discípulo: detrás, para aprender a seguir.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anuncia su camino.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Acoger una palabra que</a:t>
            </a:r>
            <a:br>
              <a:rPr sz="1050" b="0">
                <a:solidFill>
                  <a:srgbClr val="DCE3E3"/>
                </a:solidFill>
              </a:rPr>
            </a:br>
            <a:r>
              <a:rPr sz="1050" b="0">
                <a:solidFill>
                  <a:srgbClr val="DCE3E3"/>
                </a:solidFill>
              </a:rPr>
              <a:t>descoloca y abre futuro.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SOLTAR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Pedro propone otro plan.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Cuidar no es ocupar</a:t>
            </a:r>
            <a:br>
              <a:rPr sz="1050" b="0">
                <a:solidFill>
                  <a:srgbClr val="DCE3E3"/>
                </a:solidFill>
              </a:rPr>
            </a:br>
            <a:r>
              <a:rPr sz="1050" b="0">
                <a:solidFill>
                  <a:srgbClr val="DCE3E3"/>
                </a:solidFill>
              </a:rPr>
              <a:t>el lugar del otro.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VOLVER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«Ponte detrás de mí».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Volver al lugar donde</a:t>
            </a:r>
            <a:br>
              <a:rPr sz="1050" b="0">
                <a:solidFill>
                  <a:srgbClr val="DCE3E3"/>
                </a:solidFill>
              </a:rPr>
            </a:br>
            <a:r>
              <a:rPr sz="1050" b="0">
                <a:solidFill>
                  <a:srgbClr val="DCE3E3"/>
                </a:solidFill>
              </a:rPr>
              <a:t>se aprende a seguir.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cruz no es buscar daño.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Asumir la realidad y</a:t>
            </a:r>
            <a:br>
              <a:rPr sz="1050" b="0">
                <a:solidFill>
                  <a:srgbClr val="DCE3E3"/>
                </a:solidFill>
              </a:rPr>
            </a:br>
            <a:r>
              <a:rPr sz="1050" b="0">
                <a:solidFill>
                  <a:srgbClr val="DCE3E3"/>
                </a:solidFill>
              </a:rPr>
              <a:t>elegir el amor libremente.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ENTREGAR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¿Ganar el mundo entero?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vida se encuentra</a:t>
            </a:r>
            <a:br>
              <a:rPr sz="1050" b="0">
                <a:solidFill>
                  <a:srgbClr val="DCE3E3"/>
                </a:solidFill>
              </a:rPr>
            </a:br>
            <a:r>
              <a:rPr sz="1050" b="0">
                <a:solidFill>
                  <a:srgbClr val="DCE3E3"/>
                </a:solidFill>
              </a:rPr>
              <a:t>cuando deja de guardarse.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«Si quieres, ven detrás de mí.»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guía, corrige, acompaña y enseña una entrega que da vida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Gen 12,1–4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SALIR SIN CONTROLARLO TODO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«Vete... a la tierra que te mostraré.»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Abrahán sale sin el mapa completo. La confianza se vuelve camino paso a paso.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23,3–4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GUIADO POR SENDAS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«Me guiará por sendas de justicia.»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Pastor va delante incluso en el valle. Su presencia orienta sin negar el miedo.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30,21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VOZ DETRÁS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«Este es el camino; andad por él.»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voz corrige la dirección sin sustituir la responsabilidad de caminar y discernir.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Flp 2,5–8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ENTREGA LIBRE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 despojó a sí mismo.»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expresa su dignidad en una entrega libre que no domina y se pone al servicio.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Camino recibido · control soltado · dirección corregida · vida entregada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¿en qué asunto necesito volver a caminar detrás de Jesús?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camino controlado a una decisión libre de seguimiento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«Vuelve a ir delante»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ayuda a distinguir confianza de control?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mi mapa / mi miedo / mi control / mi siguiente paso.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intento garantizar el final antes de empezar a caminar?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16,21–27 y marcar anuncio, reacción, corrección, cruz y vida.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rechaza Jesús y qué propone al discípulo?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acompañar una decisión difícil sin imponer un plan ni idealizar el dolor.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apoyar, poner límites y dejar libertad sin desentendernos?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control que soltar, un paso posible, un apoyo y una fecha de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daré detrás de Jesús esta semana y con quién lo revisaré?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la cruz no justifica daño; la entrega libre exige protección, límites y ayuda.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2026-08-24T19:39:31.3560000Z</dcterms:created>
  <dcterms:modified xsi:type="dcterms:W3CDTF">2026-08-24T19:39:31.3560000Z</dcterms:modified>
</coreProperties>
</file>