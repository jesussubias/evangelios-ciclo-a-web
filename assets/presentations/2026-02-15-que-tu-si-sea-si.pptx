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f841c0a7a3456a" /><Relationship Type="http://schemas.openxmlformats.org/officeDocument/2006/relationships/extended-properties" Target="/docProps/app.xml" Id="Rc1cd6baf5f7740a4" /><Relationship Type="http://schemas.openxmlformats.org/officeDocument/2006/relationships/officeDocument" Target="/ppt/presentation.xml" Id="Rb14be4f1faf44a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c963d3073346c3"/>
  </p:sldMasterIdLst>
  <p:notesMasterIdLst>
    <p:notesMasterId xmlns:r="http://schemas.openxmlformats.org/officeDocument/2006/relationships" r:id="R5425ee22430e4830"/>
  </p:notesMasterIdLst>
  <p:sldIdLst>
    <p:sldId xmlns:r="http://schemas.openxmlformats.org/officeDocument/2006/relationships" id="256" r:id="R9524dae22a684971"/>
    <p:sldId xmlns:r="http://schemas.openxmlformats.org/officeDocument/2006/relationships" id="257" r:id="Rfcd6174b4dd447ec"/>
    <p:sldId xmlns:r="http://schemas.openxmlformats.org/officeDocument/2006/relationships" id="258" r:id="R6e35a47652b34cc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ca1100380a4b70" /><Relationship Type="http://schemas.openxmlformats.org/officeDocument/2006/relationships/slideMaster" Target="/ppt/slideMasters/slideMaster1.xml" Id="R99c963d3073346c3" /><Relationship Type="http://schemas.openxmlformats.org/officeDocument/2006/relationships/notesMaster" Target="/ppt/notesMasters/notesMaster1.xml" Id="R5425ee22430e4830" /><Relationship Type="http://schemas.openxmlformats.org/officeDocument/2006/relationships/presProps" Target="/ppt/presProps.xml" Id="R251b3a7a1d834319" /><Relationship Type="http://schemas.openxmlformats.org/officeDocument/2006/relationships/viewProps" Target="/ppt/viewProps.xml" Id="R40851ba1e5eb4d7f" /><Relationship Type="http://schemas.openxmlformats.org/officeDocument/2006/relationships/tableStyles" Target="/ppt/tableStyles.xml" Id="R321cc1ac35ae4ed6" /><Relationship Type="http://schemas.openxmlformats.org/officeDocument/2006/relationships/slide" Target="/ppt/slides/slide1.xml" Id="R9524dae22a684971" /><Relationship Type="http://schemas.openxmlformats.org/officeDocument/2006/relationships/slide" Target="/ppt/slides/slide2.xml" Id="Rfcd6174b4dd447ec" /><Relationship Type="http://schemas.openxmlformats.org/officeDocument/2006/relationships/slide" Target="/ppt/slides/slide3.xml" Id="R6e35a47652b34c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ca05ed47424c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c00a8a8d894ff4" /><Relationship Type="http://schemas.openxmlformats.org/officeDocument/2006/relationships/notesMaster" Target="/ppt/notesMasters/notesMaster1.xml" Id="R996b2fb2842c4d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c5506c1c8f416c" /><Relationship Type="http://schemas.openxmlformats.org/officeDocument/2006/relationships/notesMaster" Target="/ppt/notesMasters/notesMaster1.xml" Id="R79534f081ebc49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97b440602e4bcf" /><Relationship Type="http://schemas.openxmlformats.org/officeDocument/2006/relationships/notesMaster" Target="/ppt/notesMasters/notesMaster1.xml" Id="R1e975fae1fdc46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raíz, reconciliar, mirar, cuidar y hablar. Jesús no se limita a endurecer normas: lleva la ley a la raíz de la vida para que relación, deseo, compromiso y palabra puedan integrarse. El texto toca zonas sensibles; no convertirlo en un examen moral ni en una acusación. Reconciliar requiere verdad, reparación posible, justicia, límites y seguridad. La mirada reconoce al otro como sujeto, nunca como objeto. La palabra fiable puede incluir un sí sostenible y también un no libre.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Jeremías sitúa la alianza en el interior; Efesios une verdad y amor; Proverbios invita a cuidar la fuente de la vida; Santiago retoma el sí y el no de Jesús. Evitar presentar el corazón como pura emoción o la coherencia como perfección sin fisuras. La integración cristiana es un proceso: reconoce el daño, ordena el deseo, repara cuando es seguro y aprende una palabra responsable.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Que tu sí sea sí, copias de Mt 5,17–24.27–28.33–37, tarjetas, bolígrafos y tres casos ficticios. Nadie tiene que contar experiencias de ira, sexualidad, pareja, divorcio, abuso o traición; compartir y pasar son opciones válidas. No equiparar reconciliación con retomar contacto ni perdón con renunciar a justicia, protección o distancia. No discutir historias reales de terceras personas. Ante abuso, coacción o riesgo, priorizar seguridad y ayuda especializada. Cerrar con un sí sostenible y un no protector, sin recoger ni publicar lo escrito.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454ee67cd34b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22a4612052466f" /><Relationship Type="http://schemas.openxmlformats.org/officeDocument/2006/relationships/slideLayout" Target="/ppt/slideLayouts/slideLayout1.xml" Id="Rf1a68831f6634a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a68831f6634a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fb68c33e3480e" /><Relationship Type="http://schemas.openxmlformats.org/officeDocument/2006/relationships/image" Target="/ppt/media/image.png" Id="Rd81c0ef9453b4ced" /><Relationship Type="http://schemas.openxmlformats.org/officeDocument/2006/relationships/notesSlide" Target="/ppt/notesSlides/notesSlide1.xml" Id="Rb8d51bb62dd64b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2270d3d1f498d" /><Relationship Type="http://schemas.openxmlformats.org/officeDocument/2006/relationships/notesSlide" Target="/ppt/notesSlides/notesSlide2.xml" Id="R9916bb92811140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da7e75fba4cdc" /><Relationship Type="http://schemas.openxmlformats.org/officeDocument/2006/relationships/notesSlide" Target="/ppt/notesSlides/notesSlide3.xml" Id="Rf641ba8bc2bd48e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c0ef9453b4ce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QUE TU SÍ SEA SÍ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La verdad que nace de un corazón entero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UN CORAZÓN ENTERO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DICE LA VERDAD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lleva la ley a su raíz: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relación, deseo y palabra.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RAÍZ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cumple la ley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la lleva al corazón.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coherencia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del gesto visible.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RECONCILIAR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desprecio hiere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que la violencia.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Reparar exige verdad,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justicia y seguridad.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deseo puede cuidar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 convertir en objeto.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Dignidad, libertad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consentimiento.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compromisos piden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verdad y responsabilidad.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 límite protege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vida y la relación.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HABLAR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sí y el no nacen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una palabra habitable.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teatro, presión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doblez.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«Que tu sí sea sí, dicho despacio»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verdad interior se vuelve relación, cuidado y palabra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31,33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LEY EN EL CORAZÓN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«Pondré mi ley en su interior y la escribiré en sus corazones.»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alianza deja de ser solo mandato externo: la voluntad de Dios se aprende desde dentro.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Ef 4,15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VERDAD EN EL AMOR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«Viviendo la verdad en el amor, crezcamos en todo.»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verdad cristiana no se impone ni humilla: busca el bien del otro y hace posible crecer.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Prov 4,23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GUARDAR EL CORAZÓN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«Por encima de todo, guarda tu corazón, porque de él brota la vida.»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Cuidar la raíz no es reprimir la vida: es impedir que desprecio, uso o doblez la gobiernen.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Sant 5,12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PALABRA FIABLE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«Que vuestro sí sea sí y vuestro no, no.»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palabra deja de necesitar juramentos cuando nace de una vida veraz, libre y responsable.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Ley interior  ·  verdad que cuida  ·  deseo ordenado  ·  palabra fiable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¿dónde se separan hoy lo que pienso, digo y hago?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apariencia a una palabra que se puede habitar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«Que tu sí sea sí»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describe una vida sin teatro ni doblez?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«un sí que puedo sostener» / «un no que necesito decir».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noto distancia entre lo que siento, digo y hago?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5,17–24.27–28.33–37 y marcar: raíz, daño, cuidado y verdad.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raíz quiere cuidar Jesús antes de que el daño crezca?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elegir ante casos ficticios: reparar, poner límite o pedir ayuda.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une verdad, cuidado, justicia y seguridad?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sí sostenible y un no protector.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 concreta puede hacer más coherente mi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pedir confesiones; usar casos ficticios. Reconciliar no exige volver al peligro: un «no» claro también puede ser fiel. Ante abuso o coacción, priorizar seguridad y ayuda.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2026-07-19T11:01:29.5330000Z</dcterms:created>
  <dcterms:modified xsi:type="dcterms:W3CDTF">2026-07-19T11:01:29.5330000Z</dcterms:modified>
</coreProperties>
</file>