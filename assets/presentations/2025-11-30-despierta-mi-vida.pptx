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f3a44eab1c4389" /><Relationship Type="http://schemas.openxmlformats.org/officeDocument/2006/relationships/extended-properties" Target="/docProps/app.xml" Id="R13cc6942b81a4174" /><Relationship Type="http://schemas.openxmlformats.org/officeDocument/2006/relationships/officeDocument" Target="/ppt/presentation.xml" Id="R00c82b7a337245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f90ee6fe314a0f"/>
  </p:sldMasterIdLst>
  <p:notesMasterIdLst>
    <p:notesMasterId xmlns:r="http://schemas.openxmlformats.org/officeDocument/2006/relationships" r:id="Ra4b5f8a9de1f42e9"/>
  </p:notesMasterIdLst>
  <p:sldIdLst>
    <p:sldId xmlns:r="http://schemas.openxmlformats.org/officeDocument/2006/relationships" id="256" r:id="R46479f067e1941ed"/>
    <p:sldId xmlns:r="http://schemas.openxmlformats.org/officeDocument/2006/relationships" id="257" r:id="R373053bc32af461f"/>
    <p:sldId xmlns:r="http://schemas.openxmlformats.org/officeDocument/2006/relationships" id="258" r:id="Rad2fc251cd1f42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0102191550498c" /><Relationship Type="http://schemas.openxmlformats.org/officeDocument/2006/relationships/slideMaster" Target="/ppt/slideMasters/slideMaster1.xml" Id="Rfff90ee6fe314a0f" /><Relationship Type="http://schemas.openxmlformats.org/officeDocument/2006/relationships/notesMaster" Target="/ppt/notesMasters/notesMaster1.xml" Id="Ra4b5f8a9de1f42e9" /><Relationship Type="http://schemas.openxmlformats.org/officeDocument/2006/relationships/presProps" Target="/ppt/presProps.xml" Id="R8ec7a8e957be4edb" /><Relationship Type="http://schemas.openxmlformats.org/officeDocument/2006/relationships/viewProps" Target="/ppt/viewProps.xml" Id="R8b5f17cd7ca541cd" /><Relationship Type="http://schemas.openxmlformats.org/officeDocument/2006/relationships/tableStyles" Target="/ppt/tableStyles.xml" Id="R5450dc6a7baf4701" /><Relationship Type="http://schemas.openxmlformats.org/officeDocument/2006/relationships/slide" Target="/ppt/slides/slide1.xml" Id="R46479f067e1941ed" /><Relationship Type="http://schemas.openxmlformats.org/officeDocument/2006/relationships/slide" Target="/ppt/slides/slide2.xml" Id="R373053bc32af461f" /><Relationship Type="http://schemas.openxmlformats.org/officeDocument/2006/relationships/slide" Target="/ppt/slides/slide3.xml" Id="Rad2fc251cd1f42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46fe165e3d47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7efaf6f75d4d46" /><Relationship Type="http://schemas.openxmlformats.org/officeDocument/2006/relationships/notesMaster" Target="/ppt/notesMasters/notesMaster1.xml" Id="Rff68faf9db6b4b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28cafb56b3433f" /><Relationship Type="http://schemas.openxmlformats.org/officeDocument/2006/relationships/notesMaster" Target="/ppt/notesMasters/notesMaster1.xml" Id="Rc9f5b2dcb7814b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3f5800cd684aea" /><Relationship Type="http://schemas.openxmlformats.org/officeDocument/2006/relationships/notesMaster" Target="/ppt/notesMasters/notesMaster1.xml" Id="R0a5a10eb4d044f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velar no es vivir en alarma, sino recuperar una presencia capaz de reconocer la llegada de Dios en lo cotidiano.</a:t>
            </a:r>
          </a:p>
          <a:p xmlns:a="http://schemas.openxmlformats.org/drawingml/2006/main">
            <a:r>
              <a:t>Recorrer los cinco movimientos sin culpabilizar el cansancio: detener, mirar, velar, cuidar y esperar.</a:t>
            </a:r>
          </a:p>
          <a:p xmlns:a="http://schemas.openxmlformats.org/drawingml/2006/main">
            <a:r>
              <a:t>La fotografía simbólica no contiene figuras humanas: una casa, una puerta abierta y una lámpara relacionan la escena con velar y cuidar la casa en Mt 24.</a:t>
            </a:r>
          </a:p>
          <a:p xmlns:a="http://schemas.openxmlformats.org/drawingml/2006/main">
            <a:r>
              <a:t>El bloque central conserva el crema claro #F5E7C3 sobre una zona oscura y despejada.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resonancias distinguen despertar de acelerarse: caminar en la luz, atender el silencio y velar juntos.</a:t>
            </a:r>
          </a:p>
          <a:p xmlns:a="http://schemas.openxmlformats.org/drawingml/2006/main">
            <a:r>
              <a:t>Romanos 13 pertenece a las lecturas del mismo domingo y ofrece el verbo central: despertar.</a:t>
            </a:r>
          </a:p>
          <a:p xmlns:a="http://schemas.openxmlformats.org/drawingml/2006/main">
            <a:r>
              <a:t>Preguntar qué práctica devuelve presencia sin aumentar la ansiedad ni la presión por rendir.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«Despierta mi vida», tarjetas, bolígrafos y siluetas de vela de papel.</a:t>
            </a:r>
          </a:p>
          <a:p xmlns:a="http://schemas.openxmlformats.org/drawingml/2006/main">
            <a:r>
              <a:t>La semana ficticia debe permitir distinguir ruido, presencia y cuidado sin moralizar el uso de pantallas ni el cansancio.</a:t>
            </a:r>
          </a:p>
          <a:p xmlns:a="http://schemas.openxmlformats.org/drawingml/2006/main">
            <a:r>
              <a:t>No pedir relatos íntimos ni presentar la dificultad para concentrarse como falta de fe. Ante agotamiento o ansiedad, priorizar descanso, apoyo y ayuda competente.</a:t>
            </a:r>
          </a:p>
          <a:p xmlns:a="http://schemas.openxmlformats.org/drawingml/2006/main">
            <a:r>
              <a:t>Cerrar orando por la práctica elegida. Compartir y pasar son opciones válidas.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b1b98506646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0b1a0fa8324932" /><Relationship Type="http://schemas.openxmlformats.org/officeDocument/2006/relationships/slideLayout" Target="/ppt/slideLayouts/slideLayout1.xml" Id="R5c9436a664bd4f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9436a664bd4f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da372540a4799" /><Relationship Type="http://schemas.openxmlformats.org/officeDocument/2006/relationships/image" Target="/ppt/media/image.png" Id="R3e390ec2fbdb4c33" /><Relationship Type="http://schemas.openxmlformats.org/officeDocument/2006/relationships/notesSlide" Target="/ppt/notesSlides/notesSlide1.xml" Id="Rdd6dfa99e6fa4e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082df9573478a" /><Relationship Type="http://schemas.openxmlformats.org/officeDocument/2006/relationships/notesSlide" Target="/ppt/notesSlides/notesSlide2.xml" Id="Rf6632563b66547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b05b6f0ac4fc2" /><Relationship Type="http://schemas.openxmlformats.org/officeDocument/2006/relationships/notesSlide" Target="/ppt/notesSlides/notesSlide3.xml" Id="R918dec89c8c140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90ec2fbdb4c3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DESPIERTA MI VIDA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Vivir atentos a la llegada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DESPIERTA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DIOS LLEGA SIN RUIDO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Vigilar no es vivir en alarma;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 cuidar el presente.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DETENER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rutina sigue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el corazón se ausenta.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Parar hace visible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lo que la prisa tapa.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MIRAR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«No se enteraron»: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 decisivo pasó cerca.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Mirar devuelve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presencia y dirección.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VELAR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conocer la hora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obliga a vivir con miedo.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vigilancia nace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de la esperanza.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CUIDAR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casa necesita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límites y cuidado.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Descansar también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protege la atención.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ESPERAR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Prepararse es vivir hoy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 el corazón disponible.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espera se vuelve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presencia concreta.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te pierdas tu propia vida»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Despertar no es vivir en alarma: es atender, cuidar y esperar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2,4–5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CAMINAR EN LA LUZ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«Caminemos a la luz del Señor.»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esperanza despierta pasos de paz. La luz recibida se convierte en una manera distinta de caminar.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Rom 13,11–12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HORA DE DESPERTAR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«Ya es hora de despertaros del sueño.»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Despertar no es acelerarse: es reconocer el tiempo y elegir lo que ayuda a caminar en la luz.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Re 19,11–12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DIOS LLEGA SIN RUIDO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«Después del fuego, una voz de silencio tenue.»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siempre irrumpe con estruendo. Una atención silenciosa reconoce su paso en lo pequeño.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Tes 5,4–6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VELAR JUNTOS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durmamos; velemos y seamos sobrios.»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vigilancia cristiana no es sospecha: es lucidez compartida, cuidado mutuo y esperanza activa.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Luz acogida  ·  atención recuperada  ·  casa cuidada  ·  esperanza activa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necesito apagar, ordenar o cuidar para vivir más despierto?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piloto automático a una presencia que espera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«Despierta mi vida»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muestra dónde estoy despierto o dormido por dentro?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DESPERTAR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«me despierta» / «me adormece» / «reclama mi atención».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¿En qué momentos vivo con más frecuencia en piloto automático?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24,37–44 y marcar: rutina, no enterarse, velar, casa, prepararse y venir.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critica Jesús: la vida cotidiana o vivir sin atención?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aplicar tres filtros a una semana ficticia: ruido, presencia y cuidado.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práctica despierta sin convertir la vigilancia en ansiedad?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Vela de papel: una práctica pequeña, un momento y un lugar. Compartir libremente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señal recordará esta semana que Dios puede llegar sin ruido?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convertir la vigilancia en miedo, control ni culpa. El cansancio no es un fallo moral. Elegir una práctica pequeña y sostenible; ante agotamiento o ansiedad, priorizar descanso y ayuda competente. Compartir y pasar son válidos.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2026-07-15T11:01:59.7330000Z</dcterms:created>
  <dcterms:modified xsi:type="dcterms:W3CDTF">2026-07-15T11:01:59.7330000Z</dcterms:modified>
</coreProperties>
</file>