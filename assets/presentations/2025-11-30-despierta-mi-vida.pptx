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b538b752c04ea1" /><Relationship Type="http://schemas.openxmlformats.org/officeDocument/2006/relationships/extended-properties" Target="/docProps/app.xml" Id="R5125f576c1f44757" /><Relationship Type="http://schemas.openxmlformats.org/officeDocument/2006/relationships/officeDocument" Target="/ppt/presentation.xml" Id="R29bba727e0e748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55c446847b404c"/>
  </p:sldMasterIdLst>
  <p:notesMasterIdLst>
    <p:notesMasterId xmlns:r="http://schemas.openxmlformats.org/officeDocument/2006/relationships" r:id="Re71614c3b7b54202"/>
  </p:notesMasterIdLst>
  <p:sldIdLst>
    <p:sldId xmlns:r="http://schemas.openxmlformats.org/officeDocument/2006/relationships" id="256" r:id="R2e665a60202e4b15"/>
    <p:sldId xmlns:r="http://schemas.openxmlformats.org/officeDocument/2006/relationships" id="257" r:id="Rc70c19e939714f43"/>
    <p:sldId xmlns:r="http://schemas.openxmlformats.org/officeDocument/2006/relationships" id="258" r:id="R08a8a6b892dd4c7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d2b5742c1e4ffe" /><Relationship Type="http://schemas.openxmlformats.org/officeDocument/2006/relationships/slideMaster" Target="/ppt/slideMasters/slideMaster1.xml" Id="R3b55c446847b404c" /><Relationship Type="http://schemas.openxmlformats.org/officeDocument/2006/relationships/notesMaster" Target="/ppt/notesMasters/notesMaster1.xml" Id="Re71614c3b7b54202" /><Relationship Type="http://schemas.openxmlformats.org/officeDocument/2006/relationships/presProps" Target="/ppt/presProps.xml" Id="R6c4e1615420f49ae" /><Relationship Type="http://schemas.openxmlformats.org/officeDocument/2006/relationships/viewProps" Target="/ppt/viewProps.xml" Id="Rdc368e514af24cfb" /><Relationship Type="http://schemas.openxmlformats.org/officeDocument/2006/relationships/tableStyles" Target="/ppt/tableStyles.xml" Id="R9c79ed662cea49f8" /><Relationship Type="http://schemas.openxmlformats.org/officeDocument/2006/relationships/slide" Target="/ppt/slides/slide1.xml" Id="R2e665a60202e4b15" /><Relationship Type="http://schemas.openxmlformats.org/officeDocument/2006/relationships/slide" Target="/ppt/slides/slide2.xml" Id="Rc70c19e939714f43" /><Relationship Type="http://schemas.openxmlformats.org/officeDocument/2006/relationships/slide" Target="/ppt/slides/slide3.xml" Id="R08a8a6b892dd4c7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d256249a7449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3af1cbef0d4d75" /><Relationship Type="http://schemas.openxmlformats.org/officeDocument/2006/relationships/notesMaster" Target="/ppt/notesMasters/notesMaster1.xml" Id="R203a9e9b283643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a4e5fa675234949" /><Relationship Type="http://schemas.openxmlformats.org/officeDocument/2006/relationships/notesMaster" Target="/ppt/notesMasters/notesMaster1.xml" Id="Rb2c544380d4848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a9b46f7174a4fb0" /><Relationship Type="http://schemas.openxmlformats.org/officeDocument/2006/relationships/notesMaster" Target="/ppt/notesMasters/notesMaster1.xml" Id="R0486a3d130dc49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velar no es vivir en alarma, sino recuperar una presencia capaz de reconocer la llegada de Dios en lo cotidiano.</a:t>
            </a:r>
          </a:p>
          <a:p xmlns:a="http://schemas.openxmlformats.org/drawingml/2006/main">
            <a:r>
              <a:t>Recorrer los cinco movimientos sin culpabilizar el cansancio: detener, mirar, velar, cuidar y esperar.</a:t>
            </a:r>
          </a:p>
          <a:p xmlns:a="http://schemas.openxmlformats.org/drawingml/2006/main">
            <a:r>
              <a:t>La fotografía simbólica no contiene figuras humanas: una casa, una puerta abierta y una lámpara relacionan la escena con velar y cuidar la casa en Mt 24.</a:t>
            </a:r>
          </a:p>
          <a:p xmlns:a="http://schemas.openxmlformats.org/drawingml/2006/main">
            <a:r>
              <a:t>El bloque central conserva el crema claro #F5E7C3 sobre una zona oscura y despejada.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Las resonancias distinguen despertar de acelerarse: caminar en la luz, atender el silencio y velar juntos.</a:t>
            </a:r>
          </a:p>
          <a:p xmlns:a="http://schemas.openxmlformats.org/drawingml/2006/main">
            <a:r>
              <a:t>Romanos 13 pertenece a las lecturas del mismo domingo y ofrece el verbo central: despertar.</a:t>
            </a:r>
          </a:p>
          <a:p xmlns:a="http://schemas.openxmlformats.org/drawingml/2006/main">
            <a:r>
              <a:t>Preguntar qué práctica devuelve presencia sin aumentar la ansiedad ni la presión por rendir.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«Despierta mi vida», tarjetas, bolígrafos y siluetas de vela de papel.</a:t>
            </a:r>
          </a:p>
          <a:p xmlns:a="http://schemas.openxmlformats.org/drawingml/2006/main">
            <a:r>
              <a:t>La semana ficticia debe permitir distinguir ruido, presencia y cuidado sin moralizar el uso de pantallas ni el cansancio.</a:t>
            </a:r>
          </a:p>
          <a:p xmlns:a="http://schemas.openxmlformats.org/drawingml/2006/main">
            <a:r>
              <a:t>No pedir relatos íntimos ni presentar la dificultad para concentrarse como falta de fe. Ante agotamiento o ansiedad, priorizar descanso, apoyo y ayuda competente.</a:t>
            </a:r>
          </a:p>
          <a:p xmlns:a="http://schemas.openxmlformats.org/drawingml/2006/main">
            <a:r>
              <a:t>Cerrar orando por la práctica elegida.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0d8bab036a4a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25989163544374" /><Relationship Type="http://schemas.openxmlformats.org/officeDocument/2006/relationships/slideLayout" Target="/ppt/slideLayouts/slideLayout1.xml" Id="R8c32a3b01f8b41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32a3b01f8b41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0dab0e2aba441b" /><Relationship Type="http://schemas.openxmlformats.org/officeDocument/2006/relationships/image" Target="/ppt/media/image.png" Id="Rf001b2f17c424086" /><Relationship Type="http://schemas.openxmlformats.org/officeDocument/2006/relationships/notesSlide" Target="/ppt/notesSlides/notesSlide1.xml" Id="R1c18c88f3d4d47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547271a45f4762" /><Relationship Type="http://schemas.openxmlformats.org/officeDocument/2006/relationships/notesSlide" Target="/ppt/notesSlides/notesSlide2.xml" Id="R89c82b370ccf49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e165d28d674861" /><Relationship Type="http://schemas.openxmlformats.org/officeDocument/2006/relationships/notesSlide" Target="/ppt/notesSlides/notesSlide3.xml" Id="Ra57569e0ae1a42a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01b2f17c42408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DESPIERTA MI VIDA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Vivir atentos a la llegada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DESPIERTA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DIOS LLEGA SIN RUIDO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Vigilar no es vivir en alarma;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es cuidar el presente.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DETENER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rutina sigue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el corazón se ausenta.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Parar hace visible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lo que la prisa tapa.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«No se enteraron»: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 decisivo pasó cerca.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Mirar devuelve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presencia y dirección.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VELAR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conocer la hora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obliga a vivir con miedo.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vigilancia nace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 la esperanza.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CUIDAR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casa necesita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límites y cuidado.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Descansar también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protege la atención.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ESPERAR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Prepararse es vivir hoy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el corazón disponible.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espera se vuelve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presencia concreta.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te pierdas tu propia vida»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Despertar no es vivir en alarma: es atender, cuidar y esperar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2,4–5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CAMINAR EN LA LUZ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«Caminemos a la luz del Señor.»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esperanza despierta pasos de paz. La luz recibida se convierte en una manera distinta de caminar.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Rom 13,11–12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HORA DE DESPERTAR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«Ya es hora de despertaros del sueño.»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Despertar no es acelerarse: es reconocer el tiempo y elegir lo que ayuda a caminar en la luz.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Re 19,11–12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DIOS LLEGA SIN RUIDO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«Después del fuego, una voz de silencio tenue.»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siempre irrumpe con estruendo. Una atención silenciosa reconoce su paso en lo pequeño.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Tes 5,4–6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VELAR JUNTOS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durmamos; velemos y seamos sobrios.»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vigilancia cristiana no es sospecha: es lucidez compartida, cuidado mutuo y esperanza activa.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Luz acogida  ·  atención recuperada  ·  casa cuidada  ·  esperanza activa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necesito apagar, ordenar o cuidar para vivir más despierto?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piloto automático a una presencia que espera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«Despierta mi vida»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muestra dónde estoy despierto o dormido por dentro?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DESPERTAR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Tarjeta: «me despierta» / «me adormece» / «reclama mi atención».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¿En qué momentos vivo con más frecuencia en piloto automático?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24,37–44 y marcar: rutina, no enterarse, velar, casa, prepararse y venir.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critica Jesús: la vida cotidiana o vivir sin atención?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aplicar tres filtros a una semana ficticia: ruido, presencia y cuidado.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práctica despierta sin convertir la vigilancia en ansiedad?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RESPONDER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Vela de papel: una práctica pequeña, un momento y un lugar. Compartir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señal recordará esta semana que Dios puede llegar sin ruido?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convertir la vigilancia en miedo, control ni culpa. El cansancio no es un fallo moral. Elegir una práctica pequeña y sostenible; ante agotamiento o ansiedad, priorizar descanso y ayuda competente. Compartir y pasar son válidos.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2026-07-19T11:01:21.0630000Z</dcterms:created>
  <dcterms:modified xsi:type="dcterms:W3CDTF">2026-07-19T11:01:21.0630000Z</dcterms:modified>
</coreProperties>
</file>