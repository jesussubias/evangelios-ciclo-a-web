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972e50d9994c85" /><Relationship Type="http://schemas.openxmlformats.org/officeDocument/2006/relationships/extended-properties" Target="/docProps/app.xml" Id="R3cb942431ad742ee" /><Relationship Type="http://schemas.openxmlformats.org/officeDocument/2006/relationships/officeDocument" Target="/ppt/presentation.xml" Id="Rcc81df36dc71467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872cdebe0e459c"/>
  </p:sldMasterIdLst>
  <p:notesMasterIdLst>
    <p:notesMasterId xmlns:r="http://schemas.openxmlformats.org/officeDocument/2006/relationships" r:id="R45676e30a4ca4c17"/>
  </p:notesMasterIdLst>
  <p:sldIdLst>
    <p:sldId xmlns:r="http://schemas.openxmlformats.org/officeDocument/2006/relationships" id="256" r:id="R0d691db902714902"/>
    <p:sldId xmlns:r="http://schemas.openxmlformats.org/officeDocument/2006/relationships" id="257" r:id="R5fe96b621f8b43d4"/>
    <p:sldId xmlns:r="http://schemas.openxmlformats.org/officeDocument/2006/relationships" id="258" r:id="Rff12471af1f740c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9424006c1b4729" /><Relationship Type="http://schemas.openxmlformats.org/officeDocument/2006/relationships/slideMaster" Target="/ppt/slideMasters/slideMaster1.xml" Id="Re8872cdebe0e459c" /><Relationship Type="http://schemas.openxmlformats.org/officeDocument/2006/relationships/notesMaster" Target="/ppt/notesMasters/notesMaster1.xml" Id="R45676e30a4ca4c17" /><Relationship Type="http://schemas.openxmlformats.org/officeDocument/2006/relationships/presProps" Target="/ppt/presProps.xml" Id="R3174e868d1a1435d" /><Relationship Type="http://schemas.openxmlformats.org/officeDocument/2006/relationships/viewProps" Target="/ppt/viewProps.xml" Id="R2b7d497b56c54402" /><Relationship Type="http://schemas.openxmlformats.org/officeDocument/2006/relationships/tableStyles" Target="/ppt/tableStyles.xml" Id="Rfd637c8a612f4bac" /><Relationship Type="http://schemas.openxmlformats.org/officeDocument/2006/relationships/slide" Target="/ppt/slides/slide1.xml" Id="R0d691db902714902" /><Relationship Type="http://schemas.openxmlformats.org/officeDocument/2006/relationships/slide" Target="/ppt/slides/slide2.xml" Id="R5fe96b621f8b43d4" /><Relationship Type="http://schemas.openxmlformats.org/officeDocument/2006/relationships/slide" Target="/ppt/slides/slide3.xml" Id="Rff12471af1f740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7754b0608f4a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22f617bdf14970" /><Relationship Type="http://schemas.openxmlformats.org/officeDocument/2006/relationships/notesMaster" Target="/ppt/notesMasters/notesMaster1.xml" Id="R82fa47f2761e469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caa9ffe1d6344fc" /><Relationship Type="http://schemas.openxmlformats.org/officeDocument/2006/relationships/notesMaster" Target="/ppt/notesMasters/notesMaster1.xml" Id="Rd4e23fbeba2d4a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fec3d11af745cb" /><Relationship Type="http://schemas.openxmlformats.org/officeDocument/2006/relationships/notesMaster" Target="/ppt/notesMasters/notesMaster1.xml" Id="R7026b84514504bc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escuchar, levantarse, refugiarse, discernir y habitar. José no controla la historia ni elimina el peligro: escucha, actúa de noche, toma al niño y a su madre y acepta el exilio como forma concreta de proteger la vida. Cuando puede volver, no confunde obediencia con imprudencia: reconoce el riesgo de Arquelao, cambia la ruta y habita en Nazaret. La Sagrada Familia aparece así como una familia vulnerable que necesita refugio y construye hogar mediante decisiones responsables, no como una imagen perfecta al margen de la vida real.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Éxodo 2 muestra una protección creativa ante un poder que amenaza la vida; el Salmo 121 presenta a Dios como guardián del camino; Rut 2 convierte el refugio recibido en pertenencia; Levítico 19 traduce la memoria de la migración en acogida y derechos. Evitar espiritualizar el peligro: proteger exige reconocer riesgos, activar redes y ofrecer lugares seguros. La hospitalidad no sustituye los recursos profesionales o institucionales cuando existe violencia, abuso o desprotección.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«Cuida la vida», copias de Mt 2,13–15.19–23, tarjetas y tres casos ficticios de baja exposición: una vivienda que necesita ser más segura, una familia recién llegada que busca orientación y una persona cuidadora desbordada. Nadie debe contar experiencias íntimas de violencia, migración o pérdida. En el discernimiento, comprobar seguridad, dignidad, consentimiento, reparto del cuidado y apoyo competente. Proteger no es controlar ni exigir que se mantengan vínculos inseguros. Compartir y pasar son opciones válidas. Ante maltrato, riesgo o desprotección, priorizar seguridad y ayuda profesional o institucional.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fea9df80af48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a4cef2848f34de6" /><Relationship Type="http://schemas.openxmlformats.org/officeDocument/2006/relationships/slideLayout" Target="/ppt/slideLayouts/slideLayout1.xml" Id="Rad802a383b1341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802a383b1341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128798d00d4297" /><Relationship Type="http://schemas.openxmlformats.org/officeDocument/2006/relationships/image" Target="/ppt/media/image.png" Id="R987e955b9f2f4ac7" /><Relationship Type="http://schemas.openxmlformats.org/officeDocument/2006/relationships/notesSlide" Target="/ppt/notesSlides/notesSlide1.xml" Id="R79c2d04702a14f2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f5f1a83e4c4f59" /><Relationship Type="http://schemas.openxmlformats.org/officeDocument/2006/relationships/notesSlide" Target="/ppt/notesSlides/notesSlide2.xml" Id="R37d1bd3feccc40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87d6cae9d470a" /><Relationship Type="http://schemas.openxmlformats.org/officeDocument/2006/relationships/notesSlide" Target="/ppt/notesSlides/notesSlide3.xml" Id="R28bb033d606a4ef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e955b9f2f4ac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CUIDA LA VIDA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Familia vulnerable y refugio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CUANDO HAY PELIGRO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 AMOR PROTEGE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José no controla la historia;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escucha, se levanta y cuida.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Un aviso rompe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noche de José.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Cuidar comienza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prestando atención.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LEVANTARSE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«Toma al niño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a su madre».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amor se vuelve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decisión concreta.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REFUGIARSE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Egipto ofrece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un lugar seguro.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Huir del peligro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también es fidelidad.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José vuelve, pero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de cualquier modo.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miedo informa;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debe paralizar.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HABITAR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Nazaret se convierte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en hogar posible.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familia se construye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 cuidado cotidiano.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«Haznos hogar, haznos lugar,
donde tu miedo pueda descansar»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Dios protege la vida, acompaña el camino y pide ofrecer refugio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Ex 2,3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VIDA PROTEGIDA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«Puso al niño en una cesta y la dejó entre los juncos.»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madre de Moisés no controla el peligro: prepara una salida concreta para proteger su vida.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121,7–8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CAMINO GUARDADO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Señor te guarda de todo mal; él guarda tu vida.»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evita todo peligro, pero acompaña las salidas y sostiene a quienes protegen la vida.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Rut 2,12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REFUGIO OFRECIDO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«Has venido a refugiarte bajo sus alas.»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Rut encuentra protección en una comunidad que convierte la tierra ajena en lugar habitable.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Lev 19,34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EXTRANJERO ACOGIDO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«Lo amarás como a ti mismo, porque emigrantes fuisteis.»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memoria de la propia vulnerabilidad se vuelve hospitalidad, derechos y cuidado concreto.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Vida protegida  ·  camino acompañado  ·  refugio ofrecido  ·  hogar construido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¿a quién necesita proteger hoy mi manera de ser familia?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familia idealizada al hogar que protege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«Cuida la vida»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convierte el cuidado en una decisión concreta?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ATERRIZAR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opcional: «una familia real necesita…» / «puede ofrecer…» / «debe pedir…».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cambia cuando dejamos de medir una familia por su apariencia?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2,13–15.19–23 y marcar: levantarse, tomar, huir, volver, retirarse y habitar.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decisiones de José protegen la vida y qué riesgos reconoce?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aplicar seguridad, dignidad, consentimiento y apoyo a tres casos ficticios.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cuidado protege de verdad sin controlar ni aislar?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CUIDAR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gesto: hacer hogar más seguro, pedir ayuda, acoger o acompañar.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gesto hará esta semana más habitable la vida de alguien?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idealizar familias ni pedir relatos íntimos. Proteger no es controlar ni mantener vínculos inseguros. Ante maltrato o riesgo, priorizar seguridad y ayuda profesional. Compartir y pasar son opciones válidas.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2026-07-17T07:11:45.3310000Z</dcterms:created>
  <dcterms:modified xsi:type="dcterms:W3CDTF">2026-07-17T07:11:45.3310000Z</dcterms:modified>
</coreProperties>
</file>