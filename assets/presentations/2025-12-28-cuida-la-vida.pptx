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acdc9c59544558" /><Relationship Type="http://schemas.openxmlformats.org/officeDocument/2006/relationships/extended-properties" Target="/docProps/app.xml" Id="Rec469f13e4d8400a" /><Relationship Type="http://schemas.openxmlformats.org/officeDocument/2006/relationships/officeDocument" Target="/ppt/presentation.xml" Id="R23d2406a8d414d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3967f3cfae4f3a"/>
  </p:sldMasterIdLst>
  <p:notesMasterIdLst>
    <p:notesMasterId xmlns:r="http://schemas.openxmlformats.org/officeDocument/2006/relationships" r:id="Rdbb4bbbc4e544dcd"/>
  </p:notesMasterIdLst>
  <p:sldIdLst>
    <p:sldId xmlns:r="http://schemas.openxmlformats.org/officeDocument/2006/relationships" id="256" r:id="Rc5e9ec6f36534327"/>
    <p:sldId xmlns:r="http://schemas.openxmlformats.org/officeDocument/2006/relationships" id="257" r:id="Rb2ea91f925c64e4c"/>
    <p:sldId xmlns:r="http://schemas.openxmlformats.org/officeDocument/2006/relationships" id="258" r:id="Ree9e511794f04a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10d506ca684f5f" /><Relationship Type="http://schemas.openxmlformats.org/officeDocument/2006/relationships/slideMaster" Target="/ppt/slideMasters/slideMaster1.xml" Id="R9a3967f3cfae4f3a" /><Relationship Type="http://schemas.openxmlformats.org/officeDocument/2006/relationships/notesMaster" Target="/ppt/notesMasters/notesMaster1.xml" Id="Rdbb4bbbc4e544dcd" /><Relationship Type="http://schemas.openxmlformats.org/officeDocument/2006/relationships/presProps" Target="/ppt/presProps.xml" Id="Rabf4d526d95f4da3" /><Relationship Type="http://schemas.openxmlformats.org/officeDocument/2006/relationships/viewProps" Target="/ppt/viewProps.xml" Id="R928ba494b6534154" /><Relationship Type="http://schemas.openxmlformats.org/officeDocument/2006/relationships/tableStyles" Target="/ppt/tableStyles.xml" Id="R6ea92b1613d2498b" /><Relationship Type="http://schemas.openxmlformats.org/officeDocument/2006/relationships/slide" Target="/ppt/slides/slide1.xml" Id="Rc5e9ec6f36534327" /><Relationship Type="http://schemas.openxmlformats.org/officeDocument/2006/relationships/slide" Target="/ppt/slides/slide2.xml" Id="Rb2ea91f925c64e4c" /><Relationship Type="http://schemas.openxmlformats.org/officeDocument/2006/relationships/slide" Target="/ppt/slides/slide3.xml" Id="Ree9e511794f0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1b296defb24e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903edd7d6a4e0c" /><Relationship Type="http://schemas.openxmlformats.org/officeDocument/2006/relationships/notesMaster" Target="/ppt/notesMasters/notesMaster1.xml" Id="R25cd3c172b524a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7336ad30854d93" /><Relationship Type="http://schemas.openxmlformats.org/officeDocument/2006/relationships/notesMaster" Target="/ppt/notesMasters/notesMaster1.xml" Id="Rb0741337726d4d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411ee5b2b1418a" /><Relationship Type="http://schemas.openxmlformats.org/officeDocument/2006/relationships/notesMaster" Target="/ppt/notesMasters/notesMaster1.xml" Id="Rf672324c5fc146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escuchar, levantarse, refugiarse, discernir y habitar. José no controla la historia ni elimina el peligro: escucha, actúa de noche, toma al niño y a su madre y acepta el exilio como forma concreta de proteger la vida. Cuando puede volver, no confunde obediencia con imprudencia: reconoce el riesgo de Arquelao, cambia la ruta y habita en Nazaret. La Sagrada Familia aparece así como una familia vulnerable que necesita refugio y construye hogar mediante decisiones responsables, no como una imagen perfecta al margen de la vida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Éxodo 2 muestra una protección creativa ante un poder que amenaza la vida; el Salmo 121 presenta a Dios como guardián del camino; Rut 2 convierte el refugio recibido en pertenencia; Levítico 19 traduce la memoria de la migración en acogida y derechos. Evitar espiritualizar el peligro: proteger exige reconocer riesgos, activar redes y ofrecer lugares seguros. La hospitalidad no sustituye los recursos profesionales o institucionales cuando existe violencia, abuso o desprotección.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«Cuida la vida», copias de Mt 2,13–15.19–23, tarjetas y tres casos ficticios de baja exposición: una vivienda que necesita ser más segura, una familia recién llegada que busca orientación y una persona cuidadora desbordada. Nadie debe contar experiencias íntimas de violencia, migración o pérdida. En el discernimiento, comprobar seguridad, dignidad, consentimiento, reparto del cuidado y apoyo competente. Proteger no es controlar ni exigir que se mantengan vínculos inseguros. Compartir y pasar son opciones válidas. Ante maltrato, riesgo o desprotección, priorizar seguridad y ayuda profesional o institucional.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2de125336344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af4894aa54430a" /><Relationship Type="http://schemas.openxmlformats.org/officeDocument/2006/relationships/slideLayout" Target="/ppt/slideLayouts/slideLayout1.xml" Id="Ra4b646a4e2ca4b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b646a4e2ca4b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df95455844fd3" /><Relationship Type="http://schemas.openxmlformats.org/officeDocument/2006/relationships/image" Target="/ppt/media/image.png" Id="R89f3d742d462470d" /><Relationship Type="http://schemas.openxmlformats.org/officeDocument/2006/relationships/notesSlide" Target="/ppt/notesSlides/notesSlide1.xml" Id="R41fa8592daa84d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67fc6e1b0480b" /><Relationship Type="http://schemas.openxmlformats.org/officeDocument/2006/relationships/notesSlide" Target="/ppt/notesSlides/notesSlide2.xml" Id="Rf24cc34f93e64c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6ecc31d8f444a" /><Relationship Type="http://schemas.openxmlformats.org/officeDocument/2006/relationships/notesSlide" Target="/ppt/notesSlides/notesSlide3.xml" Id="Rf97dd65af0d849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3d742d462470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CUIDA LA VIDA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Familia vulnerable y refugio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CUANDO HAY PELIGRO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AMOR PROTEGE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José no controla la historia;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escucha, se levanta y cuida.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Un aviso rompe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noche de José.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Cuidar comienza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prestando atención.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LEVANTARSE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«Toma al niño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a su madre».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amor se vuelve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decisión concreta.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REFUGIARSE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Egipto ofrece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un lugar seguro.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Huir del peligro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también es fidelidad.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José vuelve, pero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no de cualquier modo.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miedo informa;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debe paralizar.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HABITAR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Nazaret se convierte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 hogar posible.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familia se construye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con cuidado cotidiano.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«Haznos hogar, haznos lugar,
donde tu miedo pueda descansar»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Dios protege la vida, acompaña el camino y pide ofrecer refugio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Ex 2,3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VIDA PROTEGIDA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«Puso al niño en una cesta y la dejó entre los juncos.»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madre de Moisés no controla el peligro: prepara una salida concreta para proteger su vida.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121,7–8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CAMINO GUARDADO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«El Señor te guarda de todo mal; él guarda tu vida.»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evita todo peligro, pero acompaña las salidas y sostiene a quienes protegen la vida.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Rut 2,12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REFUGIO OFRECIDO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«Has venido a refugiarte bajo sus alas.»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Rut encuentra protección en una comunidad que convierte la tierra ajena en lugar habitable.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Lev 19,34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EXTRANJERO ACOGIDO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«Lo amarás como a ti mismo, porque emigrantes fuisteis.»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memoria de la propia vulnerabilidad se vuelve hospitalidad, derechos y cuidado concreto.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Vida protegida  ·  camino acompañado  ·  refugio ofrecido  ·  hogar construido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¿a quién necesita proteger hoy mi manera de ser familia?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familia idealizada al hogar que protege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«Cuida la vida»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convierte el cuidado en una decisión concreta?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ATERRIZAR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«una familia real necesita…» / «puede ofrecer…» / «debe pedir…».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cambia cuando dejamos de medir una familia por su apariencia?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2,13–15.19–23 y marcar: levantarse, tomar, huir, volver, retirarse y habitar.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decisiones de José protegen la vida y qué riesgos reconoce?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aplicar seguridad, dignidad, consentimiento y apoyo a tres casos ficticios.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cuidado protege de verdad sin controlar ni aislar?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CUIDAR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 gesto: hacer hogar más seguro, pedir ayuda, acoger o acompañar.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gesto hará esta semana más habitable la vida de alguien?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idealizar familias ni pedir relatos íntimos. Proteger no es controlar ni mantener vínculos inseguros. Ante maltrato o riesgo, priorizar seguridad y ayuda profesional. Compartir y pasar son opciones válidas.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2026-07-19T11:01:24.3120000Z</dcterms:created>
  <dcterms:modified xsi:type="dcterms:W3CDTF">2026-07-19T11:01:24.3120000Z</dcterms:modified>
</coreProperties>
</file>