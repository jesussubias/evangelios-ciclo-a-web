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61205d983d4ded" /><Relationship Type="http://schemas.openxmlformats.org/officeDocument/2006/relationships/extended-properties" Target="/docProps/app.xml" Id="R0af2884a3ee14cbc" /><Relationship Type="http://schemas.openxmlformats.org/officeDocument/2006/relationships/officeDocument" Target="/ppt/presentation.xml" Id="R42d0a9ad438744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6cc1ae311a48eb"/>
  </p:sldMasterIdLst>
  <p:notesMasterIdLst>
    <p:notesMasterId xmlns:r="http://schemas.openxmlformats.org/officeDocument/2006/relationships" r:id="Re49dcb1f662e436d"/>
  </p:notesMasterIdLst>
  <p:sldIdLst>
    <p:sldId xmlns:r="http://schemas.openxmlformats.org/officeDocument/2006/relationships" id="256" r:id="Ra6f468fa22994370"/>
    <p:sldId xmlns:r="http://schemas.openxmlformats.org/officeDocument/2006/relationships" id="257" r:id="Rf13ab390b4ea451e"/>
    <p:sldId xmlns:r="http://schemas.openxmlformats.org/officeDocument/2006/relationships" id="258" r:id="R040972391d06422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78bb3d9cb45bb" /><Relationship Type="http://schemas.openxmlformats.org/officeDocument/2006/relationships/slideMaster" Target="/ppt/slideMasters/slideMaster1.xml" Id="Rfb6cc1ae311a48eb" /><Relationship Type="http://schemas.openxmlformats.org/officeDocument/2006/relationships/notesMaster" Target="/ppt/notesMasters/notesMaster1.xml" Id="Re49dcb1f662e436d" /><Relationship Type="http://schemas.openxmlformats.org/officeDocument/2006/relationships/presProps" Target="/ppt/presProps.xml" Id="R9c5d26c427424386" /><Relationship Type="http://schemas.openxmlformats.org/officeDocument/2006/relationships/viewProps" Target="/ppt/viewProps.xml" Id="R2f130c6e1a064314" /><Relationship Type="http://schemas.openxmlformats.org/officeDocument/2006/relationships/tableStyles" Target="/ppt/tableStyles.xml" Id="Rb9f0f20af1c64749" /><Relationship Type="http://schemas.openxmlformats.org/officeDocument/2006/relationships/slide" Target="/ppt/slides/slide1.xml" Id="Ra6f468fa22994370" /><Relationship Type="http://schemas.openxmlformats.org/officeDocument/2006/relationships/slide" Target="/ppt/slides/slide2.xml" Id="Rf13ab390b4ea451e" /><Relationship Type="http://schemas.openxmlformats.org/officeDocument/2006/relationships/slide" Target="/ppt/slides/slide3.xml" Id="R040972391d0642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a29ec7b7b249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f096a2288441f2" /><Relationship Type="http://schemas.openxmlformats.org/officeDocument/2006/relationships/notesMaster" Target="/ppt/notesMasters/notesMaster1.xml" Id="R07e619fecf6b4f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7b9de057904331" /><Relationship Type="http://schemas.openxmlformats.org/officeDocument/2006/relationships/notesMaster" Target="/ppt/notesMasters/notesMaster1.xml" Id="Rf56f5a11aabb48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122281f8f64e3d" /><Relationship Type="http://schemas.openxmlformats.org/officeDocument/2006/relationships/notesMaster" Target="/ppt/notesMasters/notesMaster1.xml" Id="R39e2e7eea87544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turbarse, preguntar, reconocer, confiar y obrar. Jn 14 se sitúa en una despedida: el corazón turbado no es falta de fe, sino el lugar desde el que Jesús invita a confiar. Tomás no conoce la ruta y pregunta de frente. Jesús no responde con coordenadas; se ofrece como Camino, revela al Padre y remite a sus obras. Confiar es una relación que permite dar el siguiente paso, no una renuncia a la prudencia, la libertad o la responsabilidad.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Génesis muestra una llamada con promesa, pero sin itinerario cerrado; Éxodo subraya que Dios mismo camina delante del pueblo; el Salmo pide aprender caminos y verdad; Hebreos invita a perseverar con la mirada puesta en Jesús. Evitar convertir estos textos en una exaltación de la improvisación: la llamada de Dios no exige temeridad ni desprecia información, consejo, preparación o límites.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«Camino, Verdad y Vida», copias de Jn 14,1–12, tarjetas, bolígrafos y tres casos ficticios de baja exposición. Nadie debe comunicar decisiones privadas ni resolver en grupo situaciones de alto riesgo. En el discernimiento, Camino pregunta si el paso puede sostenerse; Verdad, si exige negar hechos o dignidad; Vida, qué fruto produce en la persona y los vínculos. Compartir y pasar son opciones válidas. Ante salud, seguridad, economía, abuso o control, derivar a ayuda competente. Cerrar con un paso pequeño, acompañable y revisable.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df4bef854744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c16b013cfd41f2" /><Relationship Type="http://schemas.openxmlformats.org/officeDocument/2006/relationships/slideLayout" Target="/ppt/slideLayouts/slideLayout1.xml" Id="R7b08e4e36cd34f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08e4e36cd34f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c2f101a014b6d" /><Relationship Type="http://schemas.openxmlformats.org/officeDocument/2006/relationships/image" Target="/ppt/media/image.png" Id="R7c64dd963ff643d4" /><Relationship Type="http://schemas.openxmlformats.org/officeDocument/2006/relationships/notesSlide" Target="/ppt/notesSlides/notesSlide1.xml" Id="R02cd5726c6a44b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082e4fef7460f" /><Relationship Type="http://schemas.openxmlformats.org/officeDocument/2006/relationships/notesSlide" Target="/ppt/notesSlides/notesSlide2.xml" Id="Rb3c2685c365046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3d3de04934cb1" /><Relationship Type="http://schemas.openxmlformats.org/officeDocument/2006/relationships/notesSlide" Target="/ppt/notesSlides/notesSlide3.xml" Id="R423d63c4d5d540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4dd963ff643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CAMINO, VERDAD Y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Caminar sin tener todo el mapa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VEO EL MAPA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CAMINO CON JESÚS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entrega coordenadas;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ofrece como Camino, Verdad y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TURBARSE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futuro incierto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puede turbar el corazón.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Jesús no ridiculiza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ni la duda.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PREGUNTAR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Tomás admite que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conoce el camino.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pregunta honesta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abre relación.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revela al Padre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palabras y obras.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tiene rostro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puede habitarse.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«Creed también en mí»: 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presencia va delante.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Confiar no elimina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prudencia ni libertad.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OBRAR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Quien cree continúa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obras de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siguiente paso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convierte en vida.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me das un mapa; me regalas tu vida»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llama, camina delante, enseña y sostiene la mirada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Gen 12,1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SALIR SIN VER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«Sal de tu tierra hacia la tierra que yo te mostraré.»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Abrán recibe llamada y promesa, no un itinerario completo. La fe comienza con un paso confiado.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13,21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GUÍA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Señor caminaba delante de ellos para guiarlos.»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se limita a señalar una dirección: su presencia acompaña de día y de noche.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25,4–5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CAMINOS QUE SE APRENDEN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enséñame tus caminos; instrúyeme en tus sendas.»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oración no exige control: pide aprender la verdad de Dios mientras se avanza.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Heb 12,2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MIRADA PUESTA EN JESÚS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«Corramos con constancia, fijos los ojos en Jesús.»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camino cristiano no depende de un plan perfecto: persevera mirando a Jesús y caminando en comunidad.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acogida  ·  presencia delante  ·  verdad aprendida  ·  paso perseverante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decisión necesita hoy menos control y un siguiente paso más verdadero?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corazón turbado al siguiente paso posible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«Camino, Verdad y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mejor mi necesidad de certeza o de compañía?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ORIENTARSE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necesito controlar» / «lo que sí puedo cuidar hoy».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incertidumbre me turba y qué parte no necesito resolver todavía?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14,1–12 y marcar: turbarse, creer, preparar, preguntar, conocer, ver y hacer.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responde Jesús a la petición de ruta y de certeza?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Camino, Verdad y Vida a tres encrucijadas ficticias.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opción puede caminarse con honestidad, dignidad y fruto de vida?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CAMINAR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siguiente paso y quién puede acompañarlo.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¿Cuál es el siguiente paso posible sin fingir que veo el final?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decisiones ni confidencias. Confiar no anula prudencia, libertad o consentimiento. Ante salud, seguridad, economía o control, pedir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2026-07-14T21:43:55.3990000Z</dcterms:created>
  <dcterms:modified xsi:type="dcterms:W3CDTF">2026-07-14T21:43:55.3990000Z</dcterms:modified>
</coreProperties>
</file>