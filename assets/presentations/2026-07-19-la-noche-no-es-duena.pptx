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809bb829d8463e" /><Relationship Type="http://schemas.openxmlformats.org/officeDocument/2006/relationships/extended-properties" Target="/docProps/app.xml" Id="Rbc75f7609b4349d6" /><Relationship Type="http://schemas.openxmlformats.org/officeDocument/2006/relationships/officeDocument" Target="/ppt/presentation.xml" Id="Rb3ef11cb4ba945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b01a2db71a407f"/>
  </p:sldMasterIdLst>
  <p:notesMasterIdLst>
    <p:notesMasterId xmlns:r="http://schemas.openxmlformats.org/officeDocument/2006/relationships" r:id="R39219b6ee1db475f"/>
  </p:notesMasterIdLst>
  <p:sldIdLst>
    <p:sldId xmlns:r="http://schemas.openxmlformats.org/officeDocument/2006/relationships" id="256" r:id="R28f431d416404a58"/>
    <p:sldId xmlns:r="http://schemas.openxmlformats.org/officeDocument/2006/relationships" id="257" r:id="Rf82ef7e6fa204f18"/>
    <p:sldId xmlns:r="http://schemas.openxmlformats.org/officeDocument/2006/relationships" id="258" r:id="R6d7782903cec4e9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08d62cc068414d" /><Relationship Type="http://schemas.openxmlformats.org/officeDocument/2006/relationships/slideMaster" Target="/ppt/slideMasters/slideMaster1.xml" Id="Rbcb01a2db71a407f" /><Relationship Type="http://schemas.openxmlformats.org/officeDocument/2006/relationships/notesMaster" Target="/ppt/notesMasters/notesMaster1.xml" Id="R39219b6ee1db475f" /><Relationship Type="http://schemas.openxmlformats.org/officeDocument/2006/relationships/presProps" Target="/ppt/presProps.xml" Id="Rb11500c24179420c" /><Relationship Type="http://schemas.openxmlformats.org/officeDocument/2006/relationships/viewProps" Target="/ppt/viewProps.xml" Id="Re04ec5eea0b641dd" /><Relationship Type="http://schemas.openxmlformats.org/officeDocument/2006/relationships/tableStyles" Target="/ppt/tableStyles.xml" Id="R7e94e24308e141f0" /><Relationship Type="http://schemas.openxmlformats.org/officeDocument/2006/relationships/slide" Target="/ppt/slides/slide1.xml" Id="R28f431d416404a58" /><Relationship Type="http://schemas.openxmlformats.org/officeDocument/2006/relationships/slide" Target="/ppt/slides/slide2.xml" Id="Rf82ef7e6fa204f18" /><Relationship Type="http://schemas.openxmlformats.org/officeDocument/2006/relationships/slide" Target="/ppt/slides/slide3.xml" Id="R6d7782903cec4e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138d0e37414d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6b9db7e95a4261" /><Relationship Type="http://schemas.openxmlformats.org/officeDocument/2006/relationships/notesMaster" Target="/ppt/notesMasters/notesMaster1.xml" Id="R043485d07e0747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187a92491e4713" /><Relationship Type="http://schemas.openxmlformats.org/officeDocument/2006/relationships/notesMaster" Target="/ppt/notesMasters/notesMaster1.xml" Id="R81cceabef13747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8dbd5cf7434edf" /><Relationship Type="http://schemas.openxmlformats.org/officeDocument/2006/relationships/notesMaster" Target="/ppt/notesMasters/notesMaster1.xml" Id="R0471729c29384b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la paciencia cristiana no niega el daño ni lo deja crecer sin respuesta; protege sin asumir el juicio definitivo sobre la persona.</a:t>
            </a:r>
          </a:p>
          <a:p xmlns:a="http://schemas.openxmlformats.org/drawingml/2006/main">
            <a:r>
              <a:t>Recorrer cinco movimientos: nombrar, distinguir, proteger, dar tiempo y confiar.</a:t>
            </a:r>
          </a:p>
          <a:p xmlns:a="http://schemas.openxmlformats.org/drawingml/2006/main">
            <a:r>
              <a:t>La fotografía reproduce la imagen central de la parábola: trigo y cizaña crecen entrelazados en el mismo campo mientras la noche cede al amanecer.</a:t>
            </a:r>
          </a:p>
          <a:p xmlns:a="http://schemas.openxmlformats.org/drawingml/2006/main">
            <a:r>
              <a:t>El texto central permanece crema claro sobre la amplia zona oscura del cielo y del campo.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Sabiduría 12 aporta la esperanza de conversión: la paciencia de Dios es justa, no ingenua.</a:t>
            </a:r>
          </a:p>
          <a:p xmlns:a="http://schemas.openxmlformats.org/drawingml/2006/main">
            <a:r>
              <a:t>Gálatas 6 pide corregir con mansedumbre y conciencia de la propia fragilidad.</a:t>
            </a:r>
          </a:p>
          <a:p xmlns:a="http://schemas.openxmlformats.org/drawingml/2006/main">
            <a:r>
              <a:t>Jn 8 une acogida y verdad; Rom 12 evita combatir el mal reproduciendo su lógica.</a:t>
            </a:r>
          </a:p>
          <a:p xmlns:a="http://schemas.openxmlformats.org/drawingml/2006/main">
            <a:r>
              <a:t>Pregunta clave: cómo frenar el daño sin convertir a nadie en su peor acción.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«La noche no es dueña», tarjetas y bolígrafos.</a:t>
            </a:r>
          </a:p>
          <a:p xmlns:a="http://schemas.openxmlformats.org/drawingml/2006/main">
            <a:r>
              <a:t>Tarjeta triple: acción observada, impacto causado y persona. El objetivo es describir sin etiquetar identidades.</a:t>
            </a:r>
          </a:p>
          <a:p xmlns:a="http://schemas.openxmlformats.org/drawingml/2006/main">
            <a:r>
              <a:t>Caso ficticio sugerido: una conducta repetida hiere la convivencia del grupo. Diseñar una respuesta con límite, protección, apoyo al cambio y fecha de revisión.</a:t>
            </a:r>
          </a:p>
          <a:p xmlns:a="http://schemas.openxmlformats.org/drawingml/2006/main">
            <a:r>
              <a:t>La parábola no justifica tolerar abuso, violencia ni riesgo. Ante daño, detener, proteger y pedir ayuda competente. La conversión no obliga a mantener contacto ni a reconciliar sin seguridad y reparación.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467c5c94547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061a4851d14c8e" /><Relationship Type="http://schemas.openxmlformats.org/officeDocument/2006/relationships/slideLayout" Target="/ppt/slideLayouts/slideLayout1.xml" Id="R88c9f12c352243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c9f12c352243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b3de24bdf40ce" /><Relationship Type="http://schemas.openxmlformats.org/officeDocument/2006/relationships/image" Target="/ppt/media/image.png" Id="Rebb17122b9394879" /><Relationship Type="http://schemas.openxmlformats.org/officeDocument/2006/relationships/notesSlide" Target="/ppt/notesSlides/notesSlide1.xml" Id="R46b085ca724146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e070439b44064" /><Relationship Type="http://schemas.openxmlformats.org/officeDocument/2006/relationships/notesSlide" Target="/ppt/notesSlides/notesSlide2.xml" Id="R82765a4b5a4248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af2a0e2e64f73" /><Relationship Type="http://schemas.openxmlformats.org/officeDocument/2006/relationships/notesSlide" Target="/ppt/notesSlides/notesSlide3.xml" Id="R4c2322b5fa3d46a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17122b939487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LA NOCHE NO ES DUEÑA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Cuidar sin arrancar la esperanza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PACIENCIA ACTIVA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PROTEGE SIN CONDENAR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Frena el daño;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canceles a nadie.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Hay trigo y cizaña: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daño es real.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paciencia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mirando de frente.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DISTINGUIR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Una acción no agota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toda la persona.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Nombrar impactos evita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etiquetar identidades.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PROTEGER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límite detiene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 que hiere al trigo.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Cuidar exige verdad,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seguridad y apoyo.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 TIEMPO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Esperar no es dejar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que el daño continúe.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Acompañar, revisar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abrir conversión.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juicio último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pertenece a Dios.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noche no decide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futuro del campo.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arranquéis también el trigo»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misericordia no oculta el daño: corrige y mantiene abierta la conversión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Sab 12,19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ESPERANZA DE CONVERSIÓN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«Después del pecado das lugar al arrepentimiento.»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paciencia de Dios no niega el mal: mantiene abierta la posibilidad real de arrepentimiento.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Gal 6,1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CORRECCIÓN HUMILDE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«Corregidlo con espíritu de mansedumbre.»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Corregir no es humillar. Quien acompaña reconoce también su fragilidad y cuida el vínculo.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8,11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VERDAD SIN CONDENA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«Tampoco yo te condeno. Anda y no peques más.»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une acogida y llamada al cambio. La misericordia no encubre el daño ni reduce a nadie a él.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12,21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VENCER CON EL BIEN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te dejes vencer por el mal; vence al mal con el bien.»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mal no se derrota imitándolo. El bien pone límites, protege la vida y abre otro modo de responder.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Verdad sin etiquetas  ·  límites seguros  ·  corrección humilde  ·  esperanza abierta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¿cómo frenamos el daño sin convertir a nadie en su peor acción?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juicio rápido al cuidado responsable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«La noche no es dueña»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mantiene juntas verdad sobre el daño y esperanza?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DISTINGUIR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triple: acción observada / impacto causado / persona.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al nombrar una acción sin etiquetar a quien la hizo?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13,24–30 y 36–43; marcar problema, impulso, riesgo, tiempo y futuro.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detiene el dueño del campo y qué quiere proteger?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 ficticio: detener, proteger, poner límite, apoyar el cambio y revisar.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protege sin negar la verdad ni condenar a la persona?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Acordar un límite, un apoyo y una revisión.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podemos proteger esta semana dejando abierta la esperanza?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paciencia no es tolerar abuso, violencia ni riesgo. Ante daño, detener, proteger y pedir ayuda competente. La conversión no obliga a mantener contacto ni a reconciliar sin seguridad y reparación. Compartir y pasar son válidos.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2026-07-15T15:31:45.3360000Z</dcterms:created>
  <dcterms:modified xsi:type="dcterms:W3CDTF">2026-07-15T15:31:45.3360000Z</dcterms:modified>
</coreProperties>
</file>