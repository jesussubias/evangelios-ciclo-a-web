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69a2841994109" /><Relationship Type="http://schemas.openxmlformats.org/officeDocument/2006/relationships/extended-properties" Target="/docProps/app.xml" Id="R1fd1dc0d0b78461f" /><Relationship Type="http://schemas.openxmlformats.org/officeDocument/2006/relationships/officeDocument" Target="/ppt/presentation.xml" Id="Rc234c90a97b4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5ef9abe6b6456d"/>
  </p:sldMasterIdLst>
  <p:notesMasterIdLst>
    <p:notesMasterId xmlns:r="http://schemas.openxmlformats.org/officeDocument/2006/relationships" r:id="R4df7aa8122484d22"/>
  </p:notesMasterIdLst>
  <p:sldIdLst>
    <p:sldId xmlns:r="http://schemas.openxmlformats.org/officeDocument/2006/relationships" id="256" r:id="R2fd9f6caf8554e60"/>
    <p:sldId xmlns:r="http://schemas.openxmlformats.org/officeDocument/2006/relationships" id="257" r:id="R4fb4fe63544f4f09"/>
    <p:sldId xmlns:r="http://schemas.openxmlformats.org/officeDocument/2006/relationships" id="258" r:id="R6dc93e32853b49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db948007454b28" /><Relationship Type="http://schemas.openxmlformats.org/officeDocument/2006/relationships/slideMaster" Target="/ppt/slideMasters/slideMaster1.xml" Id="R2e5ef9abe6b6456d" /><Relationship Type="http://schemas.openxmlformats.org/officeDocument/2006/relationships/notesMaster" Target="/ppt/notesMasters/notesMaster1.xml" Id="R4df7aa8122484d22" /><Relationship Type="http://schemas.openxmlformats.org/officeDocument/2006/relationships/presProps" Target="/ppt/presProps.xml" Id="R26f684c408f54dee" /><Relationship Type="http://schemas.openxmlformats.org/officeDocument/2006/relationships/viewProps" Target="/ppt/viewProps.xml" Id="R60c09de064654bcc" /><Relationship Type="http://schemas.openxmlformats.org/officeDocument/2006/relationships/tableStyles" Target="/ppt/tableStyles.xml" Id="Rf5bfb5b2a1d24d8b" /><Relationship Type="http://schemas.openxmlformats.org/officeDocument/2006/relationships/slide" Target="/ppt/slides/slide1.xml" Id="R2fd9f6caf8554e60" /><Relationship Type="http://schemas.openxmlformats.org/officeDocument/2006/relationships/slide" Target="/ppt/slides/slide2.xml" Id="R4fb4fe63544f4f09" /><Relationship Type="http://schemas.openxmlformats.org/officeDocument/2006/relationships/slide" Target="/ppt/slides/slide3.xml" Id="R6dc93e32853b49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690cc52a90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61469b4274d76" /><Relationship Type="http://schemas.openxmlformats.org/officeDocument/2006/relationships/notesMaster" Target="/ppt/notesMasters/notesMaster1.xml" Id="Rda19568eea844b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2161011034199" /><Relationship Type="http://schemas.openxmlformats.org/officeDocument/2006/relationships/notesMaster" Target="/ppt/notesMasters/notesMaster1.xml" Id="R590bd3eff90f46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02f8e4431a4e8e" /><Relationship Type="http://schemas.openxmlformats.org/officeDocument/2006/relationships/notesMaster" Target="/ppt/notesMasters/notesMaster1.xml" Id="Rc36e8c0ed2404d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paciencia cristiana no niega el daño ni lo deja crecer sin respuesta; protege sin asumir el juicio definitivo sobre la persona.</a:t>
            </a:r>
          </a:p>
          <a:p xmlns:a="http://schemas.openxmlformats.org/drawingml/2006/main">
            <a:r>
              <a:t>Recorrer cinco movimientos: nombrar, distinguir, proteger, dar tiempo y confiar.</a:t>
            </a:r>
          </a:p>
          <a:p xmlns:a="http://schemas.openxmlformats.org/drawingml/2006/main">
            <a:r>
              <a:t>La fotografía reproduce la imagen central de la parábola: trigo y cizaña crecen entrelazados en el mismo campo mientras la noche cede al amanecer.</a:t>
            </a:r>
          </a:p>
          <a:p xmlns:a="http://schemas.openxmlformats.org/drawingml/2006/main">
            <a:r>
              <a:t>El texto central permanece crema claro sobre la amplia zona oscura del cielo y del campo.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Sabiduría 12 aporta la esperanza de conversión: la paciencia de Dios es justa, no ingenua.</a:t>
            </a:r>
          </a:p>
          <a:p xmlns:a="http://schemas.openxmlformats.org/drawingml/2006/main">
            <a:r>
              <a:t>Gálatas 6 pide corregir con mansedumbre y conciencia de la propia fragilidad.</a:t>
            </a:r>
          </a:p>
          <a:p xmlns:a="http://schemas.openxmlformats.org/drawingml/2006/main">
            <a:r>
              <a:t>Jn 8 une acogida y verdad; Rom 12 evita combatir el mal reproduciendo su lógica.</a:t>
            </a:r>
          </a:p>
          <a:p xmlns:a="http://schemas.openxmlformats.org/drawingml/2006/main">
            <a:r>
              <a:t>Pregunta clave: cómo frenar el daño sin convertir a nadie en su peor acción.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«La noche no es dueña», tarjetas y bolígrafos.</a:t>
            </a:r>
          </a:p>
          <a:p xmlns:a="http://schemas.openxmlformats.org/drawingml/2006/main">
            <a:r>
              <a:t>Tarjeta triple: acción observada, impacto causado y persona. El objetivo es describir sin etiquetar identidades.</a:t>
            </a:r>
          </a:p>
          <a:p xmlns:a="http://schemas.openxmlformats.org/drawingml/2006/main">
            <a:r>
              <a:t>Caso ficticio sugerido: una conducta repetida hiere la convivencia del grupo. Diseñar una respuesta con límite, protección, apoyo al cambio y fecha de revisión.</a:t>
            </a:r>
          </a:p>
          <a:p xmlns:a="http://schemas.openxmlformats.org/drawingml/2006/main">
            <a:r>
              <a:t>La parábola no justifica tolerar abuso, violencia ni riesgo. Ante daño, detener, proteger y pedir ayuda competente. La conversión no obliga a mantener contacto ni a reconciliar sin seguridad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e2cb7b0e14b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c555025fc14a00" /><Relationship Type="http://schemas.openxmlformats.org/officeDocument/2006/relationships/slideLayout" Target="/ppt/slideLayouts/slideLayout1.xml" Id="R533e267a71cb4c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3e267a71cb4c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e8832cf744036" /><Relationship Type="http://schemas.openxmlformats.org/officeDocument/2006/relationships/image" Target="/ppt/media/image.png" Id="Re31eda331eea4a76" /><Relationship Type="http://schemas.openxmlformats.org/officeDocument/2006/relationships/notesSlide" Target="/ppt/notesSlides/notesSlide1.xml" Id="Re9f19394d79348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ae35b44164044" /><Relationship Type="http://schemas.openxmlformats.org/officeDocument/2006/relationships/notesSlide" Target="/ppt/notesSlides/notesSlide2.xml" Id="Rc94c3c8f902448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39e95a79543ce" /><Relationship Type="http://schemas.openxmlformats.org/officeDocument/2006/relationships/notesSlide" Target="/ppt/notesSlides/notesSlide3.xml" Id="R14b7c45439f946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eda331eea4a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LA NOCHE NO ES DUEÑA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Cuidar sin arrancar la esperanza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52575"/>
            <a:ext cx="3848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PACIENCIA ACTIVA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PROTEGE SIN CONDENAR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Frena el daño;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canceles a nadie.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Hay trigo y cizaña: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daño es real.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paciencia empieza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mirando de frente.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DISTINGUIR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Una acción no agota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toda la persona.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Nombrar impactos evita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etiquetar identidades.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PROTEGER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límite detiene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 que hiere al trigo.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Cuidar exige verdad,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seguridad y apoyo.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DAR TIEMPO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Esperar no es dejar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que el daño continúe.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Acompañar, revisar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abrir conversión.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CONFIAR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juicio último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pertenece a Dios.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noche no decide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futuro del campo.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arranquéis también el trigo»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misericordia no oculta el daño: corrige y mantiene abierta la conversión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Sab 12,19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ESPERANZA DE CONVERSIÓN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«Después del pecado das lugar al arrepentimiento.»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paciencia de Dios no niega el mal: mantiene abierta la posibilidad real de arrepentimiento.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Gal 6,1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CORRECCIÓN HUMILDE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«Corregidlo con espíritu de mansedumbre.»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Corregir no es humillar. Quien acompaña reconoce también su fragilidad y cuida el vínculo.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8,11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VERDAD SIN CONDENA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«Tampoco yo te condeno. Anda y no peques más.»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une acogida y llamada al cambio. La misericordia no encubre el daño ni reduce a nadie a él.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Rom 12,21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VENCER CON EL BIEN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te dejes vencer por el mal; vence al mal con el bien.»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mal no se derrota imitándolo. El bien pone límites, protege la vida y abre otro modo de responder.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Verdad sin etiquetas  ·  límites seguros  ·  corrección humilde  ·  esperanza abierta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¿cómo frenamos el daño sin convertir a nadie en su peor acción?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juicio rápido al cuidado responsable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«La noche no es dueña»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mantiene juntas verdad sobre el daño y esperanza?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DISTINGUIR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triple: acción observada / impacto causado / persona.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cambia al nombrar una acción sin etiquetar a quien la hizo?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13,24–30 y 36–43; marcar problema, impulso, riesgo, tiempo y futuro.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detiene el dueño del campo y qué quiere proteger?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CUIDAR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 ficticio: detener, proteger, poner límite, apoyar el cambio y revisar.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respuesta protege sin negar la verdad ni condenar a la persona?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Acordar un límite, un apoyo y una revisión.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podemos proteger esta semana dejando abierta la esperanza?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paciencia no es tolerar abuso, violencia ni riesgo. Ante daño, detener, proteger y pedir ayuda competente. La conversión no obliga a mantener contacto ni a reconciliar sin seguridad y reparación. Compartir y pasar son válidos.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2026-07-19T11:07:22.0980000Z</dcterms:created>
  <dcterms:modified xsi:type="dcterms:W3CDTF">2026-07-19T11:07:22.0980000Z</dcterms:modified>
</coreProperties>
</file>