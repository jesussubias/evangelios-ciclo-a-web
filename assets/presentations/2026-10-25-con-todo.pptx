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dfe8996594ddc" /><Relationship Type="http://schemas.openxmlformats.org/officeDocument/2006/relationships/extended-properties" Target="/docProps/app.xml" Id="R5d20b39f262b4300" /><Relationship Type="http://schemas.openxmlformats.org/officeDocument/2006/relationships/officeDocument" Target="/ppt/presentation.xml" Id="Raca3405765c945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e1c16850f4ddd"/>
  </p:sldMasterIdLst>
  <p:notesMasterIdLst>
    <p:notesMasterId xmlns:r="http://schemas.openxmlformats.org/officeDocument/2006/relationships" r:id="Rd6f40b87a94547bc"/>
  </p:notesMasterIdLst>
  <p:sldIdLst>
    <p:sldId xmlns:r="http://schemas.openxmlformats.org/officeDocument/2006/relationships" id="256" r:id="R0e0e7ee84103454c"/>
    <p:sldId xmlns:r="http://schemas.openxmlformats.org/officeDocument/2006/relationships" id="257" r:id="R72618aaad0494258"/>
    <p:sldId xmlns:r="http://schemas.openxmlformats.org/officeDocument/2006/relationships" id="258" r:id="Rebfe8703b57a43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be59d26f04032" /><Relationship Type="http://schemas.openxmlformats.org/officeDocument/2006/relationships/slideMaster" Target="/ppt/slideMasters/slideMaster1.xml" Id="R5a8e1c16850f4ddd" /><Relationship Type="http://schemas.openxmlformats.org/officeDocument/2006/relationships/notesMaster" Target="/ppt/notesMasters/notesMaster1.xml" Id="Rd6f40b87a94547bc" /><Relationship Type="http://schemas.openxmlformats.org/officeDocument/2006/relationships/presProps" Target="/ppt/presProps.xml" Id="R056ffd2579d84669" /><Relationship Type="http://schemas.openxmlformats.org/officeDocument/2006/relationships/viewProps" Target="/ppt/viewProps.xml" Id="Re58ac26fec7845e4" /><Relationship Type="http://schemas.openxmlformats.org/officeDocument/2006/relationships/tableStyles" Target="/ppt/tableStyles.xml" Id="R88c9892000e04a6c" /><Relationship Type="http://schemas.openxmlformats.org/officeDocument/2006/relationships/slide" Target="/ppt/slides/slide1.xml" Id="R0e0e7ee84103454c" /><Relationship Type="http://schemas.openxmlformats.org/officeDocument/2006/relationships/slide" Target="/ppt/slides/slide2.xml" Id="R72618aaad0494258" /><Relationship Type="http://schemas.openxmlformats.org/officeDocument/2006/relationships/slide" Target="/ppt/slides/slide3.xml" Id="Rebfe8703b57a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b68d0a02241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aee67384340c5" /><Relationship Type="http://schemas.openxmlformats.org/officeDocument/2006/relationships/notesMaster" Target="/ppt/notesMasters/notesMaster1.xml" Id="Ra9c8ff81d9d5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e70b455f54ce5" /><Relationship Type="http://schemas.openxmlformats.org/officeDocument/2006/relationships/notesMaster" Target="/ppt/notesMasters/notesMaster1.xml" Id="R37ba6f53afda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e64e0c17f4500" /><Relationship Type="http://schemas.openxmlformats.org/officeDocument/2006/relationships/notesMaster" Target="/ppt/notesMasters/notesMaster1.xml" Id="R85ced1ff6970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de octubre de 2026. XXX Domingo del Tiempo Ordinario, ciclo A. Mt 22,34–40.</a:t>
            </a:r>
          </a:p>
          <a:p xmlns:a="http://schemas.openxmlformats.org/drawingml/2006/main">
            <a:r>
              <a:t>Canción: Con todo. Letra y audio proporcionados por el autor.</a:t>
            </a:r>
          </a:p>
          <a:p xmlns:a="http://schemas.openxmlformats.org/drawingml/2006/main">
            <a:r>
              <a:t>Jesús vincula el amor a Dios y el amor al prójimo. La canción permite reconocer esa unidad en una escena cotidiana: responder sin escuchar, descubrir lo que hemos descuidado y volver a ofrecer nuestra presencia. La viñeta pregunta qué ocurre al salir de la iglesia cuando encontramos a alguien que nos cuesta querer. La reunión propone dedicar un tiempo concreto a escuchar, abrir el grupo a quien llega y aprender con paciencia de nuestros fallos. El cuidado de los propios límites forma parte de esta aplicación pastoral.</a:t>
            </a:r>
          </a:p>
          <a:p xmlns:a="http://schemas.openxmlformats.org/drawingml/2006/main">
            <a:r>
              <a:t>Escuchar sin interrumpir ni juzgar. Nadie está obligado a hablar: cada persona puede compartir solo lo que desee, guardar silencio o no responder. Evitar nombres y detalles de personas ausentes. Proponer gestos posibles que respeten la intimidad y los límites de todos.</a:t>
            </a:r>
          </a:p>
          <a:p xmlns:a="http://schemas.openxmlformats.org/drawingml/2006/main">
            <a:r>
              <a:t>Texto bíblico: https://www.conferenciaepiscopal.es/liturgia/ao30.pdf</a:t>
            </a:r>
          </a:p>
          <a:p xmlns:a="http://schemas.openxmlformats.org/drawingml/2006/main">
            <a:r>
              <a:t>La imagen es una escena contemporánea recreada con IA, no una fotografía documental.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tarjetas ofrecen paráfrasis pastorales de los pasajes, no citas literales. Las propuestas de escucha y cuidado de los límites son aplicaciones para la reunión.</a:t>
            </a:r>
          </a:p>
          <a:p xmlns:a="http://schemas.openxmlformats.org/drawingml/2006/main">
            <a:r>
              <a:t>Dt 6,4–5. Israel recibe la llamada a amar al único Señor con todo su ser (paráfrasis). La respuesta a Dios alcanza nuestra vida cotidiana, también el tiempo y la atención que ofrecemos.</a:t>
            </a:r>
          </a:p>
          <a:p xmlns:a="http://schemas.openxmlformats.org/drawingml/2006/main">
            <a:r>
              <a:t>Lv 19,18. El amor al prójimo acompaña la renuncia a la venganza y al rencor (paráfrasis). Revisar cómo tratamos a quien nos cuesta querer. El deseo de recibir cuidado ayuda a reconocer lo que necesita el otro.</a:t>
            </a:r>
          </a:p>
          <a:p xmlns:a="http://schemas.openxmlformats.org/drawingml/2006/main">
            <a:r>
              <a:t>1 Jn 4,19–21. Dios nos ama primero y nos llama a amar al hermano que vemos (paráfrasis). La paciencia que recibimos puede convertirse en presencia y cuidado para alguien concreto.</a:t>
            </a:r>
          </a:p>
          <a:p xmlns:a="http://schemas.openxmlformats.org/drawingml/2006/main">
            <a:r>
              <a:t>Lc 10,33–37. El samaritano se acerca al herido y se ocupa de él (paráfrasis). El amor toma forma cuando interrumpimos el camino y ponemos medios al servicio de una necesidad.</a:t>
            </a:r>
          </a:p>
          <a:p xmlns:a="http://schemas.openxmlformats.org/drawingml/2006/main">
            <a:r>
              <a:t>Fuentes: https://www.conferenciaepiscopal.es/biblia/deuteronomio/#cap6</a:t>
            </a:r>
          </a:p>
          <a:p xmlns:a="http://schemas.openxmlformats.org/drawingml/2006/main">
            <a:r>
              <a:t>https://www.conferenciaepiscopal.es/biblia/levitico/#cap19</a:t>
            </a:r>
          </a:p>
          <a:p xmlns:a="http://schemas.openxmlformats.org/drawingml/2006/main">
            <a:r>
              <a:t>https://www.conferenciaepiscopal.es/biblia/juan-cartas-1-3/</a:t>
            </a:r>
          </a:p>
          <a:p xmlns:a="http://schemas.openxmlformats.org/drawingml/2006/main">
            <a:r>
              <a:t>https://www.conferenciaepiscopal.es/biblia/lucas/#cap10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«Con todo» completa y dejar un breve silencio. Cada persona puede quedarse con un verso.</a:t>
            </a:r>
          </a:p>
          <a:p xmlns:a="http://schemas.openxmlformats.org/drawingml/2006/main">
            <a:r>
              <a:t>¿Qué momento de la canción reconozco en mi vida?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Reconocer. Recordar una conversación en la que estuvimos sin escuchar, o una ocasión en la que alguien nos dedicó su atención. Compartirlo es opcional.</a:t>
            </a:r>
          </a:p>
          <a:p xmlns:a="http://schemas.openxmlformats.org/drawingml/2006/main">
            <a:r>
              <a:t>¿Qué cambia cuando alguien me escucha de verdad?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22,34–40. Observar la pregunta por el mandamiento principal y los dos mandamientos que Jesús vincula. Relacionarlos con 1 Jn 4,19–21.</a:t>
            </a:r>
          </a:p>
          <a:p xmlns:a="http://schemas.openxmlformats.org/drawingml/2006/main">
            <a:r>
              <a:t>¿Cómo se unen mi relación con Dios y el trato que doy al otro?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Discernir. Caso ficticio: al terminar la reunión llega una persona que suele resultar incómoda al grupo y pide hablar. Unos miran el reloj y otros evitan saludar. Proponer una acogida concreta, teniendo en cuenta el tiempo y las posibilidades de cada uno.</a:t>
            </a:r>
          </a:p>
          <a:p xmlns:a="http://schemas.openxmlformats.org/drawingml/2006/main">
            <a:r>
              <a:t>¿Cómo ofrecer una acogida real con el tiempo que tenemos?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una conversación pendiente o un gesto de acogida para esta semana. Concretar con quién, cuándo y qué distracción apartaremos. Revisarlo en el siguiente encuentro. Cerrar con «Tú me quieres por entero; enséñame a querer».</a:t>
            </a:r>
          </a:p>
          <a:p xmlns:a="http://schemas.openxmlformats.org/drawingml/2006/main">
            <a:r>
              <a:t>¿A quién voy a dedicar un rato de atención esta semana?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Escuchar sin interrumpir ni juzgar. Nadie está obligado a hablar: cada persona puede compartir solo lo que desee, guardar silencio o no responder. Evitar nombres y detalles de personas ausentes. Proponer gestos posibles que respeten la intimidad y los límites de todos.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6006fd66c46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8f2a6981594156" /><Relationship Type="http://schemas.openxmlformats.org/officeDocument/2006/relationships/slideLayout" Target="/ppt/slideLayouts/slideLayout1.xml" Id="R1314a19a3c20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4a19a3c20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8ab0cbc784770" /><Relationship Type="http://schemas.openxmlformats.org/officeDocument/2006/relationships/image" Target="/ppt/media/image.png" Id="Rc9eb6936b1384ff8" /><Relationship Type="http://schemas.openxmlformats.org/officeDocument/2006/relationships/notesSlide" Target="/ppt/notesSlides/notesSlide1.xml" Id="Rfcc4c9f76d93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447ee01ef40e6" /><Relationship Type="http://schemas.openxmlformats.org/officeDocument/2006/relationships/notesSlide" Target="/ppt/notesSlides/notesSlide2.xml" Id="R3c76d4e2b977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2a3541dbf42ff" /><Relationship Type="http://schemas.openxmlformats.org/officeDocument/2006/relationships/notesSlide" Target="/ppt/notesSlides/notesSlide3.xml" Id="R479ec4e3483e49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>
            <a:extLst xmlns:a="http://schemas.openxmlformats.org/drawingml/2006/main">
              <a:ext uri="{FF2B5EF4-FFF2-40B4-BE49-F238E27FC236}">
                <a16:creationId xmlns:a16="http://schemas.microsoft.com/office/drawing/2014/main" id="{D9A4189C-D0D3-4C84-A8F8-7267AF5EA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b6936b1384f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 TODO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Amar a Dios en el tiempo que damos al otro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CON TODO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EL CORAZÓN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El amor a Dios toma forma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en el cuidado de quien está cerca.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PARAR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Estar de verdad.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Apartar la pantalla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mirar a quien habla.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ESCUCHAR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 rato sin prisas.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Preguntar qué necesita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escuchar hasta el final.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VOLVER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Aún puedo aprender.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Retomar aquella charla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dejé a medias.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HACER SITIO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nadie quede fuera.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Acoger a quien llega,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también si me cuesta.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APRENDER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Querer con paciencia.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Dar un paso posible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dejarme ayudar.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«Ponerle manos al amor.»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El amor a Dios en la vida compartida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Dt 6,4–5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 TODO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SER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amor a Dios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abarca la vida entera.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También el tiempo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damos al otro.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Lv 19,18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COMO A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 MISMO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Amar al prójimo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dejar el rencor.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Reconocer el cuidado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ambos necesitamos.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Jn 4,19–21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AMOR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RECIBIDO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Dios nos ama primero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nos llama a amar.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Ofrecer la paciencia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 hemos recibido.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Lc 10,33–37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ACERCARSE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CUIDAR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samaritano se acerca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atiende al herido.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Dedicar tiempo y medios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alguien concreto.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El amor a Dios alcanza a la persona que tenemos delante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¿quién está esperando un rato de mi atención?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amor en una conversación pendiente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«Con todo» completa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dejar un breve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momento de la canción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reconozco en mi vida?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Recordar una conversación y cómo escuchamos.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Compartirlo es opcional.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cambia cuando alguien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me escucha de verdad?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22,34–40 y los dos mandamientos.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Relacionar con 1 Jn 4,19–21.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se unen mi relación con Dios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el trato que doy al otro?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alguien que nos cuesta pide hablar.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Proponer una acogida posible entre todos.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ofrecer una acogida real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con el tiempo que tenemos?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una conversación pendiente.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Concretar con quién y cuándo. Revisar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¿A quién voy a dedicar un rato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atención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escuchar sin juzgar. Compartir es opcional. Respetar la intimidad y los límites.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2026-10-18T21:50:37.5550000Z</dcterms:created>
  <dcterms:modified xsi:type="dcterms:W3CDTF">2026-10-18T21:50:37.5550000Z</dcterms:modified>
</coreProperties>
</file>