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38d7455882478c" /><Relationship Type="http://schemas.openxmlformats.org/officeDocument/2006/relationships/extended-properties" Target="/docProps/app.xml" Id="Rffd5f26dbaaf4bbf" /><Relationship Type="http://schemas.openxmlformats.org/officeDocument/2006/relationships/officeDocument" Target="/ppt/presentation.xml" Id="Rcb17dcc68eda43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254ca1d12e4108"/>
  </p:sldMasterIdLst>
  <p:notesMasterIdLst>
    <p:notesMasterId xmlns:r="http://schemas.openxmlformats.org/officeDocument/2006/relationships" r:id="R8aa8079668ce4f5d"/>
  </p:notesMasterIdLst>
  <p:sldIdLst>
    <p:sldId xmlns:r="http://schemas.openxmlformats.org/officeDocument/2006/relationships" id="256" r:id="R34218d6d705e4faf"/>
    <p:sldId xmlns:r="http://schemas.openxmlformats.org/officeDocument/2006/relationships" id="257" r:id="R4759a52dea91402b"/>
    <p:sldId xmlns:r="http://schemas.openxmlformats.org/officeDocument/2006/relationships" id="258" r:id="Rab79dfe489c3476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141ce6896b40b7" /><Relationship Type="http://schemas.openxmlformats.org/officeDocument/2006/relationships/slideMaster" Target="/ppt/slideMasters/slideMaster1.xml" Id="Rf3254ca1d12e4108" /><Relationship Type="http://schemas.openxmlformats.org/officeDocument/2006/relationships/notesMaster" Target="/ppt/notesMasters/notesMaster1.xml" Id="R8aa8079668ce4f5d" /><Relationship Type="http://schemas.openxmlformats.org/officeDocument/2006/relationships/presProps" Target="/ppt/presProps.xml" Id="Rf6d37c0f39344e42" /><Relationship Type="http://schemas.openxmlformats.org/officeDocument/2006/relationships/viewProps" Target="/ppt/viewProps.xml" Id="R447ae14bdfb1410b" /><Relationship Type="http://schemas.openxmlformats.org/officeDocument/2006/relationships/tableStyles" Target="/ppt/tableStyles.xml" Id="R7c08410aaf264bd2" /><Relationship Type="http://schemas.openxmlformats.org/officeDocument/2006/relationships/slide" Target="/ppt/slides/slide1.xml" Id="R34218d6d705e4faf" /><Relationship Type="http://schemas.openxmlformats.org/officeDocument/2006/relationships/slide" Target="/ppt/slides/slide2.xml" Id="R4759a52dea91402b" /><Relationship Type="http://schemas.openxmlformats.org/officeDocument/2006/relationships/slide" Target="/ppt/slides/slide3.xml" Id="Rab79dfe489c347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f37bced3c443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74d56f867df4a51" /><Relationship Type="http://schemas.openxmlformats.org/officeDocument/2006/relationships/notesMaster" Target="/ppt/notesMasters/notesMaster1.xml" Id="Re4592a286ad04b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f71ad0dc8548c0" /><Relationship Type="http://schemas.openxmlformats.org/officeDocument/2006/relationships/notesMaster" Target="/ppt/notesMasters/notesMaster1.xml" Id="R490d7a538fb946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8827919b2c4576" /><Relationship Type="http://schemas.openxmlformats.org/officeDocument/2006/relationships/notesMaster" Target="/ppt/notesMasters/notesMaster1.xml" Id="R500ced23a86b48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aclamar, descolocar, velar, elegir y permanecer. La entrada en Jerusalén no invalida el entusiasmo, pero muestra su fragilidad: Jesús recibe la aclamación sin construir su identidad sobre ella. Su realeza humilde no impone ni domina. En Getsemaní pide compañía; cuando llegan el miedo y el abandono, permanece fiel sin responder con violencia. Fidelidad no significa pasividad ni aguantar daño: puede exigir verdad, límites, distancia, protección y ayuda.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Zacarías presenta un rey humilde y desarmado; el Salmo 118 recuerda que hosanna es una petición de salvación, no solo una ovación; Filipenses muestra a Cristo que no se aferra al rango y convierte su libertad en entrega; 2 Timoteo sostiene que la fidelidad de Dios no depende de nuestra constancia. No usar la obediencia de Cristo para exigir sumisión a víctimas: ser fiel a Dios puede requerir oponerse a una autoridad abusiva y buscar protección.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Hosanna, copias de Mt 21,1–11 y de Mt 26,36–46; 26,69–75; 27,45–54, tarjetas, bolígrafos y casos ficticios. Se seleccionan escenas de la Pasión para cuidar el tiempo; el texto completo permanece como contexto litúrgico. Nadie debe leer en voz alta un fragmento difícil ni contar experiencias propias. Compartir y pasar son opciones válidas. No representar violencia ni convertir el dolor en prueba de fe. En los casos, distinguir fidelidad, miedo, sumisión y protección. Ante abuso, trauma o riesgo, priorizar seguridad y ayuda especializada. Cerrar con un gesto pequeño y verificable, sin recoger lo escrito.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e08b146db242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839e3c9b3f4001" /><Relationship Type="http://schemas.openxmlformats.org/officeDocument/2006/relationships/slideLayout" Target="/ppt/slideLayouts/slideLayout1.xml" Id="R5fcf7fcfe9f34a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cf7fcfe9f34a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0a5591991e4bf0" /><Relationship Type="http://schemas.openxmlformats.org/officeDocument/2006/relationships/image" Target="/ppt/media/image.png" Id="Rac75d51ffc174b4b" /><Relationship Type="http://schemas.openxmlformats.org/officeDocument/2006/relationships/notesSlide" Target="/ppt/notesSlides/notesSlide1.xml" Id="R9716fc5eb62d439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4a100f24434acc" /><Relationship Type="http://schemas.openxmlformats.org/officeDocument/2006/relationships/notesSlide" Target="/ppt/notesSlides/notesSlide2.xml" Id="R8cd0871d0a714a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287340607b46cc" /><Relationship Type="http://schemas.openxmlformats.org/officeDocument/2006/relationships/notesSlide" Target="/ppt/notesSlides/notesSlide3.xml" Id="R8aea096f5f3c424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75d51ffc174b4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HOSANNA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Del aplauso a la fidelidad que permanece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 APLAUSO PASA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 AMOR PERMANECE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entra como rey humilde;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 amor no depende del aplauso.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ACLAMAR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ciudad recibe a Jesús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mantos y palmas.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entusiasmo puede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abrir el corazón.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DESCOLOCAR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Llega en un borrico,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sin imponer su poder.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realeza sirve;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domina.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VELAR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En Getsemaní pide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compañía y oración.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fidelidad empieza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quedándose despiertos.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ELEGIR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Cuando llega el miedo,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discípulos huyen.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Seguir se vuelve opción,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ambiente.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PERMANECER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no responde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odio con violencia.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amor permanece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hasta el extremo.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«Que este canto no muera cuando llegue el dolor»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realeza de Jesús no domina ni depende del aplauso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Zac 9,9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REY SIN DOMINAR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«Mira a tu rey, humilde y montado en un borrico.»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cumple la promesa sin exhibir fuerza: entra desarmado y pone su poder al servicio.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118,25–26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HOSANNA QUE ORA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«Señor, danos la salvación. Bendito el que viene.»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aclamación pide salvación: ¿seguirá siendo oración cuando cambie el ambiente?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Flp 2,6–8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AMOR QUE SE ABAJA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«Se despojó de sí mismo y se hizo obediente hasta la muerte.»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no se aferra al rango: convierte su libertad en entrega, sin justificar abuso ni violencia.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Tim 2,13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FIDELIDAD QUE PERMANECE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«Si somos infieles, él permanece fiel.»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Nuestra inconstancia no cancela el amor de Dios: su fidelidad sostiene conversión y regreso.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Realeza humilde  ·  oración sincera  ·  amor entregado  ·  fidelidad que sostiene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queda de mi seguimiento cuando desaparecen la emoción y el reconocimiento?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entusiasmo a una fidelidad concreta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«Hosanna»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une la aclamación con la fidelidad?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CONTRASTAR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«cuando seguir es fácil» / «cuando permanecer cuesta».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cambia en mí cuando ya no hay aprobación ni entusiasmo?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21,1–11 y tres escenas: Mt 26,36–46; 26,69–75; 27,45–54.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revela cada escena sobre Jesús y quienes le siguen?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elegir ante casos ficticios: aplauso, huida, fidelidad con límites o pedir ayuda.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es fidelidad y qué sería miedo, sumisión o daño?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PERMANECER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gesto silencioso de verdad, servicio, oración o apoyo. Compartir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fidelidad concreta puedo sostener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dramatizar la violencia ni glorificar sufrimiento, sumisión o aguante. Ser fiel puede exigir verdad, límites, distancia y protección. No forzar lecturas ni relatos; ante abuso, trauma o riesgo, priorizar seguridad y ayuda especializada.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2026-07-14T17:08:50.0410000Z</dcterms:created>
  <dcterms:modified xsi:type="dcterms:W3CDTF">2026-07-14T17:08:50.0410000Z</dcterms:modified>
</coreProperties>
</file>