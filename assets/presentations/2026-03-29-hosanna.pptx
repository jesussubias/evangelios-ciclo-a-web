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63808f84d4cc3" /><Relationship Type="http://schemas.openxmlformats.org/officeDocument/2006/relationships/extended-properties" Target="/docProps/app.xml" Id="R6f9a2bb93dec483e" /><Relationship Type="http://schemas.openxmlformats.org/officeDocument/2006/relationships/officeDocument" Target="/ppt/presentation.xml" Id="R00f604657241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0fb26483c4f62"/>
  </p:sldMasterIdLst>
  <p:notesMasterIdLst>
    <p:notesMasterId xmlns:r="http://schemas.openxmlformats.org/officeDocument/2006/relationships" r:id="Ra36ae287b9f04d6a"/>
  </p:notesMasterIdLst>
  <p:sldIdLst>
    <p:sldId xmlns:r="http://schemas.openxmlformats.org/officeDocument/2006/relationships" id="256" r:id="R0cc109f8dca940c8"/>
    <p:sldId xmlns:r="http://schemas.openxmlformats.org/officeDocument/2006/relationships" id="257" r:id="Re9fe549f078e4445"/>
    <p:sldId xmlns:r="http://schemas.openxmlformats.org/officeDocument/2006/relationships" id="258" r:id="R9f5a4c08018043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34b2bd5054eb8" /><Relationship Type="http://schemas.openxmlformats.org/officeDocument/2006/relationships/slideMaster" Target="/ppt/slideMasters/slideMaster1.xml" Id="Rec70fb26483c4f62" /><Relationship Type="http://schemas.openxmlformats.org/officeDocument/2006/relationships/notesMaster" Target="/ppt/notesMasters/notesMaster1.xml" Id="Ra36ae287b9f04d6a" /><Relationship Type="http://schemas.openxmlformats.org/officeDocument/2006/relationships/presProps" Target="/ppt/presProps.xml" Id="R058b47c226e34cf8" /><Relationship Type="http://schemas.openxmlformats.org/officeDocument/2006/relationships/viewProps" Target="/ppt/viewProps.xml" Id="R6928efb45cab41f9" /><Relationship Type="http://schemas.openxmlformats.org/officeDocument/2006/relationships/tableStyles" Target="/ppt/tableStyles.xml" Id="Rb34fe176bf5d4609" /><Relationship Type="http://schemas.openxmlformats.org/officeDocument/2006/relationships/slide" Target="/ppt/slides/slide1.xml" Id="R0cc109f8dca940c8" /><Relationship Type="http://schemas.openxmlformats.org/officeDocument/2006/relationships/slide" Target="/ppt/slides/slide2.xml" Id="Re9fe549f078e4445" /><Relationship Type="http://schemas.openxmlformats.org/officeDocument/2006/relationships/slide" Target="/ppt/slides/slide3.xml" Id="R9f5a4c080180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37e5ed311842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4c0fcccb2642fa" /><Relationship Type="http://schemas.openxmlformats.org/officeDocument/2006/relationships/notesMaster" Target="/ppt/notesMasters/notesMaster1.xml" Id="R2b184537223d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4ef2840e14f9f" /><Relationship Type="http://schemas.openxmlformats.org/officeDocument/2006/relationships/notesMaster" Target="/ppt/notesMasters/notesMaster1.xml" Id="R57d27db0cddf44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14c0f024e439c" /><Relationship Type="http://schemas.openxmlformats.org/officeDocument/2006/relationships/notesMaster" Target="/ppt/notesMasters/notesMaster1.xml" Id="R3c7aa66f0952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aclamar, descolocar, velar, elegir y permanecer. La entrada en Jerusalén no invalida el entusiasmo, pero muestra su fragilidad: Jesús recibe la aclamación sin construir su identidad sobre ella. Su realeza humilde no impone ni domina. En Getsemaní pide compañía; cuando llegan el miedo y el abandono, permanece fiel sin responder con violencia. Fidelidad no significa pasividad ni aguantar daño: puede exigir verdad, límites, distancia, protección y ayuda.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Zacarías presenta un rey humilde y desarmado; el Salmo 118 recuerda que hosanna es una petición de salvación, no solo una ovación; Filipenses muestra a Cristo que no se aferra al rango y convierte su libertad en entrega; 2 Timoteo sostiene que la fidelidad de Dios no depende de nuestra constancia. No usar la obediencia de Cristo para exigir sumisión a víctimas: ser fiel a Dios puede requerir oponerse a una autoridad abusiva y buscar protección.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Hosanna, copias de Mt 21,1–11 y de Mt 26,36–46; 26,69–75; 27,45–54, tarjetas, bolígrafos y casos ficticios. Se seleccionan escenas de la Pasión para cuidar el tiempo; el texto completo permanece como contexto litúrgico. Nadie debe leer en voz alta un fragmento difícil ni contar experiencias propias. Compartir y pasar son opciones válidas. No representar violencia ni convertir el dolor en prueba de fe. En los casos, distinguir fidelidad, miedo, sumisión y protección. Ante abuso, trauma o riesgo, priorizar seguridad y ayuda especializada. Cerrar con un gesto pequeño y verificable, sin recoger lo escrito.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3cebbcff645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adc99bafc4425d" /><Relationship Type="http://schemas.openxmlformats.org/officeDocument/2006/relationships/slideLayout" Target="/ppt/slideLayouts/slideLayout1.xml" Id="R2d4d701cfc1f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4d701cfc1f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f9cafa157437d" /><Relationship Type="http://schemas.openxmlformats.org/officeDocument/2006/relationships/image" Target="/ppt/media/image.png" Id="R3a4e360713a74eec" /><Relationship Type="http://schemas.openxmlformats.org/officeDocument/2006/relationships/notesSlide" Target="/ppt/notesSlides/notesSlide1.xml" Id="R147dcd6f7f66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2b4e9405943fe" /><Relationship Type="http://schemas.openxmlformats.org/officeDocument/2006/relationships/notesSlide" Target="/ppt/notesSlides/notesSlide2.xml" Id="R3b1d6779b39f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bb567f83642b3" /><Relationship Type="http://schemas.openxmlformats.org/officeDocument/2006/relationships/notesSlide" Target="/ppt/notesSlides/notesSlide3.xml" Id="R89f239e601a24f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360713a74e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HOSANNA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Del aplauso a la fidelidad que permanece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APLAUSO PASA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 AMOR PERMANECE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entra como rey humilde;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 amor no depende del aplauso.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ACLAMAR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ciudad recibe a Jesús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mantos y palmas.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entusiasmo puede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abrir el corazón.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DESCOLOCAR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Llega en un borrico,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sin imponer su poder.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realeza sirve;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domina.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VELAR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 Getsemaní pide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compañía y oración.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fidelidad empieza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quedándose despiertos.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Cuando llega el miedo,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discípulos huyen.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Seguir se vuelve opción,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ambiente.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no responde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odio con violencia.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amor permanece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hasta el extremo.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«Que este canto no muera cuando llegue el dolor»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realeza de Jesús no domina ni depende del aplauso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Zac 9,9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REY SIN DOMINAR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«Mira a tu rey, humilde y montado en un borrico.»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cumple la promesa sin exhibir fuerza: entra desarmado y pone su poder al servicio.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118,25–26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HOSANNA QUE ORA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«Señor, danos la salvación. Bendito el que viene.»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aclamación pide salvación: ¿seguirá siendo oración cuando cambie el ambiente?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Flp 2,6–8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QUE SE ABAJA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 despojó de sí mismo y se hizo obediente hasta la muerte.»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no se aferra al rango: convierte su libertad en entrega, sin justificar abuso ni violencia.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Tim 2,13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FIDELIDAD QUE PERMANECE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«Si somos infieles, él permanece fiel.»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Nuestra inconstancia no cancela el amor de Dios: su fidelidad sostiene conversión y regreso.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Realeza humilde  ·  oración sincera  ·  amor entregado  ·  fidelidad que sostiene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queda de mi seguimiento cuando desaparecen la emoción y el reconocimiento?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entusiasmo a una fidelidad concreta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«Hosanna»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une la aclamación con la fidelidad?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CONTRASTAR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«cuando seguir es fácil» / «cuando permanecer cuesta».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en mí cuando ya no hay aprobación ni entusiasmo?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21,1–11 y tres escenas: Mt 26,36–46; 26,69–75; 27,45–54.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revela cada escena sobre Jesús y quienes le siguen?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elegir ante casos ficticios: aplauso, huida, fidelidad con límites o pedir ayuda.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es fidelidad y qué sería miedo, sumisión o daño?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 silencioso de verdad, servicio, oración o apoyo.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fidelidad concreta puedo sostener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dramatizar la violencia ni glorificar sufrimiento, sumisión o aguante. Ser fiel puede exigir verdad, límites, distancia y protección. No forzar lecturas ni relatos; ante abuso, trauma o riesgo, priorizar seguridad y ayuda especializada.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2026-07-19T11:01:33.8040000Z</dcterms:created>
  <dcterms:modified xsi:type="dcterms:W3CDTF">2026-07-19T11:01:33.8040000Z</dcterms:modified>
</coreProperties>
</file>