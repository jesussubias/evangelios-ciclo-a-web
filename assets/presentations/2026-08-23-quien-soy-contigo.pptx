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8d64dbfd5f4c42" /><Relationship Type="http://schemas.openxmlformats.org/officeDocument/2006/relationships/extended-properties" Target="/docProps/app.xml" Id="R46654a3b023c4bce" /><Relationship Type="http://schemas.openxmlformats.org/officeDocument/2006/relationships/officeDocument" Target="/ppt/presentation.xml" Id="R197505d8834741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aabf50e3ce4446"/>
  </p:sldMasterIdLst>
  <p:notesMasterIdLst>
    <p:notesMasterId xmlns:r="http://schemas.openxmlformats.org/officeDocument/2006/relationships" r:id="R71d70963b57a4bcd"/>
  </p:notesMasterIdLst>
  <p:sldIdLst>
    <p:sldId xmlns:r="http://schemas.openxmlformats.org/officeDocument/2006/relationships" id="256" r:id="Rea1e4375ca4e48a4"/>
    <p:sldId xmlns:r="http://schemas.openxmlformats.org/officeDocument/2006/relationships" id="257" r:id="R51f376ec46b04b33"/>
    <p:sldId xmlns:r="http://schemas.openxmlformats.org/officeDocument/2006/relationships" id="258" r:id="Re76fb3715c3b49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93b11117804aff" /><Relationship Type="http://schemas.openxmlformats.org/officeDocument/2006/relationships/slideMaster" Target="/ppt/slideMasters/slideMaster1.xml" Id="R92aabf50e3ce4446" /><Relationship Type="http://schemas.openxmlformats.org/officeDocument/2006/relationships/notesMaster" Target="/ppt/notesMasters/notesMaster1.xml" Id="R71d70963b57a4bcd" /><Relationship Type="http://schemas.openxmlformats.org/officeDocument/2006/relationships/presProps" Target="/ppt/presProps.xml" Id="R927222b3b9e9477d" /><Relationship Type="http://schemas.openxmlformats.org/officeDocument/2006/relationships/viewProps" Target="/ppt/viewProps.xml" Id="R5eb0a30208f243af" /><Relationship Type="http://schemas.openxmlformats.org/officeDocument/2006/relationships/tableStyles" Target="/ppt/tableStyles.xml" Id="Rbf30c04c464c49bd" /><Relationship Type="http://schemas.openxmlformats.org/officeDocument/2006/relationships/slide" Target="/ppt/slides/slide1.xml" Id="Rea1e4375ca4e48a4" /><Relationship Type="http://schemas.openxmlformats.org/officeDocument/2006/relationships/slide" Target="/ppt/slides/slide2.xml" Id="R51f376ec46b04b33" /><Relationship Type="http://schemas.openxmlformats.org/officeDocument/2006/relationships/slide" Target="/ppt/slides/slide3.xml" Id="Re76fb3715c3b49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7be576385c41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e4faf13ae841dc" /><Relationship Type="http://schemas.openxmlformats.org/officeDocument/2006/relationships/notesMaster" Target="/ppt/notesMasters/notesMaster1.xml" Id="R537b1db175c64c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196b2fc9d84ba7" /><Relationship Type="http://schemas.openxmlformats.org/officeDocument/2006/relationships/notesMaster" Target="/ppt/notesMasters/notesMaster1.xml" Id="Re5f41cb44c6f4e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ec439e629c4d84" /><Relationship Type="http://schemas.openxmlformats.org/officeDocument/2006/relationships/notesMaster" Target="/ppt/notesMasters/notesMaster1.xml" Id="R9ad2ed4b3d7d4e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Jesús no busca una respuesta aprendida, sino una confesión personal. Al escuchar a Pedro, también le devuelve un nombre y una tarea. La identidad recibida no es un premio a la fuerza: se vuelve misión para sostener, edificar y abrir puertas.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«Quién soy contigo», aportada por el usuario el 17-08-2026; instrucciones de producción musical eliminadas.</a:t>
            </a:r>
          </a:p>
          <a:p xmlns:a="http://schemas.openxmlformats.org/drawingml/2006/main">
            <a:r>
              <a:t>- Reina-Valera 1909: Mt 16,13–20.</a:t>
            </a:r>
          </a:p>
          <a:p xmlns:a="http://schemas.openxmlformats.org/drawingml/2006/main">
            <a:r>
              <a:t>- Imagen de fondo generada con OpenAI para esta presentación; sin recurso web externo.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resonancias recorren una identidad acompañada, un nombre recibido y una puerta que se abre. El hilo común no es la autosuficiencia: Dios promete presencia, nombra, abre futuro y confía una misión que se construye con otros.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Reina-Valera 1909: Ex 3,11–12; Is 43,1; Jn 1,42; Ap 3,7–8.</a:t>
            </a:r>
          </a:p>
          <a:p xmlns:a="http://schemas.openxmlformats.org/drawingml/2006/main">
            <a:r>
              <a:t>- Letra de «Quién soy contigo», aportada por el usuario el 17-08-2026.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«Quién soy contigo», copias de Mt 16,13–20 y tarjetas opcionales. No usar «tú eres Pedro» para legitimar dominación, clericalismo, silenciamiento o exclusión. La autoridad cristiana se reconoce como servicio y necesita límites, protección, participación y rendición de cuentas. Recibir un nombre de Jesús no borra la historia, las fragilidades ni la necesidad de apoyo. Compartir y pasar son opciones válidas.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«Quién soy contigo», aportada por el usuario el 17-08-2026.</a:t>
            </a:r>
          </a:p>
          <a:p xmlns:a="http://schemas.openxmlformats.org/drawingml/2006/main">
            <a:r>
              <a:t>- Reina-Valera 1909: Mt 16,13–20.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f4bf38c1b48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d0250b60b94115" /><Relationship Type="http://schemas.openxmlformats.org/officeDocument/2006/relationships/slideLayout" Target="/ppt/slideLayouts/slideLayout1.xml" Id="Rca9fab3ea05343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9fab3ea05343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fcf0464174b60" /><Relationship Type="http://schemas.openxmlformats.org/officeDocument/2006/relationships/image" Target="/ppt/media/image.png" Id="Refa8d14ab5bf4ff1" /><Relationship Type="http://schemas.openxmlformats.org/officeDocument/2006/relationships/notesSlide" Target="/ppt/notesSlides/notesSlide1.xml" Id="R6b0286f104054f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7f4125b4b413e" /><Relationship Type="http://schemas.openxmlformats.org/officeDocument/2006/relationships/notesSlide" Target="/ppt/notesSlides/notesSlide2.xml" Id="Ra85bd65d41d546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57bd83f7e4c3b" /><Relationship Type="http://schemas.openxmlformats.org/officeDocument/2006/relationships/notesSlide" Target="/ppt/notesSlides/notesSlide3.xml" Id="R52d081a862344b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8d14ab5bf4ff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QUIÉN SOY CONTIGO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Confesar a Jesús y recibir una identidad para servir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 PREGUNTA REVELA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QUIÉN SOY CONTIGO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Pedro confiesa quién es Jesús y recibe un nombre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 se vuelve misión: sostener, abrir y servir.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DISTINGUIR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«¿Quién dice la gente?»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Escuchar voces sin vivir
de respuestas prestadas.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«Tú eres el Cristo».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toma la palabra
en primera persona.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RECIBIR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«Tú eres Pedro».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Jesús conoce el barro
y confía un nombre.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EDIFICAR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«Sobre esta piedra».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comunidad crece con
vínculos que sostienen.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ABRIR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«Te daré las llaves».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autoridad del Reino
abre y deja entrar.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«Tú dices mi nombre y digo que sí.»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acompaña, llama por el nombre y confía puertas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3,11–12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UNA IDENTIDAD ACOMPAÑADA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«Yo estaré contigo.»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Moisés pregunta quién es para la misión. Dios le responde: «Yo estaré contigo».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43,1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LLAMADO POR TU NOMBRE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«Te llamé por tu nombre; mío eres tú.»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nombra antes de que demostremos nada. Su pertenencia funda confianza y libertad.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Jn 1,42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 NOMBRE NUEVO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«Tú serás llamado Cefas.»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Jesús mira el barro de Simón y también la historia que puede construir con otros.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Ap 3,7–8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UNA PUERTA ABIERTA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«He puesto delante de ti una puerta abierta.»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llave de Cristo no protege privilegios: sirve a una puerta que nadie debería cerrar.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Presencia recibida · confesión personal · nombre nuevo · puerta abierta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nombre me da Jesús y qué puerta me confía abrir?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las respuestas prestadas a una identidad que se vuelve servicio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«Quién soy contigo»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me ayuda a recibir mi identidad sin demostrarla?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DISTINGUIR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la gente dice / yo repito / yo creo / yo pregunto.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respuesta sigue prestada y cuál empieza a ser mía?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16,13–20 y marcar voces, pregunta, nombre, piedra y llaves.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recibe Pedro y para qué se le confía?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 ficticio: una responsabilidad que puede abrir participación o volverse control.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servir con límites, cuentas claras y espacio para otros?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una confesión, un servicio, una puerta, una persona aliada y una fecha.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puerta ayudaré a abrir esta semana y con quién?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las llaves abren; la autoridad sirve con límites y rendición de cuentas.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2026-08-17T04:06:32.9820000Z</dcterms:created>
  <dcterms:modified xsi:type="dcterms:W3CDTF">2026-08-17T04:06:32.9820000Z</dcterms:modified>
</coreProperties>
</file>