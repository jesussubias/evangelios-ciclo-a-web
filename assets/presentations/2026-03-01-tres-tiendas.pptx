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e53dee343a7459a" /><Relationship Type="http://schemas.openxmlformats.org/officeDocument/2006/relationships/extended-properties" Target="/docProps/app.xml" Id="R590d8be9b7e54c16" /><Relationship Type="http://schemas.openxmlformats.org/officeDocument/2006/relationships/officeDocument" Target="/ppt/presentation.xml" Id="R43ef85aa71544f5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28ff602217540d9"/>
  </p:sldMasterIdLst>
  <p:notesMasterIdLst>
    <p:notesMasterId xmlns:r="http://schemas.openxmlformats.org/officeDocument/2006/relationships" r:id="R07303397c5a14cb5"/>
  </p:notesMasterIdLst>
  <p:sldIdLst>
    <p:sldId xmlns:r="http://schemas.openxmlformats.org/officeDocument/2006/relationships" id="256" r:id="R0bfccc0f68e34f56"/>
    <p:sldId xmlns:r="http://schemas.openxmlformats.org/officeDocument/2006/relationships" id="257" r:id="R4ba917efcd6a427b"/>
    <p:sldId xmlns:r="http://schemas.openxmlformats.org/officeDocument/2006/relationships" id="258" r:id="Rfa03e2a94b234c2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ae392c8fce24dec" /><Relationship Type="http://schemas.openxmlformats.org/officeDocument/2006/relationships/slideMaster" Target="/ppt/slideMasters/slideMaster1.xml" Id="R528ff602217540d9" /><Relationship Type="http://schemas.openxmlformats.org/officeDocument/2006/relationships/notesMaster" Target="/ppt/notesMasters/notesMaster1.xml" Id="R07303397c5a14cb5" /><Relationship Type="http://schemas.openxmlformats.org/officeDocument/2006/relationships/presProps" Target="/ppt/presProps.xml" Id="R6e88f493981c460c" /><Relationship Type="http://schemas.openxmlformats.org/officeDocument/2006/relationships/viewProps" Target="/ppt/viewProps.xml" Id="Reac9dedc70f0432b" /><Relationship Type="http://schemas.openxmlformats.org/officeDocument/2006/relationships/tableStyles" Target="/ppt/tableStyles.xml" Id="R72bf79700d0a4331" /><Relationship Type="http://schemas.openxmlformats.org/officeDocument/2006/relationships/slide" Target="/ppt/slides/slide1.xml" Id="R0bfccc0f68e34f56" /><Relationship Type="http://schemas.openxmlformats.org/officeDocument/2006/relationships/slide" Target="/ppt/slides/slide2.xml" Id="R4ba917efcd6a427b" /><Relationship Type="http://schemas.openxmlformats.org/officeDocument/2006/relationships/slide" Target="/ppt/slides/slide3.xml" Id="Rfa03e2a94b234c2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2542364a6f842f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02a857bf23640da" /><Relationship Type="http://schemas.openxmlformats.org/officeDocument/2006/relationships/notesMaster" Target="/ppt/notesMasters/notesMaster1.xml" Id="Rb43241e2e4a140f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cbd0dfa1dcc4894" /><Relationship Type="http://schemas.openxmlformats.org/officeDocument/2006/relationships/notesMaster" Target="/ppt/notesMasters/notesMaster1.xml" Id="R7e4a7d579e94425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393b1a699c546b3" /><Relationship Type="http://schemas.openxmlformats.org/officeDocument/2006/relationships/notesMaster" Target="/ppt/notesMasters/notesMaster1.xml" Id="Ra97cb93b80a840d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Idea central: la luz de la Transfiguración no es refugio; Jesús toca, levanta y baja con los discípulos.</a:t>
            </a:r>
          </a:p>
          <a:p xmlns:a="http://schemas.openxmlformats.org/drawingml/2006/main">
            <a:r>
              <a:t>Recorrer cinco movimientos: subir, mirar, escuchar, levantarse y bajar.</a:t>
            </a:r>
          </a:p>
          <a:p xmlns:a="http://schemas.openxmlformats.org/drawingml/2006/main">
            <a:r>
              <a:t>La fotografía representa Mt 17,7: exactamente Jesús y tres discípulos, con rostros diferenciados, escala natural, manos plausibles y miradas dirigidas a Jesús.</a:t>
            </a:r>
          </a:p>
          <a:p xmlns:a="http://schemas.openxmlformats.org/drawingml/2006/main">
            <a:r>
              <a:t>El texto crema permanece sobre una ladera oscura real; el contraste no depende de naranja ni de una banda opaca.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Éxodo ofrece la nube que abre espacio; Elías recuerda que Dios también llega en una voz suave.</a:t>
            </a:r>
          </a:p>
          <a:p xmlns:a="http://schemas.openxmlformats.org/drawingml/2006/main">
            <a:r>
              <a:t>El salmo acompaña el miedo y 2 Pedro convierte el recuerdo del monte en lámpara para un lugar oscuro.</a:t>
            </a:r>
          </a:p>
          <a:p xmlns:a="http://schemas.openxmlformats.org/drawingml/2006/main">
            <a:r>
              <a:t>Pregunta clave: qué luz recibida necesita convertirse ahora en un paso al bajar.</a:t>
            </a:r>
          </a:p>
          <a:p xmlns:a="http://schemas.openxmlformats.org/drawingml/2006/main">
            <a:r>
              <a:t>Evitar convertir una experiencia intensa, una autoridad o una frase religiosa en control sobre la conciencia ajena.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Materiales: audio de «Tres tiendas», tarjetas y bolígrafos.</a:t>
            </a:r>
          </a:p>
          <a:p xmlns:a="http://schemas.openxmlformats.org/drawingml/2006/main">
            <a:r>
              <a:t>La tarjeta es opcional y no se recoge. Los casos de discernimiento son ficticios.</a:t>
            </a:r>
          </a:p>
          <a:p xmlns:a="http://schemas.openxmlformats.org/drawingml/2006/main">
            <a:r>
              <a:t>Filtros sugeridos: escucha, realidad, cuidado y siguiente paso. No fabricar emociones ni forzar confidencias.</a:t>
            </a:r>
          </a:p>
          <a:p xmlns:a="http://schemas.openxmlformats.org/drawingml/2006/main">
            <a:r>
              <a:t>Cierre: una luz portátil para siete días con palabra, valle, paso y persona con quien revisarlo; compartir y pasar son opciones válidas.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e8833a9c0942f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b8370432d244f65" /><Relationship Type="http://schemas.openxmlformats.org/officeDocument/2006/relationships/slideLayout" Target="/ppt/slideLayouts/slideLayout1.xml" Id="R4d48d523b7e3413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d48d523b7e3413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2b2740d4ae4b62" /><Relationship Type="http://schemas.openxmlformats.org/officeDocument/2006/relationships/image" Target="/ppt/media/image.png" Id="Rf01bd65d4a314364" /><Relationship Type="http://schemas.openxmlformats.org/officeDocument/2006/relationships/notesSlide" Target="/ppt/notesSlides/notesSlide1.xml" Id="R062afbcc2722456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362fa607234858" /><Relationship Type="http://schemas.openxmlformats.org/officeDocument/2006/relationships/notesSlide" Target="/ppt/notesSlides/notesSlide2.xml" Id="Rf958c7330ef74f6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2dea600ea64db8" /><Relationship Type="http://schemas.openxmlformats.org/officeDocument/2006/relationships/notesSlide" Target="/ppt/notesSlides/notesSlide3.xml" Id="R5bbb42fe35dc41a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1bd65d4a314364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TRES TIENDAS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Bajar del monte con una luz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857250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028700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LA LUZ NO ES REFUGIO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ES FUERZA PARA BAJAR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Jesús nos toca y levanta;</a:t>
            </a:r>
          </a:p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la luz aprende a caminar.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SUBIR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toma a tres amigos: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crea silencio para mirar.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Apartarse no es huir: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es abrir espacio a la presencia.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MIRAR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Su rostro rompe la noche: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 gloria no niega la cruz.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luz permite atravesar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lo que aún no entendemos.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 nube devuelve el centro: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«Este es mi Hijo amado».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No se trata de retener: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se trata de escucharlo.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LEVANTARSE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El miedo los derriba;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se acerca y los toca.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fe no finge valentía: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recibe fuerza para ponerse en pie.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BAJAR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 escena termina bajando: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 cima no es el destino.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Una luz recibida se vuelve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paso, conversación y servicio.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«Levantaos, no temáis»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Dios abre espacio, hace escuchar, levanta del miedo y enciende una lámpara para el camino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Ex 24,12–18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NUBE QUE ABRE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«Moisés subió al monte, y la nube cubrió el monte.»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nube no ofrece control ni visión total: hace lugar a una presencia recibida con tiempo, atención y respeto.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1 Re 19,11–13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VOZ QUE CENTRA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«Después del fuego, el susurro de una brisa suave.»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Elías aprende que Dios no siempre coincide con lo espectacular. Escuchar afina el corazón sin invadirlo.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Sal 27,1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LUZ EN EL MIEDO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«El Señor es mi luz y mi salvación: ¿a quién temeré?»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luz bíblica no ridiculiza el miedo: ofrece orientación y compañía para volver a levantarse.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2 Pe 1,16–19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LÁMPARA PARA BAJAR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«Como una lámpara que brilla en un lugar oscuro.»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Pedro recuerda la voz del monte para sostener la atención mientras amanece el camino.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Retiro que abre  ·  escucha que centra  ·  toque que levanta  ·  luz para el valle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¿qué luz recibida necesita convertirse ahora en un paso al bajar?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 la cima que quisiéramos retener a la luz que aprende a caminar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00′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«Tres tiendas»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invita a quedarme y cuál me devuelve al camino?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08′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RECORDAR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Tarjeta: «luz recibida» / «tienda» / «valle que esperaba».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experiencia buena intenté retener en vez de dejar que me transformara?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20′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Mt 17,1–9 y marcar: subir, mirar, escuchar, caer, tocar y bajar.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¿Cómo conduce Jesús de la luz recibida al regreso cotidiano?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38′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DISCERNIR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Casos ficticios: aplicar escucha, realidad, cuidado y siguiente paso.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distingue una luz que evade de una luz que ayuda a vivir?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58′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BAJAR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Escribir una «luz portátil»: palabra, valle, paso y persona con quien revisarlo.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paso llevaré al valle durante los próximos siete días?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no fabricar emociones ni comparar la fe. «Dios me ha dicho» no autoriza imponer ni espiritualizar duelo, enfermedad o sufrimiento psíquico. La luz no sustituye protección ni ayuda profesional. Respetar silencio, límites y opción de pasar.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2026-07-15T21:49:18.7040000Z</dcterms:created>
  <dcterms:modified xsi:type="dcterms:W3CDTF">2026-07-15T21:49:18.7040000Z</dcterms:modified>
</coreProperties>
</file>