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27a2a5277425b" /><Relationship Type="http://schemas.openxmlformats.org/officeDocument/2006/relationships/extended-properties" Target="/docProps/app.xml" Id="Rf1d05e12294045b4" /><Relationship Type="http://schemas.openxmlformats.org/officeDocument/2006/relationships/officeDocument" Target="/ppt/presentation.xml" Id="R108c1620ff16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bd99064a244d3"/>
  </p:sldMasterIdLst>
  <p:notesMasterIdLst>
    <p:notesMasterId xmlns:r="http://schemas.openxmlformats.org/officeDocument/2006/relationships" r:id="Rbf67aea239004e0b"/>
  </p:notesMasterIdLst>
  <p:sldIdLst>
    <p:sldId xmlns:r="http://schemas.openxmlformats.org/officeDocument/2006/relationships" id="256" r:id="R81f4be3651744850"/>
    <p:sldId xmlns:r="http://schemas.openxmlformats.org/officeDocument/2006/relationships" id="257" r:id="R0e9aa03484364764"/>
    <p:sldId xmlns:r="http://schemas.openxmlformats.org/officeDocument/2006/relationships" id="258" r:id="Rd0ddf4a2195f4e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63cec3657e4fea" /><Relationship Type="http://schemas.openxmlformats.org/officeDocument/2006/relationships/slideMaster" Target="/ppt/slideMasters/slideMaster1.xml" Id="Rbcabd99064a244d3" /><Relationship Type="http://schemas.openxmlformats.org/officeDocument/2006/relationships/notesMaster" Target="/ppt/notesMasters/notesMaster1.xml" Id="Rbf67aea239004e0b" /><Relationship Type="http://schemas.openxmlformats.org/officeDocument/2006/relationships/presProps" Target="/ppt/presProps.xml" Id="R4fea2aef78d147bc" /><Relationship Type="http://schemas.openxmlformats.org/officeDocument/2006/relationships/viewProps" Target="/ppt/viewProps.xml" Id="Re17bf33f1a2c4880" /><Relationship Type="http://schemas.openxmlformats.org/officeDocument/2006/relationships/tableStyles" Target="/ppt/tableStyles.xml" Id="R072d20c8884f4443" /><Relationship Type="http://schemas.openxmlformats.org/officeDocument/2006/relationships/slide" Target="/ppt/slides/slide1.xml" Id="R81f4be3651744850" /><Relationship Type="http://schemas.openxmlformats.org/officeDocument/2006/relationships/slide" Target="/ppt/slides/slide2.xml" Id="R0e9aa03484364764" /><Relationship Type="http://schemas.openxmlformats.org/officeDocument/2006/relationships/slide" Target="/ppt/slides/slide3.xml" Id="Rd0ddf4a2195f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0c8b2a686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edef29ab24540" /><Relationship Type="http://schemas.openxmlformats.org/officeDocument/2006/relationships/notesMaster" Target="/ppt/notesMasters/notesMaster1.xml" Id="R85c2c8def3bf49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01a7bca61345ae" /><Relationship Type="http://schemas.openxmlformats.org/officeDocument/2006/relationships/notesMaster" Target="/ppt/notesMasters/notesMaster1.xml" Id="Rb9860db91696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0c0c96a56e425a" /><Relationship Type="http://schemas.openxmlformats.org/officeDocument/2006/relationships/notesMaster" Target="/ppt/notesMasters/notesMaster1.xml" Id="Rf33a8ac234ac4a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luz de la Transfiguración no es refugio; Jesús toca, levanta y baja con los discípulos.</a:t>
            </a:r>
          </a:p>
          <a:p xmlns:a="http://schemas.openxmlformats.org/drawingml/2006/main">
            <a:r>
              <a:t>Recorrer cinco movimientos: subir, mirar, escuchar, levantarse y bajar.</a:t>
            </a:r>
          </a:p>
          <a:p xmlns:a="http://schemas.openxmlformats.org/drawingml/2006/main">
            <a:r>
              <a:t>La fotografía representa Mt 17,7: exactamente Jesús y tres discípulos, con rostros diferenciados, escala natural, manos plausibles y miradas dirigidas a Jesús.</a:t>
            </a:r>
          </a:p>
          <a:p xmlns:a="http://schemas.openxmlformats.org/drawingml/2006/main">
            <a:r>
              <a:t>El texto crema permanece sobre una ladera oscura real; el contraste no depende de naranja ni de una banda opaca.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Éxodo ofrece la nube que abre espacio; Elías recuerda que Dios también llega en una voz suave.</a:t>
            </a:r>
          </a:p>
          <a:p xmlns:a="http://schemas.openxmlformats.org/drawingml/2006/main">
            <a:r>
              <a:t>El salmo acompaña el miedo y 2 Pedro convierte el recuerdo del monte en lámpara para un lugar oscuro.</a:t>
            </a:r>
          </a:p>
          <a:p xmlns:a="http://schemas.openxmlformats.org/drawingml/2006/main">
            <a:r>
              <a:t>Pregunta clave: qué luz recibida necesita convertirse ahora en un paso al bajar.</a:t>
            </a:r>
          </a:p>
          <a:p xmlns:a="http://schemas.openxmlformats.org/drawingml/2006/main">
            <a:r>
              <a:t>Evitar convertir una experiencia intensa, una autoridad o una frase religiosa en control sobre la conciencia ajena.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«Tres tiendas», tarjetas y bolígrafos.</a:t>
            </a:r>
          </a:p>
          <a:p xmlns:a="http://schemas.openxmlformats.org/drawingml/2006/main">
            <a:r>
              <a:t>La tarjeta es opcional y no se recoge. Los casos de discernimiento son ficticios.</a:t>
            </a:r>
          </a:p>
          <a:p xmlns:a="http://schemas.openxmlformats.org/drawingml/2006/main">
            <a:r>
              <a:t>Filtros sugeridos: escucha, realidad, cuidado y siguiente paso. No fabricar emociones ni forzar confidencias.</a:t>
            </a:r>
          </a:p>
          <a:p xmlns:a="http://schemas.openxmlformats.org/drawingml/2006/main">
            <a:r>
              <a:t>Cierre: una luz portátil para siete días con palabra, valle, paso y persona con quien revisarlo;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ca21bed0f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32904730e4e14" /><Relationship Type="http://schemas.openxmlformats.org/officeDocument/2006/relationships/slideLayout" Target="/ppt/slideLayouts/slideLayout1.xml" Id="R4a18f132ebc545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8f132ebc545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96555a4745d1" /><Relationship Type="http://schemas.openxmlformats.org/officeDocument/2006/relationships/image" Target="/ppt/media/image.png" Id="Rfdc34d410d2e48b6" /><Relationship Type="http://schemas.openxmlformats.org/officeDocument/2006/relationships/notesSlide" Target="/ppt/notesSlides/notesSlide1.xml" Id="Rf051285dd3fe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84b2d519e447c" /><Relationship Type="http://schemas.openxmlformats.org/officeDocument/2006/relationships/notesSlide" Target="/ppt/notesSlides/notesSlide2.xml" Id="R35f51e24dfaa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c6ccaca6b40f2" /><Relationship Type="http://schemas.openxmlformats.org/officeDocument/2006/relationships/notesSlide" Target="/ppt/notesSlides/notesSlide3.xml" Id="R4ed562b3867448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34d410d2e48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TRES TIENDAS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Bajar del monte con una luz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LUZ NO ES REFUGIO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 FUERZA PARA BAJAR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nos toca y levanta;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luz aprende a caminar.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SUBIR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toma a tres amigos: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crea silencio para mirar.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Apartarse no es huir: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 abrir espacio a la presencia.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 rostro rompe la noche: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gloria no niega la cruz.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luz permite atravesar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que aún no entendemos.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nube devuelve el centro: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«Este es mi Hijo amado».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se trata de retener: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 trata de escucharlo.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LEVANTARSE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miedo los derriba;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 acerca y los toca.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DCE3E3"/>
                </a:solidFill>
              </a:defRPr>
            </a:pPr>
            <a:r>
              <a:rPr sz="975" b="0">
                <a:solidFill>
                  <a:srgbClr val="DCE3E3"/>
                </a:solidFill>
              </a:rPr>
              <a:t>La fe no finge valentía:</a:t>
            </a:r>
          </a:p>
          <a:p xmlns:a="http://schemas.openxmlformats.org/drawingml/2006/main">
            <a:pPr>
              <a:buNone/>
              <a:defRPr sz="975" b="0">
                <a:solidFill>
                  <a:srgbClr val="DCE3E3"/>
                </a:solidFill>
              </a:defRPr>
            </a:pPr>
            <a:r>
              <a:rPr sz="975" b="0">
                <a:solidFill>
                  <a:srgbClr val="DCE3E3"/>
                </a:solidFill>
              </a:rPr>
              <a:t>recibe fuerza para ponerse en pie.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BAJAR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escena termina bajando: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cima no es el destino.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Una luz recibida se vuelve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paso, conversación y servicio.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«Levantaos, no temáis»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abre espacio, hace escuchar, levanta del miedo y enciende una lámpara para el camino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24,12–18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NUBE QUE ABRE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«Moisés subió al monte, y la nube cubrió el monte.»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nube no ofrece control ni visión total: hace lugar a una presencia recibida con tiempo, atención y respeto.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Re 19,11–13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VOZ QUE CENTRA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«Después del fuego, el susurro de una brisa suave.»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Elías aprende que Dios no siempre coincide con lo espectacular. Escuchar afina el corazón sin invadirlo.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27,1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LUZ EN EL MIEDO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Señor es mi luz y mi salvación: ¿a quién temeré?»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luz bíblica no ridiculiza el miedo: ofrece orientación y compañía para volver a levantarse.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Pe 1,16–19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LÁMPARA PARA BAJAR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«Como una lámpara que brilla en un lugar oscuro.»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Pedro recuerda la voz del monte para sostener la atención mientras amanece el camino.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Retiro que abre  ·  escucha que centra  ·  toque que levanta  ·  luz para el valle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luz recibida necesita convertirse ahora en un paso al bajar?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cima que quisiéramos retener a la luz que aprende a caminar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«Tres tiendas»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invita a quedarme y cuál me devuelve al camino?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RECORDAR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«luz recibida» / «tienda» / «valle que esperaba».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experiencia buena intenté retener en vez de dejar que me transformara?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17,1–9 y marcar: subir, mirar, escuchar, caer, tocar y bajar.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conduce Jesús de la luz recibida al regreso cotidiano?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escucha, realidad, cuidado y siguiente paso.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distingue una luz que evade de una luz que ayuda a vivir?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BAJAR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una «luz portátil»: palabra, valle, paso y persona con quien revisarlo.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llevaré al valle durante los próximos siete días?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fabricar emociones ni comparar la fe. «Dios me ha dicho» no autoriza imponer ni espiritualizar duelo, enfermedad o sufrimiento psíquico. La luz no sustituye protección ni ayuda profesional. Respetar silencio, límites y opción de pasar.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2026-07-19T11:30:17.0760000Z</dcterms:created>
  <dcterms:modified xsi:type="dcterms:W3CDTF">2026-07-19T11:30:17.0760000Z</dcterms:modified>
</coreProperties>
</file>