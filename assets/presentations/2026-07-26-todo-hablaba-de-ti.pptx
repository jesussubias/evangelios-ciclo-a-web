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0be509d3594859" /><Relationship Type="http://schemas.openxmlformats.org/officeDocument/2006/relationships/extended-properties" Target="/docProps/app.xml" Id="R113274d7636f41f8" /><Relationship Type="http://schemas.openxmlformats.org/officeDocument/2006/relationships/officeDocument" Target="/ppt/presentation.xml" Id="Ra158d2c485434201" /></Relationships>
</file>

<file path=ppt/presentation.xml><?xml version="1.0" encoding="utf-8"?>
<p:presentation xmlns:p="http://schemas.openxmlformats.org/presentationml/2006/main">
  <p:sldMasterIdLst>
    <p:sldMasterId xmlns:r="http://schemas.openxmlformats.org/officeDocument/2006/relationships" id="2147483648" r:id="R171612c3b4694a03"/>
  </p:sldMasterIdLst>
  <p:notesMasterIdLst>
    <p:notesMasterId xmlns:r="http://schemas.openxmlformats.org/officeDocument/2006/relationships" r:id="Rbf9b6f08dae54d03"/>
  </p:notesMasterIdLst>
  <p:sldIdLst>
    <p:sldId xmlns:r="http://schemas.openxmlformats.org/officeDocument/2006/relationships" id="256" r:id="Rb8b31c18e3b546cb"/>
    <p:sldId xmlns:r="http://schemas.openxmlformats.org/officeDocument/2006/relationships" id="257" r:id="Rbc4aa5e0f2934ecc"/>
    <p:sldId xmlns:r="http://schemas.openxmlformats.org/officeDocument/2006/relationships" id="258" r:id="Rd6ba32ceba3b45b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98d4ba150864e06" /><Relationship Type="http://schemas.openxmlformats.org/officeDocument/2006/relationships/slideMaster" Target="/ppt/slideMasters/slideMaster1.xml" Id="R171612c3b4694a03" /><Relationship Type="http://schemas.openxmlformats.org/officeDocument/2006/relationships/notesMaster" Target="/ppt/notesMasters/notesMaster1.xml" Id="Rbf9b6f08dae54d03" /><Relationship Type="http://schemas.openxmlformats.org/officeDocument/2006/relationships/presProps" Target="/ppt/presProps.xml" Id="Rbb9d43f6641641d4" /><Relationship Type="http://schemas.openxmlformats.org/officeDocument/2006/relationships/viewProps" Target="/ppt/viewProps.xml" Id="R61df953cc76e428b" /><Relationship Type="http://schemas.openxmlformats.org/officeDocument/2006/relationships/tableStyles" Target="/ppt/tableStyles.xml" Id="R574fa21c7cd5403c" /><Relationship Type="http://schemas.openxmlformats.org/officeDocument/2006/relationships/slide" Target="/ppt/slides/slide1.xml" Id="Rb8b31c18e3b546cb" /><Relationship Type="http://schemas.openxmlformats.org/officeDocument/2006/relationships/slide" Target="/ppt/slides/slide2.xml" Id="Rbc4aa5e0f2934ecc" /><Relationship Type="http://schemas.openxmlformats.org/officeDocument/2006/relationships/slide" Target="/ppt/slides/slide3.xml" Id="Rd6ba32ceba3b45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baca6ce7b34e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56621bfca54b56" /><Relationship Type="http://schemas.openxmlformats.org/officeDocument/2006/relationships/notesMaster" Target="/ppt/notesMasters/notesMaster1.xml" Id="Rb352c5ef2aec4d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477adcf5d44ea8" /><Relationship Type="http://schemas.openxmlformats.org/officeDocument/2006/relationships/notesMaster" Target="/ppt/notesMasters/notesMaster1.xml" Id="R75d6514f0a9645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7491a76e044545" /><Relationship Type="http://schemas.openxmlformats.org/officeDocument/2006/relationships/notesMaster" Target="/ppt/notesMasters/notesMaster1.xml" Id="R39206a29c13c4b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t>El mapa enlaza las tres parábolas y el cierre del escriba. Buscar mantiene abierto el deseo; descubrir reconoce una presencia que ya estaba cerca; releer permite mirar la historia con ojos nuevos sin negar el daño; valorar educa el deseo como la perla; elegir recoge la alegría del tesoro y el discernimiento de la red. Subrayar que el Reino no justifica heridas ni convierte todo lo ocurrido en voluntad de Dios.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t>Puede asignarse una resonancia a cada pareja. Génesis nombra la presencia no reconocida; Sabiduría educa el deseo y el valor; Emaús muestra una historia que se comprende al abrirse los ojos; Tesalonicenses impide una lectura ingenua: discernir significa conservar el bien sin llamar bueno al daño. Pedir siempre ejemplos opcionales y no interpretar la vida ajena.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a:t>Material: audio Todo hablaba de ti, copias de Mt 13,44-52, tarjetas y un caso ficticio por trío. Releer no significa afirmar que Dios quiso el daño ni convertir cada coincidencia en una señal. No pedir relatos íntimos ni tomar decisiones graves en la reunión. La expresión «venderlo todo» no justifica sacrificios dañinos, rupturas precipitadas ni abandono de responsabilidades. Compartir y pasar son opciones válidas; las decisiones importantes se contrastan con tiempo, comunidad y ayuda competente.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54c7e997c047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1a4a313c294578" /><Relationship Type="http://schemas.openxmlformats.org/officeDocument/2006/relationships/slideLayout" Target="/ppt/slideLayouts/slideLayout1.xml" Id="R6479f74415784f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79f74415784f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9a984a8d6b4314" /><Relationship Type="http://schemas.openxmlformats.org/officeDocument/2006/relationships/image" Target="/ppt/media/image.png" Id="R5de9d14c1a384dee" /><Relationship Type="http://schemas.openxmlformats.org/officeDocument/2006/relationships/notesSlide" Target="/ppt/notesSlides/notesSlide1.xml" Id="R0d295bd50dac48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4acb8339a44786" /><Relationship Type="http://schemas.openxmlformats.org/officeDocument/2006/relationships/notesSlide" Target="/ppt/notesSlides/notesSlide2.xml" Id="R5959c66c5f7548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b3c734e51b4d76" /><Relationship Type="http://schemas.openxmlformats.org/officeDocument/2006/relationships/notesSlide" Target="/ppt/notesSlides/notesSlide3.xml" Id="Rd1adbd53eaf646b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43" name="Imagen 41"/>
          <p:cNvPicPr>
            <a:picLocks xmlns:a="http://schemas.openxmlformats.org/drawingml/2006/main" noChangeAspect="1"/>
          </p:cNvPicPr>
          <p:nvPr/>
        </p:nvPicPr>
        <p:blipFill>
          <a:blip xmlns:r="http://schemas.openxmlformats.org/officeDocument/2006/relationships" xmlns:a="http://schemas.openxmlformats.org/drawingml/2006/main" r:embed="R5de9d14c1a384d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ángulo 1">
            <a:extLst xmlns:a="http://schemas.openxmlformats.org/drawingml/2006/main">
              <a:ext uri="{FF2B5EF4-FFF2-40B4-BE49-F238E27FC236}">
                <a16:creationId xmlns:a16="http://schemas.microsoft.com/office/drawing/2014/main" id="{B76F925A-853B-4B63-B630-E7E0361BA3FF}"/>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ln xmlns:a="http://schemas.openxmlformats.org/drawingml/2006/main" w="0">
            <a:noFill/>
          </a:ln>
        </p:spPr>
      </p:sp>
      <p:sp>
        <p:nvSpPr>
          <p:cNvPr id="3" name="Rectángulo 2">
            <a:extLst xmlns:a="http://schemas.openxmlformats.org/drawingml/2006/main">
              <a:ext uri="{FF2B5EF4-FFF2-40B4-BE49-F238E27FC236}">
                <a16:creationId xmlns:a16="http://schemas.microsoft.com/office/drawing/2014/main" id="{FB1C263C-5E91-44EE-907E-89FD02816680}"/>
              </a:ext>
            </a:extLst>
          </p:cNvPr>
          <p:cNvSpPr>
            <a:spLocks xmlns:a="http://schemas.openxmlformats.org/drawingml/2006/main" noGrp="1"/>
          </p:cNvSpPr>
          <p:nvPr/>
        </p:nvSpPr>
        <p:spPr>
          <a:xfrm xmlns:a="http://schemas.openxmlformats.org/drawingml/2006/main">
            <a:off x="0" y="4457700"/>
            <a:ext cx="12192000" cy="2400300"/>
          </a:xfrm>
          <a:prstGeom xmlns:a="http://schemas.openxmlformats.org/drawingml/2006/main" prst="rect">
            <a:avLst/>
          </a:prstGeom>
          <a:ln xmlns:a="http://schemas.openxmlformats.org/drawingml/2006/main" w="0">
            <a:noFill/>
          </a:ln>
        </p:spPr>
      </p:sp>
      <p:sp>
        <p:nvSpPr>
          <p:cNvPr id="4" name="Rectángulo 3">
            <a:extLst xmlns:a="http://schemas.openxmlformats.org/drawingml/2006/main">
              <a:ext uri="{FF2B5EF4-FFF2-40B4-BE49-F238E27FC236}">
                <a16:creationId xmlns:a16="http://schemas.microsoft.com/office/drawing/2014/main" id="{B76D6CD6-C65C-4094-B79C-E893F1944BC9}"/>
              </a:ext>
            </a:extLst>
          </p:cNvPr>
          <p:cNvSpPr>
            <a:spLocks xmlns:a="http://schemas.openxmlformats.org/drawingml/2006/main" noGrp="1"/>
          </p:cNvSpPr>
          <p:nvPr/>
        </p:nvSpPr>
        <p:spPr>
          <a:xfrm xmlns:a="http://schemas.openxmlformats.org/drawingml/2006/main">
            <a:off x="514350" y="2286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400" b="1">
                <a:solidFill>
                  <a:srgbClr val="FFFFFF"/>
                </a:solidFill>
              </a:defRPr>
            </a:pPr>
            <a:r>
              <a:rPr sz="2400" b="1">
                <a:solidFill>
                  <a:srgbClr val="FFFFFF"/>
                </a:solidFill>
              </a:rPr>
              <a:t>TODO HABLABA DE TI</a:t>
            </a:r>
          </a:p>
        </p:txBody>
      </p:sp>
      <p:sp>
        <p:nvSpPr>
          <p:cNvPr id="5" name="Rectángulo 4">
            <a:extLst xmlns:a="http://schemas.openxmlformats.org/drawingml/2006/main">
              <a:ext uri="{FF2B5EF4-FFF2-40B4-BE49-F238E27FC236}">
                <a16:creationId xmlns:a16="http://schemas.microsoft.com/office/drawing/2014/main" id="{5912B2F9-7ECB-4D03-9D83-96A67B67EAEA}"/>
              </a:ext>
            </a:extLst>
          </p:cNvPr>
          <p:cNvSpPr>
            <a:spLocks xmlns:a="http://schemas.openxmlformats.org/drawingml/2006/main" noGrp="1"/>
          </p:cNvSpPr>
          <p:nvPr/>
        </p:nvSpPr>
        <p:spPr>
          <a:xfrm xmlns:a="http://schemas.openxmlformats.org/drawingml/2006/main">
            <a:off x="533400" y="66675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0">
                <a:solidFill>
                  <a:srgbClr val="F5E7C3"/>
                </a:solidFill>
              </a:defRPr>
            </a:pPr>
            <a:r>
              <a:rPr sz="1275">
                <a:solidFill>
                  <a:srgbClr val="F5E7C3"/>
                </a:solidFill>
              </a:rPr>
              <a:t>Descubrir el Reino que ya estaba cerca</a:t>
            </a:r>
          </a:p>
        </p:txBody>
      </p:sp>
      <p:sp>
        <p:nvSpPr>
          <p:cNvPr id="6" name="Rectángulo: esquinas redondeadas 5">
            <a:extLst xmlns:a="http://schemas.openxmlformats.org/drawingml/2006/main">
              <a:ext uri="{FF2B5EF4-FFF2-40B4-BE49-F238E27FC236}">
                <a16:creationId xmlns:a16="http://schemas.microsoft.com/office/drawing/2014/main" id="{6BA613D3-A121-4C21-8A6A-26CE265C21D6}"/>
              </a:ext>
            </a:extLst>
          </p:cNvPr>
          <p:cNvSpPr>
            <a:spLocks xmlns:a="http://schemas.openxmlformats.org/drawingml/2006/main" noGrp="1"/>
          </p:cNvSpPr>
          <p:nvPr/>
        </p:nvSpPr>
        <p:spPr>
          <a:xfrm xmlns:a="http://schemas.openxmlformats.org/drawingml/2006/main">
            <a:off x="762000" y="1381125"/>
            <a:ext cx="4305300" cy="1581150"/>
          </a:xfrm>
          <a:prstGeom xmlns:a="http://schemas.openxmlformats.org/drawingml/2006/main" prst="roundRect">
            <a:avLst>
              <a:gd name="adj" fmla="val 7229"/>
            </a:avLst>
          </a:prstGeom>
          <a:ln xmlns:a="http://schemas.openxmlformats.org/drawingml/2006/main" w="9525">
            <a:solidFill>
              <a:srgbClr val="C7B379"/>
            </a:solidFill>
            <a:prstDash val="solid"/>
          </a:ln>
        </p:spPr>
      </p:sp>
      <p:sp>
        <p:nvSpPr>
          <p:cNvPr id="7" name="Rectángulo 6">
            <a:extLst xmlns:a="http://schemas.openxmlformats.org/drawingml/2006/main">
              <a:ext uri="{FF2B5EF4-FFF2-40B4-BE49-F238E27FC236}">
                <a16:creationId xmlns:a16="http://schemas.microsoft.com/office/drawing/2014/main" id="{D33900F7-2BFB-4C08-9991-E4DBC79CDB0C}"/>
              </a:ext>
            </a:extLst>
          </p:cNvPr>
          <p:cNvSpPr>
            <a:spLocks xmlns:a="http://schemas.openxmlformats.org/drawingml/2006/main" noGrp="1"/>
          </p:cNvSpPr>
          <p:nvPr/>
        </p:nvSpPr>
        <p:spPr>
          <a:xfrm xmlns:a="http://schemas.openxmlformats.org/drawingml/2006/main">
            <a:off x="1333500" y="1552575"/>
            <a:ext cx="3162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1875" b="1">
                <a:ln w="0">
                  <a:noFill/>
                  <a:prstDash val="solid"/>
                </a:ln>
                <a:solidFill>
                  <a:srgbClr val="F5E7C3"/>
                </a:solidFill>
              </a:defRPr>
            </a:pPr>
            <a:r>
              <a:rPr sz="1875">
                <a:ln w="0">
                  <a:noFill/>
                  <a:prstDash val="solid"/>
                </a:ln>
                <a:solidFill>
                  <a:srgbClr val="F5E7C3"/>
                </a:solidFill>
                <a:effectLst>
                  <a:outerShdw blurRad="38100" dist="19050" dir="2700000" algn="tl" rotWithShape="0">
                    <a:schemeClr val="dk1">
                      <a:alpha val="40000"/>
                    </a:schemeClr>
                  </a:outerShdw>
                </a:effectLst>
              </a:rPr>
              <a:t>EL TESORO CAMBIA</a:t>
            </a:r>
          </a:p>
          <a:p xmlns:a="http://schemas.openxmlformats.org/drawingml/2006/main">
            <a:pPr algn="ctr">
              <a:buNone/>
              <a:defRPr sz="1875" b="1">
                <a:ln w="0">
                  <a:noFill/>
                  <a:prstDash val="solid"/>
                </a:ln>
                <a:solidFill>
                  <a:srgbClr val="F5E7C3"/>
                </a:solidFill>
              </a:defRPr>
            </a:pPr>
            <a:r>
              <a:rPr sz="1875">
                <a:ln w="0">
                  <a:noFill/>
                  <a:prstDash val="solid"/>
                </a:ln>
                <a:solidFill>
                  <a:srgbClr val="F5E7C3"/>
                </a:solidFill>
                <a:effectLst>
                  <a:outerShdw blurRad="38100" dist="19050" dir="2700000" algn="tl" rotWithShape="0">
                    <a:schemeClr val="dk1">
                      <a:alpha val="40000"/>
                    </a:schemeClr>
                  </a:outerShdw>
                </a:effectLst>
              </a:rPr>
              <a:t>LA MANERA DE MIRAR</a:t>
            </a:r>
          </a:p>
        </p:txBody>
      </p:sp>
      <p:sp>
        <p:nvSpPr>
          <p:cNvPr id="8" name="Rectángulo 7">
            <a:extLst xmlns:a="http://schemas.openxmlformats.org/drawingml/2006/main">
              <a:ext uri="{FF2B5EF4-FFF2-40B4-BE49-F238E27FC236}">
                <a16:creationId xmlns:a16="http://schemas.microsoft.com/office/drawing/2014/main" id="{8F9A3AF1-988D-4987-A2AF-F5D5DBBF33B9}"/>
              </a:ext>
            </a:extLst>
          </p:cNvPr>
          <p:cNvSpPr>
            <a:spLocks xmlns:a="http://schemas.openxmlformats.org/drawingml/2006/main" noGrp="1"/>
          </p:cNvSpPr>
          <p:nvPr/>
        </p:nvSpPr>
        <p:spPr>
          <a:xfrm xmlns:a="http://schemas.openxmlformats.org/drawingml/2006/main">
            <a:off x="1123950" y="2200275"/>
            <a:ext cx="3848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0">
                <a:ln w="0">
                  <a:noFill/>
                  <a:prstDash val="solid"/>
                </a:ln>
                <a:solidFill>
                  <a:srgbClr val="FFFFFF"/>
                </a:solidFill>
              </a:defRPr>
            </a:pPr>
            <a:r>
              <a:rPr sz="1200">
                <a:ln w="0">
                  <a:noFill/>
                  <a:prstDash val="solid"/>
                </a:ln>
                <a:solidFill>
                  <a:srgbClr val="FFFFFF"/>
                </a:solidFill>
                <a:effectLst>
                  <a:outerShdw blurRad="38100" dist="19050" dir="2700000" algn="tl" rotWithShape="0">
                    <a:schemeClr val="dk1">
                      <a:alpha val="40000"/>
                    </a:schemeClr>
                  </a:outerShdw>
                </a:effectLst>
              </a:rPr>
              <a:t>El Reino no borra el camino recorrido:</a:t>
            </a:r>
          </a:p>
          <a:p xmlns:a="http://schemas.openxmlformats.org/drawingml/2006/main">
            <a:pPr>
              <a:buNone/>
              <a:defRPr sz="1200" b="0">
                <a:ln w="0">
                  <a:noFill/>
                  <a:prstDash val="solid"/>
                </a:ln>
                <a:solidFill>
                  <a:srgbClr val="FFFFFF"/>
                </a:solidFill>
              </a:defRPr>
            </a:pPr>
            <a:r>
              <a:rPr sz="1200">
                <a:ln w="0">
                  <a:noFill/>
                  <a:prstDash val="solid"/>
                </a:ln>
                <a:solidFill>
                  <a:srgbClr val="FFFFFF"/>
                </a:solidFill>
                <a:effectLst>
                  <a:outerShdw blurRad="38100" dist="19050" dir="2700000" algn="tl" rotWithShape="0">
                    <a:schemeClr val="dk1">
                      <a:alpha val="40000"/>
                    </a:schemeClr>
                  </a:outerShdw>
                </a:effectLst>
              </a:rPr>
              <a:t>abre los ojos para reconocer, discernir y elegir con alegría.</a:t>
            </a:r>
          </a:p>
        </p:txBody>
      </p:sp>
      <p:sp>
        <p:nvSpPr>
          <p:cNvPr id="9" name="Conector recto 8">
            <a:extLst xmlns:a="http://schemas.openxmlformats.org/drawingml/2006/main">
              <a:ext uri="{FF2B5EF4-FFF2-40B4-BE49-F238E27FC236}">
                <a16:creationId xmlns:a16="http://schemas.microsoft.com/office/drawing/2014/main" id="{766AD396-925D-4C92-B794-935B24E5E35D}"/>
              </a:ext>
            </a:extLst>
          </p:cNvPr>
          <p:cNvSpPr>
            <a:spLocks xmlns:a="http://schemas.openxmlformats.org/drawingml/2006/main" noGrp="1"/>
          </p:cNvSpPr>
          <p:nvPr/>
        </p:nvSpPr>
        <p:spPr>
          <a:xfrm xmlns:a="http://schemas.openxmlformats.org/drawingml/2006/main" flipV="1">
            <a:off x="676275" y="4600575"/>
            <a:ext cx="10753725" cy="47625"/>
          </a:xfrm>
          <a:prstGeom xmlns:a="http://schemas.openxmlformats.org/drawingml/2006/main" prst="line">
            <a:avLst/>
          </a:prstGeom>
          <a:noFill xmlns:a="http://schemas.openxmlformats.org/drawingml/2006/main"/>
          <a:ln xmlns:a="http://schemas.openxmlformats.org/drawingml/2006/main" w="19050">
            <a:solidFill>
              <a:srgbClr val="CDA64F"/>
            </a:solidFill>
            <a:prstDash val="solid"/>
          </a:ln>
        </p:spPr>
      </p:sp>
      <p:sp>
        <p:nvSpPr>
          <p:cNvPr id="10" name="Elipse 9">
            <a:extLst xmlns:a="http://schemas.openxmlformats.org/drawingml/2006/main">
              <a:ext uri="{FF2B5EF4-FFF2-40B4-BE49-F238E27FC236}">
                <a16:creationId xmlns:a16="http://schemas.microsoft.com/office/drawing/2014/main" id="{125F3B06-0623-45FC-A98E-F08D0AB8A03C}"/>
              </a:ext>
            </a:extLst>
          </p:cNvPr>
          <p:cNvSpPr>
            <a:spLocks xmlns:a="http://schemas.openxmlformats.org/drawingml/2006/main" noGrp="1"/>
          </p:cNvSpPr>
          <p:nvPr/>
        </p:nvSpPr>
        <p:spPr>
          <a:xfrm xmlns:a="http://schemas.openxmlformats.org/drawingml/2006/main">
            <a:off x="43815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1" name="Rectángulo 10">
            <a:extLst xmlns:a="http://schemas.openxmlformats.org/drawingml/2006/main">
              <a:ext uri="{FF2B5EF4-FFF2-40B4-BE49-F238E27FC236}">
                <a16:creationId xmlns:a16="http://schemas.microsoft.com/office/drawing/2014/main" id="{665761AE-B378-4760-9A4B-681322582544}"/>
              </a:ext>
            </a:extLst>
          </p:cNvPr>
          <p:cNvSpPr>
            <a:spLocks xmlns:a="http://schemas.openxmlformats.org/drawingml/2006/main" noGrp="1"/>
          </p:cNvSpPr>
          <p:nvPr/>
        </p:nvSpPr>
        <p:spPr>
          <a:xfrm xmlns:a="http://schemas.openxmlformats.org/drawingml/2006/main">
            <a:off x="43815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1</a:t>
            </a:r>
          </a:p>
        </p:txBody>
      </p:sp>
      <p:sp>
        <p:nvSpPr>
          <p:cNvPr id="12" name="Rectángulo 11">
            <a:extLst xmlns:a="http://schemas.openxmlformats.org/drawingml/2006/main">
              <a:ext uri="{FF2B5EF4-FFF2-40B4-BE49-F238E27FC236}">
                <a16:creationId xmlns:a16="http://schemas.microsoft.com/office/drawing/2014/main" id="{12613CD1-C39B-4AAF-BBCE-27BE81326D1D}"/>
              </a:ext>
            </a:extLst>
          </p:cNvPr>
          <p:cNvSpPr>
            <a:spLocks xmlns:a="http://schemas.openxmlformats.org/drawingml/2006/main" noGrp="1"/>
          </p:cNvSpPr>
          <p:nvPr/>
        </p:nvSpPr>
        <p:spPr>
          <a:xfrm xmlns:a="http://schemas.openxmlformats.org/drawingml/2006/main">
            <a:off x="42862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BUSCAR</a:t>
            </a:r>
          </a:p>
        </p:txBody>
      </p:sp>
      <p:sp>
        <p:nvSpPr>
          <p:cNvPr id="13" name="Rectángulo 12">
            <a:extLst xmlns:a="http://schemas.openxmlformats.org/drawingml/2006/main">
              <a:ext uri="{FF2B5EF4-FFF2-40B4-BE49-F238E27FC236}">
                <a16:creationId xmlns:a16="http://schemas.microsoft.com/office/drawing/2014/main" id="{73132C27-ABFD-4365-B43B-986B5714A5FA}"/>
              </a:ext>
            </a:extLst>
          </p:cNvPr>
          <p:cNvSpPr>
            <a:spLocks xmlns:a="http://schemas.openxmlformats.org/drawingml/2006/main" noGrp="1"/>
          </p:cNvSpPr>
          <p:nvPr/>
        </p:nvSpPr>
        <p:spPr>
          <a:xfrm xmlns:a="http://schemas.openxmlformats.org/drawingml/2006/main">
            <a:off x="42862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Preguntas, deseo, camino.</a:t>
            </a:r>
          </a:p>
        </p:txBody>
      </p:sp>
      <p:sp>
        <p:nvSpPr>
          <p:cNvPr id="14" name="Conector recto 13">
            <a:extLst xmlns:a="http://schemas.openxmlformats.org/drawingml/2006/main">
              <a:ext uri="{FF2B5EF4-FFF2-40B4-BE49-F238E27FC236}">
                <a16:creationId xmlns:a16="http://schemas.microsoft.com/office/drawing/2014/main" id="{743C9350-C4A1-4490-AD9D-DD5C3BAC772D}"/>
              </a:ext>
            </a:extLst>
          </p:cNvPr>
          <p:cNvSpPr>
            <a:spLocks xmlns:a="http://schemas.openxmlformats.org/drawingml/2006/main" noGrp="1"/>
          </p:cNvSpPr>
          <p:nvPr/>
        </p:nvSpPr>
        <p:spPr>
          <a:xfrm xmlns:a="http://schemas.openxmlformats.org/drawingml/2006/main">
            <a:off x="42862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15" name="Rectángulo 14">
            <a:extLst xmlns:a="http://schemas.openxmlformats.org/drawingml/2006/main">
              <a:ext uri="{FF2B5EF4-FFF2-40B4-BE49-F238E27FC236}">
                <a16:creationId xmlns:a16="http://schemas.microsoft.com/office/drawing/2014/main" id="{1D8BD664-2AAB-48D3-BBB2-62EFB4D7A226}"/>
              </a:ext>
            </a:extLst>
          </p:cNvPr>
          <p:cNvSpPr>
            <a:spLocks xmlns:a="http://schemas.openxmlformats.org/drawingml/2006/main" noGrp="1"/>
          </p:cNvSpPr>
          <p:nvPr/>
        </p:nvSpPr>
        <p:spPr>
          <a:xfrm xmlns:a="http://schemas.openxmlformats.org/drawingml/2006/main">
            <a:off x="42862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Buscar con honestidad mantiene abierto el corazón.</a:t>
            </a:r>
          </a:p>
        </p:txBody>
      </p:sp>
      <p:sp>
        <p:nvSpPr>
          <p:cNvPr id="16" name="Elipse 15">
            <a:extLst xmlns:a="http://schemas.openxmlformats.org/drawingml/2006/main">
              <a:ext uri="{FF2B5EF4-FFF2-40B4-BE49-F238E27FC236}">
                <a16:creationId xmlns:a16="http://schemas.microsoft.com/office/drawing/2014/main" id="{B66FFF91-9CA2-4037-A956-A2DE54CB47C7}"/>
              </a:ext>
            </a:extLst>
          </p:cNvPr>
          <p:cNvSpPr>
            <a:spLocks xmlns:a="http://schemas.openxmlformats.org/drawingml/2006/main" noGrp="1"/>
          </p:cNvSpPr>
          <p:nvPr/>
        </p:nvSpPr>
        <p:spPr>
          <a:xfrm xmlns:a="http://schemas.openxmlformats.org/drawingml/2006/main">
            <a:off x="2733675"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7" name="Rectángulo 16">
            <a:extLst xmlns:a="http://schemas.openxmlformats.org/drawingml/2006/main">
              <a:ext uri="{FF2B5EF4-FFF2-40B4-BE49-F238E27FC236}">
                <a16:creationId xmlns:a16="http://schemas.microsoft.com/office/drawing/2014/main" id="{3DE679FA-D2A8-430A-B3B4-C3932A72B274}"/>
              </a:ext>
            </a:extLst>
          </p:cNvPr>
          <p:cNvSpPr>
            <a:spLocks xmlns:a="http://schemas.openxmlformats.org/drawingml/2006/main" noGrp="1"/>
          </p:cNvSpPr>
          <p:nvPr/>
        </p:nvSpPr>
        <p:spPr>
          <a:xfrm xmlns:a="http://schemas.openxmlformats.org/drawingml/2006/main">
            <a:off x="2733675"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2</a:t>
            </a:r>
          </a:p>
        </p:txBody>
      </p:sp>
      <p:sp>
        <p:nvSpPr>
          <p:cNvPr id="18" name="Rectángulo 17">
            <a:extLst xmlns:a="http://schemas.openxmlformats.org/drawingml/2006/main">
              <a:ext uri="{FF2B5EF4-FFF2-40B4-BE49-F238E27FC236}">
                <a16:creationId xmlns:a16="http://schemas.microsoft.com/office/drawing/2014/main" id="{C6E15EEF-3684-4338-8BA0-DF2F682EFD08}"/>
              </a:ext>
            </a:extLst>
          </p:cNvPr>
          <p:cNvSpPr>
            <a:spLocks xmlns:a="http://schemas.openxmlformats.org/drawingml/2006/main" noGrp="1"/>
          </p:cNvSpPr>
          <p:nvPr/>
        </p:nvSpPr>
        <p:spPr>
          <a:xfrm xmlns:a="http://schemas.openxmlformats.org/drawingml/2006/main">
            <a:off x="2724150"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DESCUBRIR</a:t>
            </a:r>
          </a:p>
        </p:txBody>
      </p:sp>
      <p:sp>
        <p:nvSpPr>
          <p:cNvPr id="19" name="Rectángulo 18">
            <a:extLst xmlns:a="http://schemas.openxmlformats.org/drawingml/2006/main">
              <a:ext uri="{FF2B5EF4-FFF2-40B4-BE49-F238E27FC236}">
                <a16:creationId xmlns:a16="http://schemas.microsoft.com/office/drawing/2014/main" id="{C5A39A7D-9CD1-42F2-A7DB-5F0014AC231C}"/>
              </a:ext>
            </a:extLst>
          </p:cNvPr>
          <p:cNvSpPr>
            <a:spLocks xmlns:a="http://schemas.openxmlformats.org/drawingml/2006/main" noGrp="1"/>
          </p:cNvSpPr>
          <p:nvPr/>
        </p:nvSpPr>
        <p:spPr>
          <a:xfrm xmlns:a="http://schemas.openxmlformats.org/drawingml/2006/main">
            <a:off x="2724150"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El tesoro aparece en un campo conocido.</a:t>
            </a:r>
          </a:p>
        </p:txBody>
      </p:sp>
      <p:sp>
        <p:nvSpPr>
          <p:cNvPr id="20" name="Conector recto 19">
            <a:extLst xmlns:a="http://schemas.openxmlformats.org/drawingml/2006/main">
              <a:ext uri="{FF2B5EF4-FFF2-40B4-BE49-F238E27FC236}">
                <a16:creationId xmlns:a16="http://schemas.microsoft.com/office/drawing/2014/main" id="{C915E308-4F55-4006-BE35-D83ACB192400}"/>
              </a:ext>
            </a:extLst>
          </p:cNvPr>
          <p:cNvSpPr>
            <a:spLocks xmlns:a="http://schemas.openxmlformats.org/drawingml/2006/main" noGrp="1"/>
          </p:cNvSpPr>
          <p:nvPr/>
        </p:nvSpPr>
        <p:spPr>
          <a:xfrm xmlns:a="http://schemas.openxmlformats.org/drawingml/2006/main">
            <a:off x="2724150"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21" name="Rectángulo 20">
            <a:extLst xmlns:a="http://schemas.openxmlformats.org/drawingml/2006/main">
              <a:ext uri="{FF2B5EF4-FFF2-40B4-BE49-F238E27FC236}">
                <a16:creationId xmlns:a16="http://schemas.microsoft.com/office/drawing/2014/main" id="{CEE927DE-097C-47A0-8B22-8024ECD0F3DD}"/>
              </a:ext>
            </a:extLst>
          </p:cNvPr>
          <p:cNvSpPr>
            <a:spLocks xmlns:a="http://schemas.openxmlformats.org/drawingml/2006/main" noGrp="1"/>
          </p:cNvSpPr>
          <p:nvPr/>
        </p:nvSpPr>
        <p:spPr>
          <a:xfrm xmlns:a="http://schemas.openxmlformats.org/drawingml/2006/main">
            <a:off x="2724150"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Dios puede estar más cerca de lo que parecía.</a:t>
            </a:r>
          </a:p>
        </p:txBody>
      </p:sp>
      <p:sp>
        <p:nvSpPr>
          <p:cNvPr id="22" name="Elipse 21">
            <a:extLst xmlns:a="http://schemas.openxmlformats.org/drawingml/2006/main">
              <a:ext uri="{FF2B5EF4-FFF2-40B4-BE49-F238E27FC236}">
                <a16:creationId xmlns:a16="http://schemas.microsoft.com/office/drawing/2014/main" id="{26BBFF55-7514-457A-AE5C-C740E04E88B6}"/>
              </a:ext>
            </a:extLst>
          </p:cNvPr>
          <p:cNvSpPr>
            <a:spLocks xmlns:a="http://schemas.openxmlformats.org/drawingml/2006/main" noGrp="1"/>
          </p:cNvSpPr>
          <p:nvPr/>
        </p:nvSpPr>
        <p:spPr>
          <a:xfrm xmlns:a="http://schemas.openxmlformats.org/drawingml/2006/main">
            <a:off x="502920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3" name="Rectángulo 22">
            <a:extLst xmlns:a="http://schemas.openxmlformats.org/drawingml/2006/main">
              <a:ext uri="{FF2B5EF4-FFF2-40B4-BE49-F238E27FC236}">
                <a16:creationId xmlns:a16="http://schemas.microsoft.com/office/drawing/2014/main" id="{B5775468-8B8E-4ABF-B92E-67DADC5F8167}"/>
              </a:ext>
            </a:extLst>
          </p:cNvPr>
          <p:cNvSpPr>
            <a:spLocks xmlns:a="http://schemas.openxmlformats.org/drawingml/2006/main" noGrp="1"/>
          </p:cNvSpPr>
          <p:nvPr/>
        </p:nvSpPr>
        <p:spPr>
          <a:xfrm xmlns:a="http://schemas.openxmlformats.org/drawingml/2006/main">
            <a:off x="502920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3</a:t>
            </a:r>
          </a:p>
        </p:txBody>
      </p:sp>
      <p:sp>
        <p:nvSpPr>
          <p:cNvPr id="24" name="Rectángulo 23">
            <a:extLst xmlns:a="http://schemas.openxmlformats.org/drawingml/2006/main">
              <a:ext uri="{FF2B5EF4-FFF2-40B4-BE49-F238E27FC236}">
                <a16:creationId xmlns:a16="http://schemas.microsoft.com/office/drawing/2014/main" id="{D935F955-A505-483F-A10A-C7C65AD1F56D}"/>
              </a:ext>
            </a:extLst>
          </p:cNvPr>
          <p:cNvSpPr>
            <a:spLocks xmlns:a="http://schemas.openxmlformats.org/drawingml/2006/main" noGrp="1"/>
          </p:cNvSpPr>
          <p:nvPr/>
        </p:nvSpPr>
        <p:spPr>
          <a:xfrm xmlns:a="http://schemas.openxmlformats.org/drawingml/2006/main">
            <a:off x="501967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RELEER</a:t>
            </a:r>
          </a:p>
        </p:txBody>
      </p:sp>
      <p:sp>
        <p:nvSpPr>
          <p:cNvPr id="25" name="Rectángulo 24">
            <a:extLst xmlns:a="http://schemas.openxmlformats.org/drawingml/2006/main">
              <a:ext uri="{FF2B5EF4-FFF2-40B4-BE49-F238E27FC236}">
                <a16:creationId xmlns:a16="http://schemas.microsoft.com/office/drawing/2014/main" id="{B35129EB-3FA7-4669-BF9F-26DE8F4BD2F2}"/>
              </a:ext>
            </a:extLst>
          </p:cNvPr>
          <p:cNvSpPr>
            <a:spLocks xmlns:a="http://schemas.openxmlformats.org/drawingml/2006/main" noGrp="1"/>
          </p:cNvSpPr>
          <p:nvPr/>
        </p:nvSpPr>
        <p:spPr>
          <a:xfrm xmlns:a="http://schemas.openxmlformats.org/drawingml/2006/main">
            <a:off x="501967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Cambian los ojos, no las calles.</a:t>
            </a:r>
          </a:p>
        </p:txBody>
      </p:sp>
      <p:sp>
        <p:nvSpPr>
          <p:cNvPr id="26" name="Conector recto 25">
            <a:extLst xmlns:a="http://schemas.openxmlformats.org/drawingml/2006/main">
              <a:ext uri="{FF2B5EF4-FFF2-40B4-BE49-F238E27FC236}">
                <a16:creationId xmlns:a16="http://schemas.microsoft.com/office/drawing/2014/main" id="{7679B2FF-34E5-4D19-851E-EC869FF001DC}"/>
              </a:ext>
            </a:extLst>
          </p:cNvPr>
          <p:cNvSpPr>
            <a:spLocks xmlns:a="http://schemas.openxmlformats.org/drawingml/2006/main" noGrp="1"/>
          </p:cNvSpPr>
          <p:nvPr/>
        </p:nvSpPr>
        <p:spPr>
          <a:xfrm xmlns:a="http://schemas.openxmlformats.org/drawingml/2006/main">
            <a:off x="501967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27" name="Rectángulo 26">
            <a:extLst xmlns:a="http://schemas.openxmlformats.org/drawingml/2006/main">
              <a:ext uri="{FF2B5EF4-FFF2-40B4-BE49-F238E27FC236}">
                <a16:creationId xmlns:a16="http://schemas.microsoft.com/office/drawing/2014/main" id="{42D02D78-9FF2-44F5-B00A-5FE232E32BC7}"/>
              </a:ext>
            </a:extLst>
          </p:cNvPr>
          <p:cNvSpPr>
            <a:spLocks xmlns:a="http://schemas.openxmlformats.org/drawingml/2006/main" noGrp="1"/>
          </p:cNvSpPr>
          <p:nvPr/>
        </p:nvSpPr>
        <p:spPr>
          <a:xfrm xmlns:a="http://schemas.openxmlformats.org/drawingml/2006/main">
            <a:off x="501967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La fe reconoce compañía sin negar las heridas.</a:t>
            </a:r>
          </a:p>
        </p:txBody>
      </p:sp>
      <p:sp>
        <p:nvSpPr>
          <p:cNvPr id="28" name="Elipse 27">
            <a:extLst xmlns:a="http://schemas.openxmlformats.org/drawingml/2006/main">
              <a:ext uri="{FF2B5EF4-FFF2-40B4-BE49-F238E27FC236}">
                <a16:creationId xmlns:a16="http://schemas.microsoft.com/office/drawing/2014/main" id="{BE26EAC8-47A2-4607-BEFE-2460A2FFCF43}"/>
              </a:ext>
            </a:extLst>
          </p:cNvPr>
          <p:cNvSpPr>
            <a:spLocks xmlns:a="http://schemas.openxmlformats.org/drawingml/2006/main" noGrp="1"/>
          </p:cNvSpPr>
          <p:nvPr/>
        </p:nvSpPr>
        <p:spPr>
          <a:xfrm xmlns:a="http://schemas.openxmlformats.org/drawingml/2006/main">
            <a:off x="7324725"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9" name="Rectángulo 28">
            <a:extLst xmlns:a="http://schemas.openxmlformats.org/drawingml/2006/main">
              <a:ext uri="{FF2B5EF4-FFF2-40B4-BE49-F238E27FC236}">
                <a16:creationId xmlns:a16="http://schemas.microsoft.com/office/drawing/2014/main" id="{8B3C1128-2625-4751-800D-21D264F87A57}"/>
              </a:ext>
            </a:extLst>
          </p:cNvPr>
          <p:cNvSpPr>
            <a:spLocks xmlns:a="http://schemas.openxmlformats.org/drawingml/2006/main" noGrp="1"/>
          </p:cNvSpPr>
          <p:nvPr/>
        </p:nvSpPr>
        <p:spPr>
          <a:xfrm xmlns:a="http://schemas.openxmlformats.org/drawingml/2006/main">
            <a:off x="7324725"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4</a:t>
            </a:r>
          </a:p>
        </p:txBody>
      </p:sp>
      <p:sp>
        <p:nvSpPr>
          <p:cNvPr id="30" name="Rectángulo 29">
            <a:extLst xmlns:a="http://schemas.openxmlformats.org/drawingml/2006/main">
              <a:ext uri="{FF2B5EF4-FFF2-40B4-BE49-F238E27FC236}">
                <a16:creationId xmlns:a16="http://schemas.microsoft.com/office/drawing/2014/main" id="{02290257-ADD7-4E95-946B-FC1D86FB62AD}"/>
              </a:ext>
            </a:extLst>
          </p:cNvPr>
          <p:cNvSpPr>
            <a:spLocks xmlns:a="http://schemas.openxmlformats.org/drawingml/2006/main" noGrp="1"/>
          </p:cNvSpPr>
          <p:nvPr/>
        </p:nvSpPr>
        <p:spPr>
          <a:xfrm xmlns:a="http://schemas.openxmlformats.org/drawingml/2006/main">
            <a:off x="7315200"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VALORAR</a:t>
            </a:r>
          </a:p>
        </p:txBody>
      </p:sp>
      <p:sp>
        <p:nvSpPr>
          <p:cNvPr id="31" name="Rectángulo 30">
            <a:extLst xmlns:a="http://schemas.openxmlformats.org/drawingml/2006/main">
              <a:ext uri="{FF2B5EF4-FFF2-40B4-BE49-F238E27FC236}">
                <a16:creationId xmlns:a16="http://schemas.microsoft.com/office/drawing/2014/main" id="{B00D536D-D621-4236-AF48-F610F2F9BBC5}"/>
              </a:ext>
            </a:extLst>
          </p:cNvPr>
          <p:cNvSpPr>
            <a:spLocks xmlns:a="http://schemas.openxmlformats.org/drawingml/2006/main" noGrp="1"/>
          </p:cNvSpPr>
          <p:nvPr/>
        </p:nvSpPr>
        <p:spPr>
          <a:xfrm xmlns:a="http://schemas.openxmlformats.org/drawingml/2006/main">
            <a:off x="7315200"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La perla educa el deseo.</a:t>
            </a:r>
          </a:p>
        </p:txBody>
      </p:sp>
      <p:sp>
        <p:nvSpPr>
          <p:cNvPr id="32" name="Conector recto 31">
            <a:extLst xmlns:a="http://schemas.openxmlformats.org/drawingml/2006/main">
              <a:ext uri="{FF2B5EF4-FFF2-40B4-BE49-F238E27FC236}">
                <a16:creationId xmlns:a16="http://schemas.microsoft.com/office/drawing/2014/main" id="{8C8B5876-7F3F-4B03-90C7-DD63DB089F0D}"/>
              </a:ext>
            </a:extLst>
          </p:cNvPr>
          <p:cNvSpPr>
            <a:spLocks xmlns:a="http://schemas.openxmlformats.org/drawingml/2006/main" noGrp="1"/>
          </p:cNvSpPr>
          <p:nvPr/>
        </p:nvSpPr>
        <p:spPr>
          <a:xfrm xmlns:a="http://schemas.openxmlformats.org/drawingml/2006/main">
            <a:off x="7315200"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33" name="Rectángulo 32">
            <a:extLst xmlns:a="http://schemas.openxmlformats.org/drawingml/2006/main">
              <a:ext uri="{FF2B5EF4-FFF2-40B4-BE49-F238E27FC236}">
                <a16:creationId xmlns:a16="http://schemas.microsoft.com/office/drawing/2014/main" id="{F935BB92-EC79-495F-BBBD-30B0F3EAC7D9}"/>
              </a:ext>
            </a:extLst>
          </p:cNvPr>
          <p:cNvSpPr>
            <a:spLocks xmlns:a="http://schemas.openxmlformats.org/drawingml/2006/main" noGrp="1"/>
          </p:cNvSpPr>
          <p:nvPr/>
        </p:nvSpPr>
        <p:spPr>
          <a:xfrm xmlns:a="http://schemas.openxmlformats.org/drawingml/2006/main">
            <a:off x="7315200"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Lo esencial vale más que el brillo que dispersa.</a:t>
            </a:r>
          </a:p>
        </p:txBody>
      </p:sp>
      <p:sp>
        <p:nvSpPr>
          <p:cNvPr id="34" name="Elipse 33">
            <a:extLst xmlns:a="http://schemas.openxmlformats.org/drawingml/2006/main">
              <a:ext uri="{FF2B5EF4-FFF2-40B4-BE49-F238E27FC236}">
                <a16:creationId xmlns:a16="http://schemas.microsoft.com/office/drawing/2014/main" id="{2FF2A9B7-688D-4C1E-AE74-25F236D3F30C}"/>
              </a:ext>
            </a:extLst>
          </p:cNvPr>
          <p:cNvSpPr>
            <a:spLocks xmlns:a="http://schemas.openxmlformats.org/drawingml/2006/main" noGrp="1"/>
          </p:cNvSpPr>
          <p:nvPr/>
        </p:nvSpPr>
        <p:spPr>
          <a:xfrm xmlns:a="http://schemas.openxmlformats.org/drawingml/2006/main">
            <a:off x="9620250" y="4486275"/>
            <a:ext cx="228600" cy="22860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35" name="Rectángulo 34">
            <a:extLst xmlns:a="http://schemas.openxmlformats.org/drawingml/2006/main">
              <a:ext uri="{FF2B5EF4-FFF2-40B4-BE49-F238E27FC236}">
                <a16:creationId xmlns:a16="http://schemas.microsoft.com/office/drawing/2014/main" id="{731CFFEA-8755-4D80-99D5-85B69C56CDDD}"/>
              </a:ext>
            </a:extLst>
          </p:cNvPr>
          <p:cNvSpPr>
            <a:spLocks xmlns:a="http://schemas.openxmlformats.org/drawingml/2006/main" noGrp="1"/>
          </p:cNvSpPr>
          <p:nvPr/>
        </p:nvSpPr>
        <p:spPr>
          <a:xfrm xmlns:a="http://schemas.openxmlformats.org/drawingml/2006/main">
            <a:off x="9620250" y="4495800"/>
            <a:ext cx="228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750" b="1">
                <a:solidFill>
                  <a:srgbClr val="07151F"/>
                </a:solidFill>
              </a:defRPr>
            </a:pPr>
            <a:r>
              <a:rPr sz="750" b="1">
                <a:solidFill>
                  <a:srgbClr val="07151F"/>
                </a:solidFill>
              </a:rPr>
              <a:t>5</a:t>
            </a:r>
          </a:p>
        </p:txBody>
      </p:sp>
      <p:sp>
        <p:nvSpPr>
          <p:cNvPr id="36" name="Rectángulo 35">
            <a:extLst xmlns:a="http://schemas.openxmlformats.org/drawingml/2006/main">
              <a:ext uri="{FF2B5EF4-FFF2-40B4-BE49-F238E27FC236}">
                <a16:creationId xmlns:a16="http://schemas.microsoft.com/office/drawing/2014/main" id="{E4B35737-4FF5-4FFB-B35C-BF0791C43AD1}"/>
              </a:ext>
            </a:extLst>
          </p:cNvPr>
          <p:cNvSpPr>
            <a:spLocks xmlns:a="http://schemas.openxmlformats.org/drawingml/2006/main" noGrp="1"/>
          </p:cNvSpPr>
          <p:nvPr/>
        </p:nvSpPr>
        <p:spPr>
          <a:xfrm xmlns:a="http://schemas.openxmlformats.org/drawingml/2006/main">
            <a:off x="9610725" y="4686300"/>
            <a:ext cx="21240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D9A441"/>
                </a:solidFill>
              </a:defRPr>
            </a:pPr>
            <a:r>
              <a:rPr sz="1200" b="1">
                <a:solidFill>
                  <a:srgbClr val="D9A441"/>
                </a:solidFill>
              </a:rPr>
              <a:t>ELEGIR</a:t>
            </a:r>
          </a:p>
        </p:txBody>
      </p:sp>
      <p:sp>
        <p:nvSpPr>
          <p:cNvPr id="37" name="Rectángulo 36">
            <a:extLst xmlns:a="http://schemas.openxmlformats.org/drawingml/2006/main">
              <a:ext uri="{FF2B5EF4-FFF2-40B4-BE49-F238E27FC236}">
                <a16:creationId xmlns:a16="http://schemas.microsoft.com/office/drawing/2014/main" id="{D3C05DC6-EEF3-47D1-8D15-FD1B08633B3F}"/>
              </a:ext>
            </a:extLst>
          </p:cNvPr>
          <p:cNvSpPr>
            <a:spLocks xmlns:a="http://schemas.openxmlformats.org/drawingml/2006/main" noGrp="1"/>
          </p:cNvSpPr>
          <p:nvPr/>
        </p:nvSpPr>
        <p:spPr>
          <a:xfrm xmlns:a="http://schemas.openxmlformats.org/drawingml/2006/main">
            <a:off x="9610725" y="4981575"/>
            <a:ext cx="2124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La alegría reordena prioridades.</a:t>
            </a:r>
          </a:p>
        </p:txBody>
      </p:sp>
      <p:sp>
        <p:nvSpPr>
          <p:cNvPr id="38" name="Conector recto 37">
            <a:extLst xmlns:a="http://schemas.openxmlformats.org/drawingml/2006/main">
              <a:ext uri="{FF2B5EF4-FFF2-40B4-BE49-F238E27FC236}">
                <a16:creationId xmlns:a16="http://schemas.microsoft.com/office/drawing/2014/main" id="{3579FD05-578B-414A-A46E-83F30DAF291E}"/>
              </a:ext>
            </a:extLst>
          </p:cNvPr>
          <p:cNvSpPr>
            <a:spLocks xmlns:a="http://schemas.openxmlformats.org/drawingml/2006/main" noGrp="1"/>
          </p:cNvSpPr>
          <p:nvPr/>
        </p:nvSpPr>
        <p:spPr>
          <a:xfrm xmlns:a="http://schemas.openxmlformats.org/drawingml/2006/main">
            <a:off x="9610725" y="5505450"/>
            <a:ext cx="2009775" cy="9525"/>
          </a:xfrm>
          <a:prstGeom xmlns:a="http://schemas.openxmlformats.org/drawingml/2006/main" prst="line">
            <a:avLst/>
          </a:prstGeom>
          <a:noFill xmlns:a="http://schemas.openxmlformats.org/drawingml/2006/main"/>
          <a:ln xmlns:a="http://schemas.openxmlformats.org/drawingml/2006/main" w="9525">
            <a:solidFill>
              <a:srgbClr val="6E858D"/>
            </a:solidFill>
            <a:prstDash val="solid"/>
          </a:ln>
        </p:spPr>
      </p:sp>
      <p:sp>
        <p:nvSpPr>
          <p:cNvPr id="39" name="Rectángulo 38">
            <a:extLst xmlns:a="http://schemas.openxmlformats.org/drawingml/2006/main">
              <a:ext uri="{FF2B5EF4-FFF2-40B4-BE49-F238E27FC236}">
                <a16:creationId xmlns:a16="http://schemas.microsoft.com/office/drawing/2014/main" id="{C276F3AF-1F6D-406C-A755-D267075D4397}"/>
              </a:ext>
            </a:extLst>
          </p:cNvPr>
          <p:cNvSpPr>
            <a:spLocks xmlns:a="http://schemas.openxmlformats.org/drawingml/2006/main" noGrp="1"/>
          </p:cNvSpPr>
          <p:nvPr/>
        </p:nvSpPr>
        <p:spPr>
          <a:xfrm xmlns:a="http://schemas.openxmlformats.org/drawingml/2006/main">
            <a:off x="9610725" y="5572125"/>
            <a:ext cx="2124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0">
                <a:solidFill>
                  <a:srgbClr val="DCE3E3"/>
                </a:solidFill>
              </a:defRPr>
            </a:pPr>
            <a:r>
              <a:rPr sz="1050" b="0">
                <a:solidFill>
                  <a:srgbClr val="DCE3E3"/>
                </a:solidFill>
              </a:rPr>
              <a:t>La red ayuda a conservar lo que da vida.</a:t>
            </a:r>
          </a:p>
        </p:txBody>
      </p:sp>
      <p:sp>
        <p:nvSpPr>
          <p:cNvPr id="40" name="Rectángulo 39">
            <a:extLst xmlns:a="http://schemas.openxmlformats.org/drawingml/2006/main">
              <a:ext uri="{FF2B5EF4-FFF2-40B4-BE49-F238E27FC236}">
                <a16:creationId xmlns:a16="http://schemas.microsoft.com/office/drawing/2014/main" id="{BBFA0AF3-1233-4EED-9907-CF97B9DDE100}"/>
              </a:ext>
            </a:extLst>
          </p:cNvPr>
          <p:cNvSpPr>
            <a:spLocks xmlns:a="http://schemas.openxmlformats.org/drawingml/2006/main" noGrp="1"/>
          </p:cNvSpPr>
          <p:nvPr/>
        </p:nvSpPr>
        <p:spPr>
          <a:xfrm xmlns:a="http://schemas.openxmlformats.org/drawingml/2006/main">
            <a:off x="7239000" y="409575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«No cambiaste mi historia; cambiaste mi manera de leer.»</a:t>
            </a:r>
          </a:p>
        </p:txBody>
      </p:sp>
      <p:sp>
        <p:nvSpPr>
          <p:cNvPr id="41" name="Rectángulo 40">
            <a:extLst xmlns:a="http://schemas.openxmlformats.org/drawingml/2006/main">
              <a:ext uri="{FF2B5EF4-FFF2-40B4-BE49-F238E27FC236}">
                <a16:creationId xmlns:a16="http://schemas.microsoft.com/office/drawing/2014/main" id="{F331B9A7-E894-478D-B98F-65FC4F15579D}"/>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01</a:t>
            </a:r>
          </a:p>
        </p:txBody>
      </p:sp>
    </p:spTree>
    <p:extLst>
      <p:ext uri="{BB962C8B-B14F-4D97-AF65-F5344CB8AC3E}">
        <p14:creationId xmlns:p14="http://schemas.microsoft.com/office/powerpoint/2010/main" val="1115045511"/>
      </p:ext>
    </p:extLst>
  </p:cSld>
</p:sld>
</file>

<file path=ppt/slides/slide2.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40" name="Rectángulo 39">
            <a:extLst xmlns:a="http://schemas.openxmlformats.org/drawingml/2006/main">
              <a:ext uri="{FF2B5EF4-FFF2-40B4-BE49-F238E27FC236}">
                <a16:creationId xmlns:a16="http://schemas.microsoft.com/office/drawing/2014/main" id="{72F37E03-C2AE-4457-92CB-8FFA9A737EB8}"/>
              </a:ext>
            </a:extLst>
          </p:cNvPr>
          <p:cNvSpPr>
            <a:spLocks xmlns:a="http://schemas.openxmlformats.org/drawingml/2006/main" noGrp="1"/>
          </p:cNvSpPr>
          <p:nvPr/>
        </p:nvSpPr>
        <p:spPr>
          <a:xfrm xmlns:a="http://schemas.openxmlformats.org/drawingml/2006/main">
            <a:off x="514350" y="2667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250" b="1">
                <a:solidFill>
                  <a:srgbClr val="07151F"/>
                </a:solidFill>
              </a:defRPr>
            </a:pPr>
            <a:r>
              <a:rPr sz="2250" b="1">
                <a:solidFill>
                  <a:srgbClr val="07151F"/>
                </a:solidFill>
              </a:rPr>
              <a:t>CUATRO RESONANCIAS BÍBLICAS</a:t>
            </a:r>
          </a:p>
        </p:txBody>
      </p:sp>
      <p:sp>
        <p:nvSpPr>
          <p:cNvPr id="2" name="Rectángulo 1">
            <a:extLst xmlns:a="http://schemas.openxmlformats.org/drawingml/2006/main">
              <a:ext uri="{FF2B5EF4-FFF2-40B4-BE49-F238E27FC236}">
                <a16:creationId xmlns:a16="http://schemas.microsoft.com/office/drawing/2014/main" id="{A32D06E0-C229-427F-A845-5B0388C551EF}"/>
              </a:ext>
            </a:extLst>
          </p:cNvPr>
          <p:cNvSpPr>
            <a:spLocks xmlns:a="http://schemas.openxmlformats.org/drawingml/2006/main" noGrp="1"/>
          </p:cNvSpPr>
          <p:nvPr/>
        </p:nvSpPr>
        <p:spPr>
          <a:xfrm xmlns:a="http://schemas.openxmlformats.org/drawingml/2006/main">
            <a:off x="533400" y="6858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0">
                <a:solidFill>
                  <a:srgbClr val="4D646B"/>
                </a:solidFill>
              </a:defRPr>
            </a:pPr>
            <a:r>
              <a:rPr sz="1200" b="0">
                <a:solidFill>
                  <a:srgbClr val="4D646B"/>
                </a:solidFill>
              </a:rPr>
              <a:t>La canción relee el tesoro, la perla y la red desde cuatro ángulos</a:t>
            </a:r>
          </a:p>
        </p:txBody>
      </p:sp>
      <p:sp>
        <p:nvSpPr>
          <p:cNvPr id="3" name="Conector recto 2">
            <a:extLst xmlns:a="http://schemas.openxmlformats.org/drawingml/2006/main">
              <a:ext uri="{FF2B5EF4-FFF2-40B4-BE49-F238E27FC236}">
                <a16:creationId xmlns:a16="http://schemas.microsoft.com/office/drawing/2014/main" id="{011AFFC2-C892-49BF-B5B8-38CA089B6987}"/>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4" name="Rectángulo: esquinas redondeadas 3">
            <a:extLst xmlns:a="http://schemas.openxmlformats.org/drawingml/2006/main">
              <a:ext uri="{FF2B5EF4-FFF2-40B4-BE49-F238E27FC236}">
                <a16:creationId xmlns:a16="http://schemas.microsoft.com/office/drawing/2014/main" id="{ED4C0F0B-03BD-4136-B8C9-08B2D21A40B5}"/>
              </a:ext>
            </a:extLst>
          </p:cNvPr>
          <p:cNvSpPr>
            <a:spLocks xmlns:a="http://schemas.openxmlformats.org/drawingml/2006/main" noGrp="1"/>
          </p:cNvSpPr>
          <p:nvPr/>
        </p:nvSpPr>
        <p:spPr>
          <a:xfrm xmlns:a="http://schemas.openxmlformats.org/drawingml/2006/main">
            <a:off x="533400" y="1381125"/>
            <a:ext cx="2533650" cy="3905250"/>
          </a:xfrm>
          <a:prstGeom xmlns:a="http://schemas.openxmlformats.org/drawingml/2006/main" prst="roundRect">
            <a:avLst>
              <a:gd name="adj" fmla="val 4511"/>
            </a:avLst>
          </a:prstGeom>
          <a:solidFill xmlns:a="http://schemas.openxmlformats.org/drawingml/2006/main">
            <a:srgbClr val="0D2A38"/>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Rectángulo 4">
            <a:extLst xmlns:a="http://schemas.openxmlformats.org/drawingml/2006/main">
              <a:ext uri="{FF2B5EF4-FFF2-40B4-BE49-F238E27FC236}">
                <a16:creationId xmlns:a16="http://schemas.microsoft.com/office/drawing/2014/main" id="{4E9E5A45-0DB9-40E5-9BE5-787146AD3254}"/>
              </a:ext>
            </a:extLst>
          </p:cNvPr>
          <p:cNvSpPr>
            <a:spLocks xmlns:a="http://schemas.openxmlformats.org/drawingml/2006/main" noGrp="1"/>
          </p:cNvSpPr>
          <p:nvPr/>
        </p:nvSpPr>
        <p:spPr>
          <a:xfrm xmlns:a="http://schemas.openxmlformats.org/drawingml/2006/main">
            <a:off x="72390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01</a:t>
            </a:r>
          </a:p>
        </p:txBody>
      </p:sp>
      <p:sp>
        <p:nvSpPr>
          <p:cNvPr id="6" name="Rectángulo 5">
            <a:extLst xmlns:a="http://schemas.openxmlformats.org/drawingml/2006/main">
              <a:ext uri="{FF2B5EF4-FFF2-40B4-BE49-F238E27FC236}">
                <a16:creationId xmlns:a16="http://schemas.microsoft.com/office/drawing/2014/main" id="{E40C7DFE-33ED-454A-AB51-137E5FDD06E2}"/>
              </a:ext>
            </a:extLst>
          </p:cNvPr>
          <p:cNvSpPr>
            <a:spLocks xmlns:a="http://schemas.openxmlformats.org/drawingml/2006/main" noGrp="1"/>
          </p:cNvSpPr>
          <p:nvPr/>
        </p:nvSpPr>
        <p:spPr>
          <a:xfrm xmlns:a="http://schemas.openxmlformats.org/drawingml/2006/main">
            <a:off x="121920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Gen 28,16</a:t>
            </a:r>
          </a:p>
        </p:txBody>
      </p:sp>
      <p:sp>
        <p:nvSpPr>
          <p:cNvPr id="7" name="Conector recto 6">
            <a:extLst xmlns:a="http://schemas.openxmlformats.org/drawingml/2006/main">
              <a:ext uri="{FF2B5EF4-FFF2-40B4-BE49-F238E27FC236}">
                <a16:creationId xmlns:a16="http://schemas.microsoft.com/office/drawing/2014/main" id="{713B4E51-C338-4275-8ED9-A48BAEF756DB}"/>
              </a:ext>
            </a:extLst>
          </p:cNvPr>
          <p:cNvSpPr>
            <a:spLocks xmlns:a="http://schemas.openxmlformats.org/drawingml/2006/main" noGrp="1"/>
          </p:cNvSpPr>
          <p:nvPr/>
        </p:nvSpPr>
        <p:spPr>
          <a:xfrm xmlns:a="http://schemas.openxmlformats.org/drawingml/2006/main">
            <a:off x="72390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8" name="Rectángulo 7">
            <a:extLst xmlns:a="http://schemas.openxmlformats.org/drawingml/2006/main">
              <a:ext uri="{FF2B5EF4-FFF2-40B4-BE49-F238E27FC236}">
                <a16:creationId xmlns:a16="http://schemas.microsoft.com/office/drawing/2014/main" id="{80C421F1-9F2E-477F-BA2B-79164E95E194}"/>
              </a:ext>
            </a:extLst>
          </p:cNvPr>
          <p:cNvSpPr>
            <a:spLocks xmlns:a="http://schemas.openxmlformats.org/drawingml/2006/main" noGrp="1"/>
          </p:cNvSpPr>
          <p:nvPr/>
        </p:nvSpPr>
        <p:spPr>
          <a:xfrm xmlns:a="http://schemas.openxmlformats.org/drawingml/2006/main">
            <a:off x="72390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DIOS YA ESTABA AQUÍ</a:t>
            </a:r>
          </a:p>
        </p:txBody>
      </p:sp>
      <p:sp>
        <p:nvSpPr>
          <p:cNvPr id="9" name="Rectángulo 8">
            <a:extLst xmlns:a="http://schemas.openxmlformats.org/drawingml/2006/main">
              <a:ext uri="{FF2B5EF4-FFF2-40B4-BE49-F238E27FC236}">
                <a16:creationId xmlns:a16="http://schemas.microsoft.com/office/drawing/2014/main" id="{1537AC9D-01DD-431D-A0B8-2736697D5147}"/>
              </a:ext>
            </a:extLst>
          </p:cNvPr>
          <p:cNvSpPr>
            <a:spLocks xmlns:a="http://schemas.openxmlformats.org/drawingml/2006/main" noGrp="1"/>
          </p:cNvSpPr>
          <p:nvPr/>
        </p:nvSpPr>
        <p:spPr>
          <a:xfrm xmlns:a="http://schemas.openxmlformats.org/drawingml/2006/main">
            <a:off x="72390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«Realmente el Señor está en este lugar, y yo no lo sabía.»</a:t>
            </a:r>
          </a:p>
        </p:txBody>
      </p:sp>
      <p:sp>
        <p:nvSpPr>
          <p:cNvPr id="10" name="Conector recto 9">
            <a:extLst xmlns:a="http://schemas.openxmlformats.org/drawingml/2006/main">
              <a:ext uri="{FF2B5EF4-FFF2-40B4-BE49-F238E27FC236}">
                <a16:creationId xmlns:a16="http://schemas.microsoft.com/office/drawing/2014/main" id="{E31F0AC1-698A-4C06-85A6-017D121203CD}"/>
              </a:ext>
            </a:extLst>
          </p:cNvPr>
          <p:cNvSpPr>
            <a:spLocks xmlns:a="http://schemas.openxmlformats.org/drawingml/2006/main" noGrp="1"/>
          </p:cNvSpPr>
          <p:nvPr/>
        </p:nvSpPr>
        <p:spPr>
          <a:xfrm xmlns:a="http://schemas.openxmlformats.org/drawingml/2006/main">
            <a:off x="72390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11" name="Rectángulo 10">
            <a:extLst xmlns:a="http://schemas.openxmlformats.org/drawingml/2006/main">
              <a:ext uri="{FF2B5EF4-FFF2-40B4-BE49-F238E27FC236}">
                <a16:creationId xmlns:a16="http://schemas.microsoft.com/office/drawing/2014/main" id="{51FA8C67-5C0F-4F4B-BCAC-CA72A523F22C}"/>
              </a:ext>
            </a:extLst>
          </p:cNvPr>
          <p:cNvSpPr>
            <a:spLocks xmlns:a="http://schemas.openxmlformats.org/drawingml/2006/main" noGrp="1"/>
          </p:cNvSpPr>
          <p:nvPr/>
        </p:nvSpPr>
        <p:spPr>
          <a:xfrm xmlns:a="http://schemas.openxmlformats.org/drawingml/2006/main">
            <a:off x="72390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Jacob despierta a una presencia anterior a su comprensión. El lugar ordinario se vuelve casa de Dios.</a:t>
            </a:r>
          </a:p>
        </p:txBody>
      </p:sp>
      <p:sp>
        <p:nvSpPr>
          <p:cNvPr id="12" name="Rectángulo: esquinas redondeadas 11">
            <a:extLst xmlns:a="http://schemas.openxmlformats.org/drawingml/2006/main">
              <a:ext uri="{FF2B5EF4-FFF2-40B4-BE49-F238E27FC236}">
                <a16:creationId xmlns:a16="http://schemas.microsoft.com/office/drawing/2014/main" id="{B54CCF2A-F82C-4629-9AEC-6C0E8321B467}"/>
              </a:ext>
            </a:extLst>
          </p:cNvPr>
          <p:cNvSpPr>
            <a:spLocks xmlns:a="http://schemas.openxmlformats.org/drawingml/2006/main" noGrp="1"/>
          </p:cNvSpPr>
          <p:nvPr/>
        </p:nvSpPr>
        <p:spPr>
          <a:xfrm xmlns:a="http://schemas.openxmlformats.org/drawingml/2006/main">
            <a:off x="3333750" y="1381125"/>
            <a:ext cx="2533650" cy="3905250"/>
          </a:xfrm>
          <a:prstGeom xmlns:a="http://schemas.openxmlformats.org/drawingml/2006/main" prst="roundRect">
            <a:avLst>
              <a:gd name="adj" fmla="val 4511"/>
            </a:avLst>
          </a:prstGeom>
          <a:solidFill xmlns:a="http://schemas.openxmlformats.org/drawingml/2006/main">
            <a:srgbClr val="496B4A"/>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Rectángulo 12">
            <a:extLst xmlns:a="http://schemas.openxmlformats.org/drawingml/2006/main">
              <a:ext uri="{FF2B5EF4-FFF2-40B4-BE49-F238E27FC236}">
                <a16:creationId xmlns:a16="http://schemas.microsoft.com/office/drawing/2014/main" id="{355A478B-DBB8-47C8-8164-6A9D50E1DFFD}"/>
              </a:ext>
            </a:extLst>
          </p:cNvPr>
          <p:cNvSpPr>
            <a:spLocks xmlns:a="http://schemas.openxmlformats.org/drawingml/2006/main" noGrp="1"/>
          </p:cNvSpPr>
          <p:nvPr/>
        </p:nvSpPr>
        <p:spPr>
          <a:xfrm xmlns:a="http://schemas.openxmlformats.org/drawingml/2006/main">
            <a:off x="352425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02</a:t>
            </a:r>
          </a:p>
        </p:txBody>
      </p:sp>
      <p:sp>
        <p:nvSpPr>
          <p:cNvPr id="14" name="Rectángulo 13">
            <a:extLst xmlns:a="http://schemas.openxmlformats.org/drawingml/2006/main">
              <a:ext uri="{FF2B5EF4-FFF2-40B4-BE49-F238E27FC236}">
                <a16:creationId xmlns:a16="http://schemas.microsoft.com/office/drawing/2014/main" id="{E71B0A35-DB7C-48DB-9465-948C04C0742A}"/>
              </a:ext>
            </a:extLst>
          </p:cNvPr>
          <p:cNvSpPr>
            <a:spLocks xmlns:a="http://schemas.openxmlformats.org/drawingml/2006/main" noGrp="1"/>
          </p:cNvSpPr>
          <p:nvPr/>
        </p:nvSpPr>
        <p:spPr>
          <a:xfrm xmlns:a="http://schemas.openxmlformats.org/drawingml/2006/main">
            <a:off x="401955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Sab 7,8–9</a:t>
            </a:r>
          </a:p>
        </p:txBody>
      </p:sp>
      <p:sp>
        <p:nvSpPr>
          <p:cNvPr id="15" name="Conector recto 14">
            <a:extLst xmlns:a="http://schemas.openxmlformats.org/drawingml/2006/main">
              <a:ext uri="{FF2B5EF4-FFF2-40B4-BE49-F238E27FC236}">
                <a16:creationId xmlns:a16="http://schemas.microsoft.com/office/drawing/2014/main" id="{66CA8D28-498A-402B-98C3-16AAF5309041}"/>
              </a:ext>
            </a:extLst>
          </p:cNvPr>
          <p:cNvSpPr>
            <a:spLocks xmlns:a="http://schemas.openxmlformats.org/drawingml/2006/main" noGrp="1"/>
          </p:cNvSpPr>
          <p:nvPr/>
        </p:nvSpPr>
        <p:spPr>
          <a:xfrm xmlns:a="http://schemas.openxmlformats.org/drawingml/2006/main">
            <a:off x="352425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16" name="Rectángulo 15">
            <a:extLst xmlns:a="http://schemas.openxmlformats.org/drawingml/2006/main">
              <a:ext uri="{FF2B5EF4-FFF2-40B4-BE49-F238E27FC236}">
                <a16:creationId xmlns:a16="http://schemas.microsoft.com/office/drawing/2014/main" id="{500BD432-5A8A-4615-A99B-AF730BB29017}"/>
              </a:ext>
            </a:extLst>
          </p:cNvPr>
          <p:cNvSpPr>
            <a:spLocks xmlns:a="http://schemas.openxmlformats.org/drawingml/2006/main" noGrp="1"/>
          </p:cNvSpPr>
          <p:nvPr/>
        </p:nvSpPr>
        <p:spPr>
          <a:xfrm xmlns:a="http://schemas.openxmlformats.org/drawingml/2006/main">
            <a:off x="352425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VALE MÁS</a:t>
            </a:r>
          </a:p>
        </p:txBody>
      </p:sp>
      <p:sp>
        <p:nvSpPr>
          <p:cNvPr id="17" name="Rectángulo 16">
            <a:extLst xmlns:a="http://schemas.openxmlformats.org/drawingml/2006/main">
              <a:ext uri="{FF2B5EF4-FFF2-40B4-BE49-F238E27FC236}">
                <a16:creationId xmlns:a16="http://schemas.microsoft.com/office/drawing/2014/main" id="{2A29B886-2F11-434C-AEB0-140D65C3FF10}"/>
              </a:ext>
            </a:extLst>
          </p:cNvPr>
          <p:cNvSpPr>
            <a:spLocks xmlns:a="http://schemas.openxmlformats.org/drawingml/2006/main" noGrp="1"/>
          </p:cNvSpPr>
          <p:nvPr/>
        </p:nvSpPr>
        <p:spPr>
          <a:xfrm xmlns:a="http://schemas.openxmlformats.org/drawingml/2006/main">
            <a:off x="352425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«No la comparé con la piedra más preciosa.»</a:t>
            </a:r>
          </a:p>
        </p:txBody>
      </p:sp>
      <p:sp>
        <p:nvSpPr>
          <p:cNvPr id="18" name="Conector recto 17">
            <a:extLst xmlns:a="http://schemas.openxmlformats.org/drawingml/2006/main">
              <a:ext uri="{FF2B5EF4-FFF2-40B4-BE49-F238E27FC236}">
                <a16:creationId xmlns:a16="http://schemas.microsoft.com/office/drawing/2014/main" id="{58FF9ECC-73F3-426D-9AB0-734B1EDA3CB7}"/>
              </a:ext>
            </a:extLst>
          </p:cNvPr>
          <p:cNvSpPr>
            <a:spLocks xmlns:a="http://schemas.openxmlformats.org/drawingml/2006/main" noGrp="1"/>
          </p:cNvSpPr>
          <p:nvPr/>
        </p:nvSpPr>
        <p:spPr>
          <a:xfrm xmlns:a="http://schemas.openxmlformats.org/drawingml/2006/main">
            <a:off x="352425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19" name="Rectángulo 18">
            <a:extLst xmlns:a="http://schemas.openxmlformats.org/drawingml/2006/main">
              <a:ext uri="{FF2B5EF4-FFF2-40B4-BE49-F238E27FC236}">
                <a16:creationId xmlns:a16="http://schemas.microsoft.com/office/drawing/2014/main" id="{88D83548-307E-4D0D-A2BB-45A121312C82}"/>
              </a:ext>
            </a:extLst>
          </p:cNvPr>
          <p:cNvSpPr>
            <a:spLocks xmlns:a="http://schemas.openxmlformats.org/drawingml/2006/main" noGrp="1"/>
          </p:cNvSpPr>
          <p:nvPr/>
        </p:nvSpPr>
        <p:spPr>
          <a:xfrm xmlns:a="http://schemas.openxmlformats.org/drawingml/2006/main">
            <a:off x="352425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La sabiduría educa el deseo: lo valioso no siempre es lo más visible ni inmediato.</a:t>
            </a:r>
          </a:p>
        </p:txBody>
      </p:sp>
      <p:sp>
        <p:nvSpPr>
          <p:cNvPr id="20" name="Rectángulo: esquinas redondeadas 19">
            <a:extLst xmlns:a="http://schemas.openxmlformats.org/drawingml/2006/main">
              <a:ext uri="{FF2B5EF4-FFF2-40B4-BE49-F238E27FC236}">
                <a16:creationId xmlns:a16="http://schemas.microsoft.com/office/drawing/2014/main" id="{83F9E9AD-DC76-4724-B8B0-4CD903AF494D}"/>
              </a:ext>
            </a:extLst>
          </p:cNvPr>
          <p:cNvSpPr>
            <a:spLocks xmlns:a="http://schemas.openxmlformats.org/drawingml/2006/main" noGrp="1"/>
          </p:cNvSpPr>
          <p:nvPr/>
        </p:nvSpPr>
        <p:spPr>
          <a:xfrm xmlns:a="http://schemas.openxmlformats.org/drawingml/2006/main">
            <a:off x="6134100" y="1381125"/>
            <a:ext cx="2533650" cy="3905250"/>
          </a:xfrm>
          <a:prstGeom xmlns:a="http://schemas.openxmlformats.org/drawingml/2006/main" prst="roundRect">
            <a:avLst>
              <a:gd name="adj" fmla="val 4511"/>
            </a:avLst>
          </a:prstGeom>
          <a:solidFill xmlns:a="http://schemas.openxmlformats.org/drawingml/2006/main">
            <a:srgbClr val="865B45"/>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Rectángulo 20">
            <a:extLst xmlns:a="http://schemas.openxmlformats.org/drawingml/2006/main">
              <a:ext uri="{FF2B5EF4-FFF2-40B4-BE49-F238E27FC236}">
                <a16:creationId xmlns:a16="http://schemas.microsoft.com/office/drawing/2014/main" id="{D36563D4-1A9D-44B1-8E7D-442814D58A57}"/>
              </a:ext>
            </a:extLst>
          </p:cNvPr>
          <p:cNvSpPr>
            <a:spLocks xmlns:a="http://schemas.openxmlformats.org/drawingml/2006/main" noGrp="1"/>
          </p:cNvSpPr>
          <p:nvPr/>
        </p:nvSpPr>
        <p:spPr>
          <a:xfrm xmlns:a="http://schemas.openxmlformats.org/drawingml/2006/main">
            <a:off x="632460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03</a:t>
            </a:r>
          </a:p>
        </p:txBody>
      </p:sp>
      <p:sp>
        <p:nvSpPr>
          <p:cNvPr id="22" name="Rectángulo 21">
            <a:extLst xmlns:a="http://schemas.openxmlformats.org/drawingml/2006/main">
              <a:ext uri="{FF2B5EF4-FFF2-40B4-BE49-F238E27FC236}">
                <a16:creationId xmlns:a16="http://schemas.microsoft.com/office/drawing/2014/main" id="{727E3E34-3C0F-4D35-A6B6-B7F48852A0B6}"/>
              </a:ext>
            </a:extLst>
          </p:cNvPr>
          <p:cNvSpPr>
            <a:spLocks xmlns:a="http://schemas.openxmlformats.org/drawingml/2006/main" noGrp="1"/>
          </p:cNvSpPr>
          <p:nvPr/>
        </p:nvSpPr>
        <p:spPr>
          <a:xfrm xmlns:a="http://schemas.openxmlformats.org/drawingml/2006/main">
            <a:off x="681990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Lc 24,31–32</a:t>
            </a:r>
          </a:p>
        </p:txBody>
      </p:sp>
      <p:sp>
        <p:nvSpPr>
          <p:cNvPr id="23" name="Conector recto 22">
            <a:extLst xmlns:a="http://schemas.openxmlformats.org/drawingml/2006/main">
              <a:ext uri="{FF2B5EF4-FFF2-40B4-BE49-F238E27FC236}">
                <a16:creationId xmlns:a16="http://schemas.microsoft.com/office/drawing/2014/main" id="{721D9E58-FFC0-47B8-98D6-BC3CC419F081}"/>
              </a:ext>
            </a:extLst>
          </p:cNvPr>
          <p:cNvSpPr>
            <a:spLocks xmlns:a="http://schemas.openxmlformats.org/drawingml/2006/main" noGrp="1"/>
          </p:cNvSpPr>
          <p:nvPr/>
        </p:nvSpPr>
        <p:spPr>
          <a:xfrm xmlns:a="http://schemas.openxmlformats.org/drawingml/2006/main">
            <a:off x="632460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24" name="Rectángulo 23">
            <a:extLst xmlns:a="http://schemas.openxmlformats.org/drawingml/2006/main">
              <a:ext uri="{FF2B5EF4-FFF2-40B4-BE49-F238E27FC236}">
                <a16:creationId xmlns:a16="http://schemas.microsoft.com/office/drawing/2014/main" id="{300E4868-92F9-40B4-9D0E-435EAB60A5D4}"/>
              </a:ext>
            </a:extLst>
          </p:cNvPr>
          <p:cNvSpPr>
            <a:spLocks xmlns:a="http://schemas.openxmlformats.org/drawingml/2006/main" noGrp="1"/>
          </p:cNvSpPr>
          <p:nvPr/>
        </p:nvSpPr>
        <p:spPr>
          <a:xfrm xmlns:a="http://schemas.openxmlformats.org/drawingml/2006/main">
            <a:off x="632460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SE ABREN LOS OJOS</a:t>
            </a:r>
          </a:p>
        </p:txBody>
      </p:sp>
      <p:sp>
        <p:nvSpPr>
          <p:cNvPr id="25" name="Rectángulo 24">
            <a:extLst xmlns:a="http://schemas.openxmlformats.org/drawingml/2006/main">
              <a:ext uri="{FF2B5EF4-FFF2-40B4-BE49-F238E27FC236}">
                <a16:creationId xmlns:a16="http://schemas.microsoft.com/office/drawing/2014/main" id="{BC582428-796B-4095-98B6-3C2A6FDD46FD}"/>
              </a:ext>
            </a:extLst>
          </p:cNvPr>
          <p:cNvSpPr>
            <a:spLocks xmlns:a="http://schemas.openxmlformats.org/drawingml/2006/main" noGrp="1"/>
          </p:cNvSpPr>
          <p:nvPr/>
        </p:nvSpPr>
        <p:spPr>
          <a:xfrm xmlns:a="http://schemas.openxmlformats.org/drawingml/2006/main">
            <a:off x="632460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«Se les abrieron los ojos y lo reconocieron.»</a:t>
            </a:r>
          </a:p>
        </p:txBody>
      </p:sp>
      <p:sp>
        <p:nvSpPr>
          <p:cNvPr id="26" name="Conector recto 25">
            <a:extLst xmlns:a="http://schemas.openxmlformats.org/drawingml/2006/main">
              <a:ext uri="{FF2B5EF4-FFF2-40B4-BE49-F238E27FC236}">
                <a16:creationId xmlns:a16="http://schemas.microsoft.com/office/drawing/2014/main" id="{20EA01E7-7751-4CD8-9B07-E89134EDD688}"/>
              </a:ext>
            </a:extLst>
          </p:cNvPr>
          <p:cNvSpPr>
            <a:spLocks xmlns:a="http://schemas.openxmlformats.org/drawingml/2006/main" noGrp="1"/>
          </p:cNvSpPr>
          <p:nvPr/>
        </p:nvSpPr>
        <p:spPr>
          <a:xfrm xmlns:a="http://schemas.openxmlformats.org/drawingml/2006/main">
            <a:off x="632460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27" name="Rectángulo 26">
            <a:extLst xmlns:a="http://schemas.openxmlformats.org/drawingml/2006/main">
              <a:ext uri="{FF2B5EF4-FFF2-40B4-BE49-F238E27FC236}">
                <a16:creationId xmlns:a16="http://schemas.microsoft.com/office/drawing/2014/main" id="{77EED197-C142-4BC9-AC15-FD8B4BE9CC63}"/>
              </a:ext>
            </a:extLst>
          </p:cNvPr>
          <p:cNvSpPr>
            <a:spLocks xmlns:a="http://schemas.openxmlformats.org/drawingml/2006/main" noGrp="1"/>
          </p:cNvSpPr>
          <p:nvPr/>
        </p:nvSpPr>
        <p:spPr>
          <a:xfrm xmlns:a="http://schemas.openxmlformats.org/drawingml/2006/main">
            <a:off x="632460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En Emaús comprenden después que Jesús ya caminaba con ellos. La memoria se vuelve reconocimiento.</a:t>
            </a:r>
          </a:p>
        </p:txBody>
      </p:sp>
      <p:sp>
        <p:nvSpPr>
          <p:cNvPr id="28" name="Rectángulo: esquinas redondeadas 27">
            <a:extLst xmlns:a="http://schemas.openxmlformats.org/drawingml/2006/main">
              <a:ext uri="{FF2B5EF4-FFF2-40B4-BE49-F238E27FC236}">
                <a16:creationId xmlns:a16="http://schemas.microsoft.com/office/drawing/2014/main" id="{77FC9282-B573-472C-9171-60922622F414}"/>
              </a:ext>
            </a:extLst>
          </p:cNvPr>
          <p:cNvSpPr>
            <a:spLocks xmlns:a="http://schemas.openxmlformats.org/drawingml/2006/main" noGrp="1"/>
          </p:cNvSpPr>
          <p:nvPr/>
        </p:nvSpPr>
        <p:spPr>
          <a:xfrm xmlns:a="http://schemas.openxmlformats.org/drawingml/2006/main">
            <a:off x="8934450" y="1381125"/>
            <a:ext cx="2533650" cy="3905250"/>
          </a:xfrm>
          <a:prstGeom xmlns:a="http://schemas.openxmlformats.org/drawingml/2006/main" prst="roundRect">
            <a:avLst>
              <a:gd name="adj" fmla="val 4511"/>
            </a:avLst>
          </a:prstGeom>
          <a:solidFill xmlns:a="http://schemas.openxmlformats.org/drawingml/2006/main">
            <a:srgbClr val="5A5135"/>
          </a:solidFill>
          <a:ln xmlns:a="http://schemas.openxmlformats.org/drawingml/2006/main" w="9525">
            <a:solidFill>
              <a:srgbClr val="D8C48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Rectángulo 28">
            <a:extLst xmlns:a="http://schemas.openxmlformats.org/drawingml/2006/main">
              <a:ext uri="{FF2B5EF4-FFF2-40B4-BE49-F238E27FC236}">
                <a16:creationId xmlns:a16="http://schemas.microsoft.com/office/drawing/2014/main" id="{2AC27A7E-3684-497B-92CE-AF102E6E0113}"/>
              </a:ext>
            </a:extLst>
          </p:cNvPr>
          <p:cNvSpPr>
            <a:spLocks xmlns:a="http://schemas.openxmlformats.org/drawingml/2006/main" noGrp="1"/>
          </p:cNvSpPr>
          <p:nvPr/>
        </p:nvSpPr>
        <p:spPr>
          <a:xfrm xmlns:a="http://schemas.openxmlformats.org/drawingml/2006/main">
            <a:off x="9124950" y="1581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D9A441"/>
                </a:solidFill>
              </a:defRPr>
            </a:pPr>
            <a:r>
              <a:rPr sz="975" b="1">
                <a:solidFill>
                  <a:srgbClr val="D9A441"/>
                </a:solidFill>
              </a:rPr>
              <a:t>04</a:t>
            </a:r>
          </a:p>
        </p:txBody>
      </p:sp>
      <p:sp>
        <p:nvSpPr>
          <p:cNvPr id="30" name="Rectángulo 29">
            <a:extLst xmlns:a="http://schemas.openxmlformats.org/drawingml/2006/main">
              <a:ext uri="{FF2B5EF4-FFF2-40B4-BE49-F238E27FC236}">
                <a16:creationId xmlns:a16="http://schemas.microsoft.com/office/drawing/2014/main" id="{541B0600-63A3-4D50-8DCD-C2A91BC9D679}"/>
              </a:ext>
            </a:extLst>
          </p:cNvPr>
          <p:cNvSpPr>
            <a:spLocks xmlns:a="http://schemas.openxmlformats.org/drawingml/2006/main" noGrp="1"/>
          </p:cNvSpPr>
          <p:nvPr/>
        </p:nvSpPr>
        <p:spPr>
          <a:xfrm xmlns:a="http://schemas.openxmlformats.org/drawingml/2006/main">
            <a:off x="9620250" y="15621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5E7C3"/>
                </a:solidFill>
              </a:defRPr>
            </a:pPr>
            <a:r>
              <a:rPr sz="1200" b="1">
                <a:solidFill>
                  <a:srgbClr val="F5E7C3"/>
                </a:solidFill>
              </a:rPr>
              <a:t>1 Tes 5,21</a:t>
            </a:r>
          </a:p>
        </p:txBody>
      </p:sp>
      <p:sp>
        <p:nvSpPr>
          <p:cNvPr id="31" name="Conector recto 30">
            <a:extLst xmlns:a="http://schemas.openxmlformats.org/drawingml/2006/main">
              <a:ext uri="{FF2B5EF4-FFF2-40B4-BE49-F238E27FC236}">
                <a16:creationId xmlns:a16="http://schemas.microsoft.com/office/drawing/2014/main" id="{CD0F8830-070D-4550-BAC0-0FCBBE3D8134}"/>
              </a:ext>
            </a:extLst>
          </p:cNvPr>
          <p:cNvSpPr>
            <a:spLocks xmlns:a="http://schemas.openxmlformats.org/drawingml/2006/main" noGrp="1"/>
          </p:cNvSpPr>
          <p:nvPr/>
        </p:nvSpPr>
        <p:spPr>
          <a:xfrm xmlns:a="http://schemas.openxmlformats.org/drawingml/2006/main">
            <a:off x="9124950" y="1971675"/>
            <a:ext cx="2152650" cy="9525"/>
          </a:xfrm>
          <a:prstGeom xmlns:a="http://schemas.openxmlformats.org/drawingml/2006/main" prst="line">
            <a:avLst/>
          </a:prstGeom>
          <a:noFill xmlns:a="http://schemas.openxmlformats.org/drawingml/2006/main"/>
          <a:ln xmlns:a="http://schemas.openxmlformats.org/drawingml/2006/main" w="9525">
            <a:solidFill>
              <a:srgbClr val="96A5A2"/>
            </a:solidFill>
            <a:prstDash val="solid"/>
          </a:ln>
        </p:spPr>
      </p:sp>
      <p:sp>
        <p:nvSpPr>
          <p:cNvPr id="32" name="Rectángulo 31">
            <a:extLst xmlns:a="http://schemas.openxmlformats.org/drawingml/2006/main">
              <a:ext uri="{FF2B5EF4-FFF2-40B4-BE49-F238E27FC236}">
                <a16:creationId xmlns:a16="http://schemas.microsoft.com/office/drawing/2014/main" id="{2F68BC15-077A-4086-B47D-446BC43F3C05}"/>
              </a:ext>
            </a:extLst>
          </p:cNvPr>
          <p:cNvSpPr>
            <a:spLocks xmlns:a="http://schemas.openxmlformats.org/drawingml/2006/main" noGrp="1"/>
          </p:cNvSpPr>
          <p:nvPr/>
        </p:nvSpPr>
        <p:spPr>
          <a:xfrm xmlns:a="http://schemas.openxmlformats.org/drawingml/2006/main">
            <a:off x="9124950" y="2133600"/>
            <a:ext cx="2152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FFFFFF"/>
                </a:solidFill>
              </a:defRPr>
            </a:pPr>
            <a:r>
              <a:rPr sz="1425" b="1">
                <a:solidFill>
                  <a:srgbClr val="FFFFFF"/>
                </a:solidFill>
              </a:rPr>
              <a:t>DISCERNIR LA RED</a:t>
            </a:r>
          </a:p>
        </p:txBody>
      </p:sp>
      <p:sp>
        <p:nvSpPr>
          <p:cNvPr id="33" name="Rectángulo 32">
            <a:extLst xmlns:a="http://schemas.openxmlformats.org/drawingml/2006/main">
              <a:ext uri="{FF2B5EF4-FFF2-40B4-BE49-F238E27FC236}">
                <a16:creationId xmlns:a16="http://schemas.microsoft.com/office/drawing/2014/main" id="{9B1D6005-D34A-4E37-9CFF-143BEC9BF1F3}"/>
              </a:ext>
            </a:extLst>
          </p:cNvPr>
          <p:cNvSpPr>
            <a:spLocks xmlns:a="http://schemas.openxmlformats.org/drawingml/2006/main" noGrp="1"/>
          </p:cNvSpPr>
          <p:nvPr/>
        </p:nvSpPr>
        <p:spPr>
          <a:xfrm xmlns:a="http://schemas.openxmlformats.org/drawingml/2006/main">
            <a:off x="9124950" y="2771775"/>
            <a:ext cx="2152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F5E7C3"/>
                </a:solidFill>
              </a:defRPr>
            </a:pPr>
            <a:r>
              <a:rPr sz="1350" b="1">
                <a:solidFill>
                  <a:srgbClr val="F5E7C3"/>
                </a:solidFill>
              </a:rPr>
              <a:t>«Examinadlo todo; quedaos con lo bueno.»</a:t>
            </a:r>
          </a:p>
        </p:txBody>
      </p:sp>
      <p:sp>
        <p:nvSpPr>
          <p:cNvPr id="34" name="Conector recto 33">
            <a:extLst xmlns:a="http://schemas.openxmlformats.org/drawingml/2006/main">
              <a:ext uri="{FF2B5EF4-FFF2-40B4-BE49-F238E27FC236}">
                <a16:creationId xmlns:a16="http://schemas.microsoft.com/office/drawing/2014/main" id="{097B30E3-4B9F-42F8-A9F7-556491E3086E}"/>
              </a:ext>
            </a:extLst>
          </p:cNvPr>
          <p:cNvSpPr>
            <a:spLocks xmlns:a="http://schemas.openxmlformats.org/drawingml/2006/main" noGrp="1"/>
          </p:cNvSpPr>
          <p:nvPr/>
        </p:nvSpPr>
        <p:spPr>
          <a:xfrm xmlns:a="http://schemas.openxmlformats.org/drawingml/2006/main">
            <a:off x="9124950" y="3857625"/>
            <a:ext cx="5715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35" name="Rectángulo 34">
            <a:extLst xmlns:a="http://schemas.openxmlformats.org/drawingml/2006/main">
              <a:ext uri="{FF2B5EF4-FFF2-40B4-BE49-F238E27FC236}">
                <a16:creationId xmlns:a16="http://schemas.microsoft.com/office/drawing/2014/main" id="{695C0E6E-C3AE-4CF8-8FEA-6B5576C7A4CE}"/>
              </a:ext>
            </a:extLst>
          </p:cNvPr>
          <p:cNvSpPr>
            <a:spLocks xmlns:a="http://schemas.openxmlformats.org/drawingml/2006/main" noGrp="1"/>
          </p:cNvSpPr>
          <p:nvPr/>
        </p:nvSpPr>
        <p:spPr>
          <a:xfrm xmlns:a="http://schemas.openxmlformats.org/drawingml/2006/main">
            <a:off x="9124950" y="4057650"/>
            <a:ext cx="21526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La fe no llama tesoro a cualquier cosa. Conserva lo que da vida y deja ir lo que desvía.</a:t>
            </a:r>
          </a:p>
        </p:txBody>
      </p:sp>
      <p:sp>
        <p:nvSpPr>
          <p:cNvPr id="36" name="Rectángulo 35">
            <a:extLst xmlns:a="http://schemas.openxmlformats.org/drawingml/2006/main">
              <a:ext uri="{FF2B5EF4-FFF2-40B4-BE49-F238E27FC236}">
                <a16:creationId xmlns:a16="http://schemas.microsoft.com/office/drawing/2014/main" id="{B381F95A-49F1-4757-9BCD-58948874F0D9}"/>
              </a:ext>
            </a:extLst>
          </p:cNvPr>
          <p:cNvSpPr>
            <a:spLocks xmlns:a="http://schemas.openxmlformats.org/drawingml/2006/main" noGrp="1"/>
          </p:cNvSpPr>
          <p:nvPr/>
        </p:nvSpPr>
        <p:spPr>
          <a:xfrm xmlns:a="http://schemas.openxmlformats.org/drawingml/2006/main">
            <a:off x="533400" y="55816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050" b="1">
                <a:solidFill>
                  <a:srgbClr val="D9A441"/>
                </a:solidFill>
              </a:defRPr>
            </a:pPr>
            <a:r>
              <a:rPr sz="1050" b="1">
                <a:solidFill>
                  <a:srgbClr val="D9A441"/>
                </a:solidFill>
              </a:rPr>
              <a:t>SÍNTESIS</a:t>
            </a:r>
          </a:p>
        </p:txBody>
      </p:sp>
      <p:sp>
        <p:nvSpPr>
          <p:cNvPr id="37" name="Rectángulo 36">
            <a:extLst xmlns:a="http://schemas.openxmlformats.org/drawingml/2006/main">
              <a:ext uri="{FF2B5EF4-FFF2-40B4-BE49-F238E27FC236}">
                <a16:creationId xmlns:a16="http://schemas.microsoft.com/office/drawing/2014/main" id="{1C5AD733-368F-4750-80C9-D90C06620B37}"/>
              </a:ext>
            </a:extLst>
          </p:cNvPr>
          <p:cNvSpPr>
            <a:spLocks xmlns:a="http://schemas.openxmlformats.org/drawingml/2006/main" noGrp="1"/>
          </p:cNvSpPr>
          <p:nvPr/>
        </p:nvSpPr>
        <p:spPr>
          <a:xfrm xmlns:a="http://schemas.openxmlformats.org/drawingml/2006/main">
            <a:off x="1676400" y="5495925"/>
            <a:ext cx="9982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425" b="1">
                <a:solidFill>
                  <a:srgbClr val="07151F"/>
                </a:solidFill>
              </a:defRPr>
            </a:pPr>
            <a:r>
              <a:rPr sz="1425" b="1">
                <a:solidFill>
                  <a:srgbClr val="07151F"/>
                </a:solidFill>
              </a:rPr>
              <a:t>Presencia ya cercana · deseo purificado · historia releída · elección con alegría</a:t>
            </a:r>
          </a:p>
        </p:txBody>
      </p:sp>
      <p:sp>
        <p:nvSpPr>
          <p:cNvPr id="38" name="Rectángulo 37">
            <a:extLst xmlns:a="http://schemas.openxmlformats.org/drawingml/2006/main">
              <a:ext uri="{FF2B5EF4-FFF2-40B4-BE49-F238E27FC236}">
                <a16:creationId xmlns:a16="http://schemas.microsoft.com/office/drawing/2014/main" id="{10B79631-8116-4707-9F97-E11C327DF760}"/>
              </a:ext>
            </a:extLst>
          </p:cNvPr>
          <p:cNvSpPr>
            <a:spLocks xmlns:a="http://schemas.openxmlformats.org/drawingml/2006/main" noGrp="1"/>
          </p:cNvSpPr>
          <p:nvPr/>
        </p:nvSpPr>
        <p:spPr>
          <a:xfrm xmlns:a="http://schemas.openxmlformats.org/drawingml/2006/main">
            <a:off x="533400" y="60769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0">
                <a:solidFill>
                  <a:srgbClr val="40565E"/>
                </a:solidFill>
              </a:defRPr>
            </a:pPr>
            <a:r>
              <a:rPr sz="1350" b="0">
                <a:solidFill>
                  <a:srgbClr val="40565E"/>
                </a:solidFill>
              </a:rPr>
              <a:t>Pregunta de fondo: ¿qué parte de mi vida podría estar hablando de Dios sin que yo la haya leído así todavía?</a:t>
            </a:r>
          </a:p>
        </p:txBody>
      </p:sp>
      <p:sp>
        <p:nvSpPr>
          <p:cNvPr id="39" name="Rectángulo 38">
            <a:extLst xmlns:a="http://schemas.openxmlformats.org/drawingml/2006/main">
              <a:ext uri="{FF2B5EF4-FFF2-40B4-BE49-F238E27FC236}">
                <a16:creationId xmlns:a16="http://schemas.microsoft.com/office/drawing/2014/main" id="{4360E03B-D8D8-40B4-A0BC-61403AB2C6AE}"/>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02</a:t>
            </a:r>
          </a:p>
        </p:txBody>
      </p:sp>
    </p:spTree>
    <p:extLst>
      <p:ext uri="{BB962C8B-B14F-4D97-AF65-F5344CB8AC3E}">
        <p14:creationId xmlns:p14="http://schemas.microsoft.com/office/powerpoint/2010/main" val="356377565"/>
      </p:ext>
    </p:extLst>
  </p:cSld>
</p:sld>
</file>

<file path=ppt/slides/slide3.xml><?xml version="1.0" encoding="utf-8"?>
<p:sld xmlns:p="http://schemas.openxmlformats.org/presentationml/2006/main">
  <p:cSld>
    <p:bg>
      <p:bgPr>
        <a:solidFill xmlns:a="http://schemas.openxmlformats.org/drawingml/2006/main">
          <a:srgbClr val="07151F"/>
        </a:solidFill>
      </p:bgPr>
    </p:bg>
    <p:spTree>
      <p:nvGrpSpPr>
        <p:cNvPr id="1" name=""/>
        <p:cNvGrpSpPr/>
        <p:nvPr/>
      </p:nvGrpSpPr>
      <p:grpSpPr>
        <a:xfrm xmlns:a="http://schemas.openxmlformats.org/drawingml/2006/main"/>
      </p:grpSpPr>
      <p:sp>
        <p:nvSpPr>
          <p:cNvPr id="43" name="Rectángulo 42">
            <a:extLst xmlns:a="http://schemas.openxmlformats.org/drawingml/2006/main">
              <a:ext uri="{FF2B5EF4-FFF2-40B4-BE49-F238E27FC236}">
                <a16:creationId xmlns:a16="http://schemas.microsoft.com/office/drawing/2014/main" id="{53C88EF1-7990-4A69-ABBC-6CF451A06446}"/>
              </a:ext>
            </a:extLst>
          </p:cNvPr>
          <p:cNvSpPr>
            <a:spLocks xmlns:a="http://schemas.openxmlformats.org/drawingml/2006/main" noGrp="1"/>
          </p:cNvSpPr>
          <p:nvPr/>
        </p:nvSpPr>
        <p:spPr>
          <a:xfrm xmlns:a="http://schemas.openxmlformats.org/drawingml/2006/main">
            <a:off x="514350" y="247650"/>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2250" b="1">
                <a:solidFill>
                  <a:srgbClr val="FFFFFF"/>
                </a:solidFill>
              </a:defRPr>
            </a:pPr>
            <a:r>
              <a:rPr sz="2250" b="1">
                <a:solidFill>
                  <a:srgbClr val="FFFFFF"/>
                </a:solidFill>
              </a:rPr>
              <a:t>PROPUESTA DE REUNIÓN · 70 MINUTOS</a:t>
            </a:r>
          </a:p>
        </p:txBody>
      </p:sp>
      <p:sp>
        <p:nvSpPr>
          <p:cNvPr id="2" name="Rectángulo 1">
            <a:extLst xmlns:a="http://schemas.openxmlformats.org/drawingml/2006/main">
              <a:ext uri="{FF2B5EF4-FFF2-40B4-BE49-F238E27FC236}">
                <a16:creationId xmlns:a16="http://schemas.microsoft.com/office/drawing/2014/main" id="{92328298-5735-44A1-9D3B-60B29C4F75F3}"/>
              </a:ext>
            </a:extLst>
          </p:cNvPr>
          <p:cNvSpPr>
            <a:spLocks xmlns:a="http://schemas.openxmlformats.org/drawingml/2006/main" noGrp="1"/>
          </p:cNvSpPr>
          <p:nvPr/>
        </p:nvSpPr>
        <p:spPr>
          <a:xfrm xmlns:a="http://schemas.openxmlformats.org/drawingml/2006/main">
            <a:off x="533400" y="666750"/>
            <a:ext cx="876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0">
                <a:solidFill>
                  <a:srgbClr val="F5E7C3"/>
                </a:solidFill>
              </a:defRPr>
            </a:pPr>
            <a:r>
              <a:rPr sz="1200" b="0">
                <a:solidFill>
                  <a:srgbClr val="F5E7C3"/>
                </a:solidFill>
              </a:rPr>
              <a:t>De buscar lejos a reconocer, discernir y elegir</a:t>
            </a:r>
          </a:p>
        </p:txBody>
      </p:sp>
      <p:sp>
        <p:nvSpPr>
          <p:cNvPr id="3" name="Conector recto 2">
            <a:extLst xmlns:a="http://schemas.openxmlformats.org/drawingml/2006/main">
              <a:ext uri="{FF2B5EF4-FFF2-40B4-BE49-F238E27FC236}">
                <a16:creationId xmlns:a16="http://schemas.microsoft.com/office/drawing/2014/main" id="{10BC4743-C41F-4DB3-AE82-190DDB79EDC3}"/>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line">
            <a:avLst/>
          </a:prstGeom>
          <a:noFill xmlns:a="http://schemas.openxmlformats.org/drawingml/2006/main"/>
          <a:ln xmlns:a="http://schemas.openxmlformats.org/drawingml/2006/main" w="28575">
            <a:solidFill>
              <a:srgbClr val="D9A441"/>
            </a:solidFill>
            <a:prstDash val="solid"/>
          </a:ln>
        </p:spPr>
      </p:sp>
      <p:sp>
        <p:nvSpPr>
          <p:cNvPr id="4" name="Conector recto 3">
            <a:extLst xmlns:a="http://schemas.openxmlformats.org/drawingml/2006/main">
              <a:ext uri="{FF2B5EF4-FFF2-40B4-BE49-F238E27FC236}">
                <a16:creationId xmlns:a16="http://schemas.microsoft.com/office/drawing/2014/main" id="{6375B53B-3AA1-4460-8323-A486114CD6C2}"/>
              </a:ext>
            </a:extLst>
          </p:cNvPr>
          <p:cNvSpPr>
            <a:spLocks xmlns:a="http://schemas.openxmlformats.org/drawingml/2006/main" noGrp="1"/>
          </p:cNvSpPr>
          <p:nvPr/>
        </p:nvSpPr>
        <p:spPr>
          <a:xfrm xmlns:a="http://schemas.openxmlformats.org/drawingml/2006/main">
            <a:off x="1257300" y="1619250"/>
            <a:ext cx="9525" cy="4000500"/>
          </a:xfrm>
          <a:prstGeom xmlns:a="http://schemas.openxmlformats.org/drawingml/2006/main" prst="line">
            <a:avLst/>
          </a:prstGeom>
          <a:noFill xmlns:a="http://schemas.openxmlformats.org/drawingml/2006/main"/>
          <a:ln xmlns:a="http://schemas.openxmlformats.org/drawingml/2006/main" w="28575">
            <a:solidFill>
              <a:srgbClr val="627984"/>
            </a:solidFill>
            <a:prstDash val="solid"/>
          </a:ln>
        </p:spPr>
      </p:sp>
      <p:sp>
        <p:nvSpPr>
          <p:cNvPr id="5" name="Elipse 4">
            <a:extLst xmlns:a="http://schemas.openxmlformats.org/drawingml/2006/main">
              <a:ext uri="{FF2B5EF4-FFF2-40B4-BE49-F238E27FC236}">
                <a16:creationId xmlns:a16="http://schemas.microsoft.com/office/drawing/2014/main" id="{E8FF985D-7012-4049-8855-F4E7978EF42E}"/>
              </a:ext>
            </a:extLst>
          </p:cNvPr>
          <p:cNvSpPr>
            <a:spLocks xmlns:a="http://schemas.openxmlformats.org/drawingml/2006/main" noGrp="1"/>
          </p:cNvSpPr>
          <p:nvPr/>
        </p:nvSpPr>
        <p:spPr>
          <a:xfrm xmlns:a="http://schemas.openxmlformats.org/drawingml/2006/main">
            <a:off x="1085850" y="14478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6" name="Rectángulo 5">
            <a:extLst xmlns:a="http://schemas.openxmlformats.org/drawingml/2006/main">
              <a:ext uri="{FF2B5EF4-FFF2-40B4-BE49-F238E27FC236}">
                <a16:creationId xmlns:a16="http://schemas.microsoft.com/office/drawing/2014/main" id="{BCCD8C92-E8A4-4942-8D70-4FEB732106B1}"/>
              </a:ext>
            </a:extLst>
          </p:cNvPr>
          <p:cNvSpPr>
            <a:spLocks xmlns:a="http://schemas.openxmlformats.org/drawingml/2006/main" noGrp="1"/>
          </p:cNvSpPr>
          <p:nvPr/>
        </p:nvSpPr>
        <p:spPr>
          <a:xfrm xmlns:a="http://schemas.openxmlformats.org/drawingml/2006/main">
            <a:off x="1085850" y="14668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1</a:t>
            </a:r>
          </a:p>
        </p:txBody>
      </p:sp>
      <p:sp>
        <p:nvSpPr>
          <p:cNvPr id="7" name="Rectángulo 6">
            <a:extLst xmlns:a="http://schemas.openxmlformats.org/drawingml/2006/main">
              <a:ext uri="{FF2B5EF4-FFF2-40B4-BE49-F238E27FC236}">
                <a16:creationId xmlns:a16="http://schemas.microsoft.com/office/drawing/2014/main" id="{7D28D4B5-83E9-4A6C-BA6E-7AF1E1332809}"/>
              </a:ext>
            </a:extLst>
          </p:cNvPr>
          <p:cNvSpPr>
            <a:spLocks xmlns:a="http://schemas.openxmlformats.org/drawingml/2006/main" noGrp="1"/>
          </p:cNvSpPr>
          <p:nvPr/>
        </p:nvSpPr>
        <p:spPr>
          <a:xfrm xmlns:a="http://schemas.openxmlformats.org/drawingml/2006/main">
            <a:off x="533400" y="14668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00′</a:t>
            </a:r>
          </a:p>
        </p:txBody>
      </p:sp>
      <p:sp>
        <p:nvSpPr>
          <p:cNvPr id="8" name="Rectángulo 7">
            <a:extLst xmlns:a="http://schemas.openxmlformats.org/drawingml/2006/main">
              <a:ext uri="{FF2B5EF4-FFF2-40B4-BE49-F238E27FC236}">
                <a16:creationId xmlns:a16="http://schemas.microsoft.com/office/drawing/2014/main" id="{B2EA4705-1FF4-4311-96DC-0AAD55DB29FE}"/>
              </a:ext>
            </a:extLst>
          </p:cNvPr>
          <p:cNvSpPr>
            <a:spLocks xmlns:a="http://schemas.openxmlformats.org/drawingml/2006/main" noGrp="1"/>
          </p:cNvSpPr>
          <p:nvPr/>
        </p:nvSpPr>
        <p:spPr>
          <a:xfrm xmlns:a="http://schemas.openxmlformats.org/drawingml/2006/main">
            <a:off x="1752600" y="13525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ESCUCHAR</a:t>
            </a:r>
          </a:p>
        </p:txBody>
      </p:sp>
      <p:sp>
        <p:nvSpPr>
          <p:cNvPr id="9" name="Rectángulo 8">
            <a:extLst xmlns:a="http://schemas.openxmlformats.org/drawingml/2006/main">
              <a:ext uri="{FF2B5EF4-FFF2-40B4-BE49-F238E27FC236}">
                <a16:creationId xmlns:a16="http://schemas.microsoft.com/office/drawing/2014/main" id="{477E6774-15D6-4800-8AA4-01B6AE426F62}"/>
              </a:ext>
            </a:extLst>
          </p:cNvPr>
          <p:cNvSpPr>
            <a:spLocks xmlns:a="http://schemas.openxmlformats.org/drawingml/2006/main" noGrp="1"/>
          </p:cNvSpPr>
          <p:nvPr/>
        </p:nvSpPr>
        <p:spPr>
          <a:xfrm xmlns:a="http://schemas.openxmlformats.org/drawingml/2006/main">
            <a:off x="1752600" y="16478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Oír «Todo hablaba de ti» completa, sin explicarla todavía.</a:t>
            </a:r>
          </a:p>
        </p:txBody>
      </p:sp>
      <p:sp>
        <p:nvSpPr>
          <p:cNvPr id="10" name="Rectángulo: esquinas redondeadas 9">
            <a:extLst xmlns:a="http://schemas.openxmlformats.org/drawingml/2006/main">
              <a:ext uri="{FF2B5EF4-FFF2-40B4-BE49-F238E27FC236}">
                <a16:creationId xmlns:a16="http://schemas.microsoft.com/office/drawing/2014/main" id="{2093CDD0-60C3-4498-B8E9-DFB2374BE143}"/>
              </a:ext>
            </a:extLst>
          </p:cNvPr>
          <p:cNvSpPr>
            <a:spLocks xmlns:a="http://schemas.openxmlformats.org/drawingml/2006/main" noGrp="1"/>
          </p:cNvSpPr>
          <p:nvPr/>
        </p:nvSpPr>
        <p:spPr>
          <a:xfrm xmlns:a="http://schemas.openxmlformats.org/drawingml/2006/main">
            <a:off x="6524625" y="13525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11" name="Rectángulo 10">
            <a:extLst xmlns:a="http://schemas.openxmlformats.org/drawingml/2006/main">
              <a:ext uri="{FF2B5EF4-FFF2-40B4-BE49-F238E27FC236}">
                <a16:creationId xmlns:a16="http://schemas.microsoft.com/office/drawing/2014/main" id="{3A81FBB7-1C20-4A8B-B498-33B54ED26EF9}"/>
              </a:ext>
            </a:extLst>
          </p:cNvPr>
          <p:cNvSpPr>
            <a:spLocks xmlns:a="http://schemas.openxmlformats.org/drawingml/2006/main" noGrp="1"/>
          </p:cNvSpPr>
          <p:nvPr/>
        </p:nvSpPr>
        <p:spPr>
          <a:xfrm xmlns:a="http://schemas.openxmlformats.org/drawingml/2006/main">
            <a:off x="6743700" y="14478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frase ha cambiado por un instante mi manera de mirar?</a:t>
            </a:r>
          </a:p>
        </p:txBody>
      </p:sp>
      <p:sp>
        <p:nvSpPr>
          <p:cNvPr id="12" name="Elipse 11">
            <a:extLst xmlns:a="http://schemas.openxmlformats.org/drawingml/2006/main">
              <a:ext uri="{FF2B5EF4-FFF2-40B4-BE49-F238E27FC236}">
                <a16:creationId xmlns:a16="http://schemas.microsoft.com/office/drawing/2014/main" id="{82CE6E74-11DE-4371-9707-7D819C30048E}"/>
              </a:ext>
            </a:extLst>
          </p:cNvPr>
          <p:cNvSpPr>
            <a:spLocks xmlns:a="http://schemas.openxmlformats.org/drawingml/2006/main" noGrp="1"/>
          </p:cNvSpPr>
          <p:nvPr/>
        </p:nvSpPr>
        <p:spPr>
          <a:xfrm xmlns:a="http://schemas.openxmlformats.org/drawingml/2006/main">
            <a:off x="1085850" y="23622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13" name="Rectángulo 12">
            <a:extLst xmlns:a="http://schemas.openxmlformats.org/drawingml/2006/main">
              <a:ext uri="{FF2B5EF4-FFF2-40B4-BE49-F238E27FC236}">
                <a16:creationId xmlns:a16="http://schemas.microsoft.com/office/drawing/2014/main" id="{6E14E9C9-CBA7-46E4-9814-7F335CF54272}"/>
              </a:ext>
            </a:extLst>
          </p:cNvPr>
          <p:cNvSpPr>
            <a:spLocks xmlns:a="http://schemas.openxmlformats.org/drawingml/2006/main" noGrp="1"/>
          </p:cNvSpPr>
          <p:nvPr/>
        </p:nvSpPr>
        <p:spPr>
          <a:xfrm xmlns:a="http://schemas.openxmlformats.org/drawingml/2006/main">
            <a:off x="1085850" y="23812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2</a:t>
            </a:r>
          </a:p>
        </p:txBody>
      </p:sp>
      <p:sp>
        <p:nvSpPr>
          <p:cNvPr id="14" name="Rectángulo 13">
            <a:extLst xmlns:a="http://schemas.openxmlformats.org/drawingml/2006/main">
              <a:ext uri="{FF2B5EF4-FFF2-40B4-BE49-F238E27FC236}">
                <a16:creationId xmlns:a16="http://schemas.microsoft.com/office/drawing/2014/main" id="{E292DDD7-9BF5-4785-AA91-207E5346E5FA}"/>
              </a:ext>
            </a:extLst>
          </p:cNvPr>
          <p:cNvSpPr>
            <a:spLocks xmlns:a="http://schemas.openxmlformats.org/drawingml/2006/main" noGrp="1"/>
          </p:cNvSpPr>
          <p:nvPr/>
        </p:nvSpPr>
        <p:spPr>
          <a:xfrm xmlns:a="http://schemas.openxmlformats.org/drawingml/2006/main">
            <a:off x="533400" y="23812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08′</a:t>
            </a:r>
          </a:p>
        </p:txBody>
      </p:sp>
      <p:sp>
        <p:nvSpPr>
          <p:cNvPr id="15" name="Rectángulo 14">
            <a:extLst xmlns:a="http://schemas.openxmlformats.org/drawingml/2006/main">
              <a:ext uri="{FF2B5EF4-FFF2-40B4-BE49-F238E27FC236}">
                <a16:creationId xmlns:a16="http://schemas.microsoft.com/office/drawing/2014/main" id="{A514BB4A-2401-4F6B-BDB3-187145CB7CF1}"/>
              </a:ext>
            </a:extLst>
          </p:cNvPr>
          <p:cNvSpPr>
            <a:spLocks xmlns:a="http://schemas.openxmlformats.org/drawingml/2006/main" noGrp="1"/>
          </p:cNvSpPr>
          <p:nvPr/>
        </p:nvSpPr>
        <p:spPr>
          <a:xfrm xmlns:a="http://schemas.openxmlformats.org/drawingml/2006/main">
            <a:off x="1752600" y="2266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RELEER</a:t>
            </a:r>
          </a:p>
        </p:txBody>
      </p:sp>
      <p:sp>
        <p:nvSpPr>
          <p:cNvPr id="16" name="Rectángulo 15">
            <a:extLst xmlns:a="http://schemas.openxmlformats.org/drawingml/2006/main">
              <a:ext uri="{FF2B5EF4-FFF2-40B4-BE49-F238E27FC236}">
                <a16:creationId xmlns:a16="http://schemas.microsoft.com/office/drawing/2014/main" id="{98ED842D-F6DE-40B3-A888-6D81AA91D890}"/>
              </a:ext>
            </a:extLst>
          </p:cNvPr>
          <p:cNvSpPr>
            <a:spLocks xmlns:a="http://schemas.openxmlformats.org/drawingml/2006/main" noGrp="1"/>
          </p:cNvSpPr>
          <p:nvPr/>
        </p:nvSpPr>
        <p:spPr>
          <a:xfrm xmlns:a="http://schemas.openxmlformats.org/drawingml/2006/main">
            <a:off x="1752600" y="25622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Tarjeta opcional: lugar conocido, ayuda recibida y algo hoy comprendido distinto.</a:t>
            </a:r>
          </a:p>
        </p:txBody>
      </p:sp>
      <p:sp>
        <p:nvSpPr>
          <p:cNvPr id="17" name="Rectángulo: esquinas redondeadas 16">
            <a:extLst xmlns:a="http://schemas.openxmlformats.org/drawingml/2006/main">
              <a:ext uri="{FF2B5EF4-FFF2-40B4-BE49-F238E27FC236}">
                <a16:creationId xmlns:a16="http://schemas.microsoft.com/office/drawing/2014/main" id="{844D3CC3-83C2-4555-AA49-17F6F0358EF9}"/>
              </a:ext>
            </a:extLst>
          </p:cNvPr>
          <p:cNvSpPr>
            <a:spLocks xmlns:a="http://schemas.openxmlformats.org/drawingml/2006/main" noGrp="1"/>
          </p:cNvSpPr>
          <p:nvPr/>
        </p:nvSpPr>
        <p:spPr>
          <a:xfrm xmlns:a="http://schemas.openxmlformats.org/drawingml/2006/main">
            <a:off x="6524625" y="22669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18" name="Rectángulo 17">
            <a:extLst xmlns:a="http://schemas.openxmlformats.org/drawingml/2006/main">
              <a:ext uri="{FF2B5EF4-FFF2-40B4-BE49-F238E27FC236}">
                <a16:creationId xmlns:a16="http://schemas.microsoft.com/office/drawing/2014/main" id="{70419300-4ED5-4180-85A1-517F52DFD2FB}"/>
              </a:ext>
            </a:extLst>
          </p:cNvPr>
          <p:cNvSpPr>
            <a:spLocks xmlns:a="http://schemas.openxmlformats.org/drawingml/2006/main" noGrp="1"/>
          </p:cNvSpPr>
          <p:nvPr/>
        </p:nvSpPr>
        <p:spPr>
          <a:xfrm xmlns:a="http://schemas.openxmlformats.org/drawingml/2006/main">
            <a:off x="6743700" y="23622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hecho antiguo miro hoy con ojos nuevos?</a:t>
            </a:r>
          </a:p>
        </p:txBody>
      </p:sp>
      <p:sp>
        <p:nvSpPr>
          <p:cNvPr id="19" name="Elipse 18">
            <a:extLst xmlns:a="http://schemas.openxmlformats.org/drawingml/2006/main">
              <a:ext uri="{FF2B5EF4-FFF2-40B4-BE49-F238E27FC236}">
                <a16:creationId xmlns:a16="http://schemas.microsoft.com/office/drawing/2014/main" id="{21440157-A5B3-4220-B61D-9DB2AB3DCF44}"/>
              </a:ext>
            </a:extLst>
          </p:cNvPr>
          <p:cNvSpPr>
            <a:spLocks xmlns:a="http://schemas.openxmlformats.org/drawingml/2006/main" noGrp="1"/>
          </p:cNvSpPr>
          <p:nvPr/>
        </p:nvSpPr>
        <p:spPr>
          <a:xfrm xmlns:a="http://schemas.openxmlformats.org/drawingml/2006/main">
            <a:off x="1085850" y="32766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0" name="Rectángulo 19">
            <a:extLst xmlns:a="http://schemas.openxmlformats.org/drawingml/2006/main">
              <a:ext uri="{FF2B5EF4-FFF2-40B4-BE49-F238E27FC236}">
                <a16:creationId xmlns:a16="http://schemas.microsoft.com/office/drawing/2014/main" id="{98DCD944-D80F-4335-93F8-2FBC2D625A33}"/>
              </a:ext>
            </a:extLst>
          </p:cNvPr>
          <p:cNvSpPr>
            <a:spLocks xmlns:a="http://schemas.openxmlformats.org/drawingml/2006/main" noGrp="1"/>
          </p:cNvSpPr>
          <p:nvPr/>
        </p:nvSpPr>
        <p:spPr>
          <a:xfrm xmlns:a="http://schemas.openxmlformats.org/drawingml/2006/main">
            <a:off x="1085850" y="32956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3</a:t>
            </a:r>
          </a:p>
        </p:txBody>
      </p:sp>
      <p:sp>
        <p:nvSpPr>
          <p:cNvPr id="21" name="Rectángulo 20">
            <a:extLst xmlns:a="http://schemas.openxmlformats.org/drawingml/2006/main">
              <a:ext uri="{FF2B5EF4-FFF2-40B4-BE49-F238E27FC236}">
                <a16:creationId xmlns:a16="http://schemas.microsoft.com/office/drawing/2014/main" id="{3195E1D4-5B20-49BE-92FF-51BA140D50C1}"/>
              </a:ext>
            </a:extLst>
          </p:cNvPr>
          <p:cNvSpPr>
            <a:spLocks xmlns:a="http://schemas.openxmlformats.org/drawingml/2006/main" noGrp="1"/>
          </p:cNvSpPr>
          <p:nvPr/>
        </p:nvSpPr>
        <p:spPr>
          <a:xfrm xmlns:a="http://schemas.openxmlformats.org/drawingml/2006/main">
            <a:off x="533400" y="3295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20′</a:t>
            </a:r>
          </a:p>
        </p:txBody>
      </p:sp>
      <p:sp>
        <p:nvSpPr>
          <p:cNvPr id="22" name="Rectángulo 21">
            <a:extLst xmlns:a="http://schemas.openxmlformats.org/drawingml/2006/main">
              <a:ext uri="{FF2B5EF4-FFF2-40B4-BE49-F238E27FC236}">
                <a16:creationId xmlns:a16="http://schemas.microsoft.com/office/drawing/2014/main" id="{15AF171C-7201-47F1-AED5-9E8D281081A1}"/>
              </a:ext>
            </a:extLst>
          </p:cNvPr>
          <p:cNvSpPr>
            <a:spLocks xmlns:a="http://schemas.openxmlformats.org/drawingml/2006/main" noGrp="1"/>
          </p:cNvSpPr>
          <p:nvPr/>
        </p:nvSpPr>
        <p:spPr>
          <a:xfrm xmlns:a="http://schemas.openxmlformats.org/drawingml/2006/main">
            <a:off x="1752600" y="31813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ILUMINAR</a:t>
            </a:r>
          </a:p>
        </p:txBody>
      </p:sp>
      <p:sp>
        <p:nvSpPr>
          <p:cNvPr id="23" name="Rectángulo 22">
            <a:extLst xmlns:a="http://schemas.openxmlformats.org/drawingml/2006/main">
              <a:ext uri="{FF2B5EF4-FFF2-40B4-BE49-F238E27FC236}">
                <a16:creationId xmlns:a16="http://schemas.microsoft.com/office/drawing/2014/main" id="{5685EC69-1FED-4758-B7B9-83DB3A0BB403}"/>
              </a:ext>
            </a:extLst>
          </p:cNvPr>
          <p:cNvSpPr>
            <a:spLocks xmlns:a="http://schemas.openxmlformats.org/drawingml/2006/main" noGrp="1"/>
          </p:cNvSpPr>
          <p:nvPr/>
        </p:nvSpPr>
        <p:spPr>
          <a:xfrm xmlns:a="http://schemas.openxmlformats.org/drawingml/2006/main">
            <a:off x="1752600" y="34766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Leer Mt 13,44–52 y marcar: hallar, buscar, alegría, recoger, separar, nuevo y antiguo.</a:t>
            </a:r>
          </a:p>
        </p:txBody>
      </p:sp>
      <p:sp>
        <p:nvSpPr>
          <p:cNvPr id="24" name="Rectángulo: esquinas redondeadas 23">
            <a:extLst xmlns:a="http://schemas.openxmlformats.org/drawingml/2006/main">
              <a:ext uri="{FF2B5EF4-FFF2-40B4-BE49-F238E27FC236}">
                <a16:creationId xmlns:a16="http://schemas.microsoft.com/office/drawing/2014/main" id="{906FFFBE-D862-49A8-9A23-FFDE300EF90F}"/>
              </a:ext>
            </a:extLst>
          </p:cNvPr>
          <p:cNvSpPr>
            <a:spLocks xmlns:a="http://schemas.openxmlformats.org/drawingml/2006/main" noGrp="1"/>
          </p:cNvSpPr>
          <p:nvPr/>
        </p:nvSpPr>
        <p:spPr>
          <a:xfrm xmlns:a="http://schemas.openxmlformats.org/drawingml/2006/main">
            <a:off x="6524625" y="31813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25" name="Rectángulo 24">
            <a:extLst xmlns:a="http://schemas.openxmlformats.org/drawingml/2006/main">
              <a:ext uri="{FF2B5EF4-FFF2-40B4-BE49-F238E27FC236}">
                <a16:creationId xmlns:a16="http://schemas.microsoft.com/office/drawing/2014/main" id="{7CFFC0D1-2720-4CFD-8F95-8EB2A021B3FE}"/>
              </a:ext>
            </a:extLst>
          </p:cNvPr>
          <p:cNvSpPr>
            <a:spLocks xmlns:a="http://schemas.openxmlformats.org/drawingml/2006/main" noGrp="1"/>
          </p:cNvSpPr>
          <p:nvPr/>
        </p:nvSpPr>
        <p:spPr>
          <a:xfrm xmlns:a="http://schemas.openxmlformats.org/drawingml/2006/main">
            <a:off x="6743700" y="32766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cambia cuando aparece el Reino: el camino o la mirada?</a:t>
            </a:r>
          </a:p>
        </p:txBody>
      </p:sp>
      <p:sp>
        <p:nvSpPr>
          <p:cNvPr id="26" name="Elipse 25">
            <a:extLst xmlns:a="http://schemas.openxmlformats.org/drawingml/2006/main">
              <a:ext uri="{FF2B5EF4-FFF2-40B4-BE49-F238E27FC236}">
                <a16:creationId xmlns:a16="http://schemas.microsoft.com/office/drawing/2014/main" id="{6E6643F4-6238-46E9-8AB2-F53E1FDCA93E}"/>
              </a:ext>
            </a:extLst>
          </p:cNvPr>
          <p:cNvSpPr>
            <a:spLocks xmlns:a="http://schemas.openxmlformats.org/drawingml/2006/main" noGrp="1"/>
          </p:cNvSpPr>
          <p:nvPr/>
        </p:nvSpPr>
        <p:spPr>
          <a:xfrm xmlns:a="http://schemas.openxmlformats.org/drawingml/2006/main">
            <a:off x="1085850" y="4191000"/>
            <a:ext cx="361950" cy="361950"/>
          </a:xfrm>
          <a:prstGeom xmlns:a="http://schemas.openxmlformats.org/drawingml/2006/main" prst="ellipse">
            <a:avLst/>
          </a:prstGeom>
          <a:solidFill xmlns:a="http://schemas.openxmlformats.org/drawingml/2006/main">
            <a:srgbClr val="D9A441"/>
          </a:solidFill>
          <a:ln xmlns:a="http://schemas.openxmlformats.org/drawingml/2006/main" w="9525">
            <a:solidFill>
              <a:srgbClr val="F5E7C3"/>
            </a:solidFill>
          </a:ln>
        </p:spPr>
      </p:sp>
      <p:sp>
        <p:nvSpPr>
          <p:cNvPr id="27" name="Rectángulo 26">
            <a:extLst xmlns:a="http://schemas.openxmlformats.org/drawingml/2006/main">
              <a:ext uri="{FF2B5EF4-FFF2-40B4-BE49-F238E27FC236}">
                <a16:creationId xmlns:a16="http://schemas.microsoft.com/office/drawing/2014/main" id="{87CC754A-24A1-4F48-96FC-75E0CBD33137}"/>
              </a:ext>
            </a:extLst>
          </p:cNvPr>
          <p:cNvSpPr>
            <a:spLocks xmlns:a="http://schemas.openxmlformats.org/drawingml/2006/main" noGrp="1"/>
          </p:cNvSpPr>
          <p:nvPr/>
        </p:nvSpPr>
        <p:spPr>
          <a:xfrm xmlns:a="http://schemas.openxmlformats.org/drawingml/2006/main">
            <a:off x="1085850" y="42100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4</a:t>
            </a:r>
          </a:p>
        </p:txBody>
      </p:sp>
      <p:sp>
        <p:nvSpPr>
          <p:cNvPr id="28" name="Rectángulo 27">
            <a:extLst xmlns:a="http://schemas.openxmlformats.org/drawingml/2006/main">
              <a:ext uri="{FF2B5EF4-FFF2-40B4-BE49-F238E27FC236}">
                <a16:creationId xmlns:a16="http://schemas.microsoft.com/office/drawing/2014/main" id="{F2300832-27E6-4A62-B815-CC398E774590}"/>
              </a:ext>
            </a:extLst>
          </p:cNvPr>
          <p:cNvSpPr>
            <a:spLocks xmlns:a="http://schemas.openxmlformats.org/drawingml/2006/main" noGrp="1"/>
          </p:cNvSpPr>
          <p:nvPr/>
        </p:nvSpPr>
        <p:spPr>
          <a:xfrm xmlns:a="http://schemas.openxmlformats.org/drawingml/2006/main">
            <a:off x="533400" y="42100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38′</a:t>
            </a:r>
          </a:p>
        </p:txBody>
      </p:sp>
      <p:sp>
        <p:nvSpPr>
          <p:cNvPr id="29" name="Rectángulo 28">
            <a:extLst xmlns:a="http://schemas.openxmlformats.org/drawingml/2006/main">
              <a:ext uri="{FF2B5EF4-FFF2-40B4-BE49-F238E27FC236}">
                <a16:creationId xmlns:a16="http://schemas.microsoft.com/office/drawing/2014/main" id="{7834DC01-F13F-45A7-B827-2EFCF258C64C}"/>
              </a:ext>
            </a:extLst>
          </p:cNvPr>
          <p:cNvSpPr>
            <a:spLocks xmlns:a="http://schemas.openxmlformats.org/drawingml/2006/main" noGrp="1"/>
          </p:cNvSpPr>
          <p:nvPr/>
        </p:nvSpPr>
        <p:spPr>
          <a:xfrm xmlns:a="http://schemas.openxmlformats.org/drawingml/2006/main">
            <a:off x="1752600" y="40957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DISCERNIR</a:t>
            </a:r>
          </a:p>
        </p:txBody>
      </p:sp>
      <p:sp>
        <p:nvSpPr>
          <p:cNvPr id="30" name="Rectángulo 29">
            <a:extLst xmlns:a="http://schemas.openxmlformats.org/drawingml/2006/main">
              <a:ext uri="{FF2B5EF4-FFF2-40B4-BE49-F238E27FC236}">
                <a16:creationId xmlns:a16="http://schemas.microsoft.com/office/drawing/2014/main" id="{E215B0C6-630D-414B-854B-6049BC88FB9C}"/>
              </a:ext>
            </a:extLst>
          </p:cNvPr>
          <p:cNvSpPr>
            <a:spLocks xmlns:a="http://schemas.openxmlformats.org/drawingml/2006/main" noGrp="1"/>
          </p:cNvSpPr>
          <p:nvPr/>
        </p:nvSpPr>
        <p:spPr>
          <a:xfrm xmlns:a="http://schemas.openxmlformats.org/drawingml/2006/main">
            <a:off x="1752600" y="43910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En tríos, aplicar tesoro, perla y red a una semana ficticia.</a:t>
            </a:r>
          </a:p>
        </p:txBody>
      </p:sp>
      <p:sp>
        <p:nvSpPr>
          <p:cNvPr id="31" name="Rectángulo: esquinas redondeadas 30">
            <a:extLst xmlns:a="http://schemas.openxmlformats.org/drawingml/2006/main">
              <a:ext uri="{FF2B5EF4-FFF2-40B4-BE49-F238E27FC236}">
                <a16:creationId xmlns:a16="http://schemas.microsoft.com/office/drawing/2014/main" id="{4DE7B454-0DF5-46AF-8F41-F50C714721A7}"/>
              </a:ext>
            </a:extLst>
          </p:cNvPr>
          <p:cNvSpPr>
            <a:spLocks xmlns:a="http://schemas.openxmlformats.org/drawingml/2006/main" noGrp="1"/>
          </p:cNvSpPr>
          <p:nvPr/>
        </p:nvSpPr>
        <p:spPr>
          <a:xfrm xmlns:a="http://schemas.openxmlformats.org/drawingml/2006/main">
            <a:off x="6524625" y="40957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32" name="Rectángulo 31">
            <a:extLst xmlns:a="http://schemas.openxmlformats.org/drawingml/2006/main">
              <a:ext uri="{FF2B5EF4-FFF2-40B4-BE49-F238E27FC236}">
                <a16:creationId xmlns:a16="http://schemas.microsoft.com/office/drawing/2014/main" id="{3F3B248E-9AFD-4821-9A04-E4B2993BE154}"/>
              </a:ext>
            </a:extLst>
          </p:cNvPr>
          <p:cNvSpPr>
            <a:spLocks xmlns:a="http://schemas.openxmlformats.org/drawingml/2006/main" noGrp="1"/>
          </p:cNvSpPr>
          <p:nvPr/>
        </p:nvSpPr>
        <p:spPr>
          <a:xfrm xmlns:a="http://schemas.openxmlformats.org/drawingml/2006/main">
            <a:off x="6743700" y="41910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¿Cómo distinguir el valor verdadero del brillo pasajero?</a:t>
            </a:r>
          </a:p>
        </p:txBody>
      </p:sp>
      <p:sp>
        <p:nvSpPr>
          <p:cNvPr id="33" name="Elipse 32">
            <a:extLst xmlns:a="http://schemas.openxmlformats.org/drawingml/2006/main">
              <a:ext uri="{FF2B5EF4-FFF2-40B4-BE49-F238E27FC236}">
                <a16:creationId xmlns:a16="http://schemas.microsoft.com/office/drawing/2014/main" id="{E1ED5C02-4073-4A3B-AF10-4A0648C33BEB}"/>
              </a:ext>
            </a:extLst>
          </p:cNvPr>
          <p:cNvSpPr>
            <a:spLocks xmlns:a="http://schemas.openxmlformats.org/drawingml/2006/main" noGrp="1"/>
          </p:cNvSpPr>
          <p:nvPr/>
        </p:nvSpPr>
        <p:spPr>
          <a:xfrm xmlns:a="http://schemas.openxmlformats.org/drawingml/2006/main">
            <a:off x="1085850" y="5105400"/>
            <a:ext cx="361950" cy="361950"/>
          </a:xfrm>
          <a:prstGeom xmlns:a="http://schemas.openxmlformats.org/drawingml/2006/main" prst="ellipse">
            <a:avLst/>
          </a:prstGeom>
          <a:solidFill xmlns:a="http://schemas.openxmlformats.org/drawingml/2006/main">
            <a:srgbClr val="496B4A"/>
          </a:solidFill>
          <a:ln xmlns:a="http://schemas.openxmlformats.org/drawingml/2006/main" w="9525">
            <a:solidFill>
              <a:srgbClr val="F5E7C3"/>
            </a:solidFill>
          </a:ln>
        </p:spPr>
      </p:sp>
      <p:sp>
        <p:nvSpPr>
          <p:cNvPr id="34" name="Rectángulo 33">
            <a:extLst xmlns:a="http://schemas.openxmlformats.org/drawingml/2006/main">
              <a:ext uri="{FF2B5EF4-FFF2-40B4-BE49-F238E27FC236}">
                <a16:creationId xmlns:a16="http://schemas.microsoft.com/office/drawing/2014/main" id="{F49ADBB0-2D51-41F5-9F5F-40B5F266BCDB}"/>
              </a:ext>
            </a:extLst>
          </p:cNvPr>
          <p:cNvSpPr>
            <a:spLocks xmlns:a="http://schemas.openxmlformats.org/drawingml/2006/main" noGrp="1"/>
          </p:cNvSpPr>
          <p:nvPr/>
        </p:nvSpPr>
        <p:spPr>
          <a:xfrm xmlns:a="http://schemas.openxmlformats.org/drawingml/2006/main">
            <a:off x="1085850" y="5124450"/>
            <a:ext cx="361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1">
                <a:solidFill>
                  <a:srgbClr val="FFFFFF"/>
                </a:solidFill>
              </a:defRPr>
            </a:pPr>
            <a:r>
              <a:rPr sz="1125" b="1">
                <a:solidFill>
                  <a:srgbClr val="FFFFFF"/>
                </a:solidFill>
              </a:rPr>
              <a:t>5</a:t>
            </a:r>
          </a:p>
        </p:txBody>
      </p:sp>
      <p:sp>
        <p:nvSpPr>
          <p:cNvPr id="35" name="Rectángulo 34">
            <a:extLst xmlns:a="http://schemas.openxmlformats.org/drawingml/2006/main">
              <a:ext uri="{FF2B5EF4-FFF2-40B4-BE49-F238E27FC236}">
                <a16:creationId xmlns:a16="http://schemas.microsoft.com/office/drawing/2014/main" id="{336EC6DF-7239-4253-9ACE-80243B2976E6}"/>
              </a:ext>
            </a:extLst>
          </p:cNvPr>
          <p:cNvSpPr>
            <a:spLocks xmlns:a="http://schemas.openxmlformats.org/drawingml/2006/main" noGrp="1"/>
          </p:cNvSpPr>
          <p:nvPr/>
        </p:nvSpPr>
        <p:spPr>
          <a:xfrm xmlns:a="http://schemas.openxmlformats.org/drawingml/2006/main">
            <a:off x="533400" y="51244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975" b="1">
                <a:solidFill>
                  <a:srgbClr val="AAB9BC"/>
                </a:solidFill>
              </a:defRPr>
            </a:pPr>
            <a:r>
              <a:rPr sz="975" b="1">
                <a:solidFill>
                  <a:srgbClr val="AAB9BC"/>
                </a:solidFill>
              </a:rPr>
              <a:t>58′</a:t>
            </a:r>
          </a:p>
        </p:txBody>
      </p:sp>
      <p:sp>
        <p:nvSpPr>
          <p:cNvPr id="36" name="Rectángulo 35">
            <a:extLst xmlns:a="http://schemas.openxmlformats.org/drawingml/2006/main">
              <a:ext uri="{FF2B5EF4-FFF2-40B4-BE49-F238E27FC236}">
                <a16:creationId xmlns:a16="http://schemas.microsoft.com/office/drawing/2014/main" id="{89AB0ED0-9F6F-4E16-8BD6-1E0D0433FD62}"/>
              </a:ext>
            </a:extLst>
          </p:cNvPr>
          <p:cNvSpPr>
            <a:spLocks xmlns:a="http://schemas.openxmlformats.org/drawingml/2006/main" noGrp="1"/>
          </p:cNvSpPr>
          <p:nvPr/>
        </p:nvSpPr>
        <p:spPr>
          <a:xfrm xmlns:a="http://schemas.openxmlformats.org/drawingml/2006/main">
            <a:off x="1752600" y="50101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350" b="1">
                <a:solidFill>
                  <a:srgbClr val="D9A441"/>
                </a:solidFill>
              </a:defRPr>
            </a:pPr>
            <a:r>
              <a:rPr sz="1350" b="1">
                <a:solidFill>
                  <a:srgbClr val="D9A441"/>
                </a:solidFill>
              </a:rPr>
              <a:t>RESPONDER</a:t>
            </a:r>
          </a:p>
        </p:txBody>
      </p:sp>
      <p:sp>
        <p:nvSpPr>
          <p:cNvPr id="37" name="Rectángulo 36">
            <a:extLst xmlns:a="http://schemas.openxmlformats.org/drawingml/2006/main">
              <a:ext uri="{FF2B5EF4-FFF2-40B4-BE49-F238E27FC236}">
                <a16:creationId xmlns:a16="http://schemas.microsoft.com/office/drawing/2014/main" id="{CEED62F7-9C9A-4EFF-AE0F-747882061D5F}"/>
              </a:ext>
            </a:extLst>
          </p:cNvPr>
          <p:cNvSpPr>
            <a:spLocks xmlns:a="http://schemas.openxmlformats.org/drawingml/2006/main" noGrp="1"/>
          </p:cNvSpPr>
          <p:nvPr/>
        </p:nvSpPr>
        <p:spPr>
          <a:xfrm xmlns:a="http://schemas.openxmlformats.org/drawingml/2006/main">
            <a:off x="1752600" y="5305425"/>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125" b="0">
                <a:solidFill>
                  <a:srgbClr val="FFFFFF"/>
                </a:solidFill>
              </a:defRPr>
            </a:pPr>
            <a:r>
              <a:rPr sz="1125" b="0">
                <a:solidFill>
                  <a:srgbClr val="FFFFFF"/>
                </a:solidFill>
              </a:rPr>
              <a:t>Escribir «esta semana miraré de nuevo…» y un gesto. Compartir libremente y orar.</a:t>
            </a:r>
          </a:p>
        </p:txBody>
      </p:sp>
      <p:sp>
        <p:nvSpPr>
          <p:cNvPr id="38" name="Rectángulo: esquinas redondeadas 37">
            <a:extLst xmlns:a="http://schemas.openxmlformats.org/drawingml/2006/main">
              <a:ext uri="{FF2B5EF4-FFF2-40B4-BE49-F238E27FC236}">
                <a16:creationId xmlns:a16="http://schemas.microsoft.com/office/drawing/2014/main" id="{192F604F-0693-4338-B4C8-60A0986BAF1E}"/>
              </a:ext>
            </a:extLst>
          </p:cNvPr>
          <p:cNvSpPr>
            <a:spLocks xmlns:a="http://schemas.openxmlformats.org/drawingml/2006/main" noGrp="1"/>
          </p:cNvSpPr>
          <p:nvPr/>
        </p:nvSpPr>
        <p:spPr>
          <a:xfrm xmlns:a="http://schemas.openxmlformats.org/drawingml/2006/main">
            <a:off x="6524625" y="5010150"/>
            <a:ext cx="4953000" cy="666750"/>
          </a:xfrm>
          <a:prstGeom xmlns:a="http://schemas.openxmlformats.org/drawingml/2006/main" prst="roundRect">
            <a:avLst>
              <a:gd name="adj" fmla="val 17143"/>
            </a:avLst>
          </a:prstGeom>
          <a:ln xmlns:a="http://schemas.openxmlformats.org/drawingml/2006/main" w="9525">
            <a:solidFill>
              <a:srgbClr val="6E8790"/>
            </a:solidFill>
            <a:prstDash val="solid"/>
          </a:ln>
        </p:spPr>
      </p:sp>
      <p:sp>
        <p:nvSpPr>
          <p:cNvPr id="39" name="Rectángulo 38">
            <a:extLst xmlns:a="http://schemas.openxmlformats.org/drawingml/2006/main">
              <a:ext uri="{FF2B5EF4-FFF2-40B4-BE49-F238E27FC236}">
                <a16:creationId xmlns:a16="http://schemas.microsoft.com/office/drawing/2014/main" id="{E1A9E620-0DA6-4D84-A6FA-A22825ED5D1C}"/>
              </a:ext>
            </a:extLst>
          </p:cNvPr>
          <p:cNvSpPr>
            <a:spLocks xmlns:a="http://schemas.openxmlformats.org/drawingml/2006/main" noGrp="1"/>
          </p:cNvSpPr>
          <p:nvPr/>
        </p:nvSpPr>
        <p:spPr>
          <a:xfrm xmlns:a="http://schemas.openxmlformats.org/drawingml/2006/main">
            <a:off x="6743700" y="5105400"/>
            <a:ext cx="45148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75" b="1">
                <a:solidFill>
                  <a:srgbClr val="F5E7C3"/>
                </a:solidFill>
              </a:defRPr>
            </a:pPr>
            <a:r>
              <a:rPr sz="1275" b="1">
                <a:solidFill>
                  <a:srgbClr val="F5E7C3"/>
                </a:solidFill>
              </a:rPr>
              <a:t>¿Qué pequeño acto mostrará que el tesoro vale más?</a:t>
            </a:r>
          </a:p>
        </p:txBody>
      </p:sp>
      <p:sp>
        <p:nvSpPr>
          <p:cNvPr id="40" name="Rectángulo: esquinas redondeadas 39">
            <a:extLst xmlns:a="http://schemas.openxmlformats.org/drawingml/2006/main">
              <a:ext uri="{FF2B5EF4-FFF2-40B4-BE49-F238E27FC236}">
                <a16:creationId xmlns:a16="http://schemas.microsoft.com/office/drawing/2014/main" id="{4ED58C9D-8432-446A-B976-960336A9AB6B}"/>
              </a:ext>
            </a:extLst>
          </p:cNvPr>
          <p:cNvSpPr>
            <a:spLocks xmlns:a="http://schemas.openxmlformats.org/drawingml/2006/main" noGrp="1"/>
          </p:cNvSpPr>
          <p:nvPr/>
        </p:nvSpPr>
        <p:spPr>
          <a:xfrm xmlns:a="http://schemas.openxmlformats.org/drawingml/2006/main">
            <a:off x="1752600" y="6048375"/>
            <a:ext cx="9725025" cy="447675"/>
          </a:xfrm>
          <a:prstGeom xmlns:a="http://schemas.openxmlformats.org/drawingml/2006/main" prst="roundRect">
            <a:avLst>
              <a:gd name="adj" fmla="val 25532"/>
            </a:avLst>
          </a:prstGeom>
          <a:ln xmlns:a="http://schemas.openxmlformats.org/drawingml/2006/main" w="9525">
            <a:solidFill>
              <a:srgbClr val="D9A441"/>
            </a:solidFill>
            <a:prstDash val="solid"/>
          </a:ln>
        </p:spPr>
      </p:sp>
      <p:sp>
        <p:nvSpPr>
          <p:cNvPr id="41" name="Rectángulo 40">
            <a:extLst xmlns:a="http://schemas.openxmlformats.org/drawingml/2006/main">
              <a:ext uri="{FF2B5EF4-FFF2-40B4-BE49-F238E27FC236}">
                <a16:creationId xmlns:a16="http://schemas.microsoft.com/office/drawing/2014/main" id="{1E9C6448-F067-47A4-9BF5-FD916857C243}"/>
              </a:ext>
            </a:extLst>
          </p:cNvPr>
          <p:cNvSpPr>
            <a:spLocks xmlns:a="http://schemas.openxmlformats.org/drawingml/2006/main" noGrp="1"/>
          </p:cNvSpPr>
          <p:nvPr/>
        </p:nvSpPr>
        <p:spPr>
          <a:xfrm xmlns:a="http://schemas.openxmlformats.org/drawingml/2006/main">
            <a:off x="1943100" y="6124575"/>
            <a:ext cx="9344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1200" b="1">
                <a:solidFill>
                  <a:srgbClr val="FFFFFF"/>
                </a:solidFill>
              </a:defRPr>
            </a:pPr>
            <a:r>
              <a:rPr sz="1200" b="1">
                <a:solidFill>
                  <a:srgbClr val="FFFFFF"/>
                </a:solidFill>
              </a:rPr>
              <a:t>CRITERIO: releer no es llamar bueno al daño; las decisiones importantes se disciernen con tiempo, libertad y apoyo.</a:t>
            </a:r>
          </a:p>
        </p:txBody>
      </p:sp>
      <p:sp>
        <p:nvSpPr>
          <p:cNvPr id="42" name="Rectángulo 41">
            <a:extLst xmlns:a="http://schemas.openxmlformats.org/drawingml/2006/main">
              <a:ext uri="{FF2B5EF4-FFF2-40B4-BE49-F238E27FC236}">
                <a16:creationId xmlns:a16="http://schemas.microsoft.com/office/drawing/2014/main" id="{B8673AC7-8C86-4415-B176-1DC3C9738DEF}"/>
              </a:ext>
            </a:extLst>
          </p:cNvPr>
          <p:cNvSpPr>
            <a:spLocks xmlns:a="http://schemas.openxmlformats.org/drawingml/2006/main" noGrp="1"/>
          </p:cNvSpPr>
          <p:nvPr/>
        </p:nvSpPr>
        <p:spPr>
          <a:xfrm xmlns:a="http://schemas.openxmlformats.org/drawingml/2006/main">
            <a:off x="11334750" y="6429375"/>
            <a:ext cx="4000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buNone/>
              <a:defRPr sz="825" b="0">
                <a:solidFill>
                  <a:srgbClr val="B8C3C7"/>
                </a:solidFill>
              </a:defRPr>
            </a:pPr>
            <a:r>
              <a:rPr sz="825" b="0">
                <a:solidFill>
                  <a:srgbClr val="B8C3C7"/>
                </a:solidFill>
              </a:rPr>
              <a:t>03</a:t>
            </a:r>
          </a:p>
        </p:txBody>
      </p:sp>
    </p:spTree>
    <p:extLst>
      <p:ext uri="{BB962C8B-B14F-4D97-AF65-F5344CB8AC3E}">
        <p14:creationId xmlns:p14="http://schemas.microsoft.com/office/powerpoint/2010/main" val="20084964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2026-07-19T11:01:43.6620000Z</dcterms:created>
  <dcterms:modified xsi:type="dcterms:W3CDTF">2026-07-19T11:01:43.6620000Z</dcterms:modified>
</coreProperties>
</file>