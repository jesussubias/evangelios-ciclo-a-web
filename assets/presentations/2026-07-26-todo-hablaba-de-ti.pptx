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3b067ac8d14998" /><Relationship Type="http://schemas.openxmlformats.org/officeDocument/2006/relationships/extended-properties" Target="/docProps/app.xml" Id="R4d714d1d2b544099" /><Relationship Type="http://schemas.openxmlformats.org/officeDocument/2006/relationships/officeDocument" Target="/ppt/presentation.xml" Id="Redc4994af4ec4d51" /></Relationships>
</file>

<file path=ppt/presentation.xml><?xml version="1.0" encoding="utf-8"?>
<p:presentation xmlns:p="http://schemas.openxmlformats.org/presentationml/2006/main">
  <p:sldMasterIdLst>
    <p:sldMasterId xmlns:r="http://schemas.openxmlformats.org/officeDocument/2006/relationships" id="2147483648" r:id="Rf53feb853ad74b7b"/>
  </p:sldMasterIdLst>
  <p:notesMasterIdLst>
    <p:notesMasterId xmlns:r="http://schemas.openxmlformats.org/officeDocument/2006/relationships" r:id="Rd12f3e867e454076"/>
  </p:notesMasterIdLst>
  <p:sldIdLst>
    <p:sldId xmlns:r="http://schemas.openxmlformats.org/officeDocument/2006/relationships" id="256" r:id="R5e2561db2a564748"/>
    <p:sldId xmlns:r="http://schemas.openxmlformats.org/officeDocument/2006/relationships" id="257" r:id="R5ba0308bae3347cf"/>
    <p:sldId xmlns:r="http://schemas.openxmlformats.org/officeDocument/2006/relationships" id="258" r:id="R57a7fb8f18e1411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3af21ae6514a7f" /><Relationship Type="http://schemas.openxmlformats.org/officeDocument/2006/relationships/slideMaster" Target="/ppt/slideMasters/slideMaster1.xml" Id="Rf53feb853ad74b7b" /><Relationship Type="http://schemas.openxmlformats.org/officeDocument/2006/relationships/notesMaster" Target="/ppt/notesMasters/notesMaster1.xml" Id="Rd12f3e867e454076" /><Relationship Type="http://schemas.openxmlformats.org/officeDocument/2006/relationships/presProps" Target="/ppt/presProps.xml" Id="R5e211b5698654468" /><Relationship Type="http://schemas.openxmlformats.org/officeDocument/2006/relationships/tableStyles" Target="/ppt/tableStyles.xml" Id="R6022f15dc98a4085" /><Relationship Type="http://schemas.openxmlformats.org/officeDocument/2006/relationships/slide" Target="/ppt/slides/slide1.xml" Id="R5e2561db2a564748" /><Relationship Type="http://schemas.openxmlformats.org/officeDocument/2006/relationships/slide" Target="/ppt/slides/slide2.xml" Id="R5ba0308bae3347cf" /><Relationship Type="http://schemas.openxmlformats.org/officeDocument/2006/relationships/slide" Target="/ppt/slides/slide3.xml" Id="R57a7fb8f18e141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5af66e459942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952b9b1c1f4b23" /><Relationship Type="http://schemas.openxmlformats.org/officeDocument/2006/relationships/notesMaster" Target="/ppt/notesMasters/notesMaster1.xml" Id="R396407a0e92a4e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3ecfbecfa2475f" /><Relationship Type="http://schemas.openxmlformats.org/officeDocument/2006/relationships/notesMaster" Target="/ppt/notesMasters/notesMaster1.xml" Id="R8c87b223dc6749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481418309d49bb" /><Relationship Type="http://schemas.openxmlformats.org/officeDocument/2006/relationships/notesMaster" Target="/ppt/notesMasters/notesMaster1.xml" Id="Ra4de5b166b8843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mapa enlaza las tres parábolas y el cierre del escriba. Buscar mantiene abierto el deseo; descubrir reconoce una presencia que ya estaba cerca; releer permite mirar la historia con ojos nuevos sin negar el daño; valorar educa el deseo como la perla; elegir recoge la alegría del tesoro y el discernimiento de la red. Subrayar que el Reino no justifica heridas ni convierte todo lo ocurrido en voluntad de Dios.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Puede asignarse una resonancia a cada pareja. Génesis nombra la presencia no reconocida; Sabiduría educa el deseo y el valor; Emaús muestra una historia que se comprende al abrirse los ojos; Tesalonicenses impide una lectura ingenua: discernir significa conservar el bien sin llamar bueno al daño. Pedir siempre ejemplos opcionales y no interpretar la vida ajena.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audio Todo hablaba de ti, copias de Mt 13,44-52, tarjetas y un caso ficticio por trío. Releer no significa afirmar que Dios quiso el daño ni convertir cada coincidencia en una señal. No pedir relatos íntimos ni tomar decisiones graves en la reunión. La expresión «venderlo todo» no justifica sacrificios dañinos, rupturas precipitadas ni abandono de responsabilidades. Compartir y pasar son opciones válidas; las decisiones importantes se contrastan con tiempo, comunidad y ayuda competente.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94e334b6c047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121a802a76490b" /><Relationship Type="http://schemas.openxmlformats.org/officeDocument/2006/relationships/slideLayout" Target="/ppt/slideLayouts/slideLayout1.xml" Id="R6798532ddf1e4a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98532ddf1e4a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32af2becdc044bf" /><Relationship Type="http://schemas.openxmlformats.org/officeDocument/2006/relationships/image" Target="/ppt/media/image.png" Id="R97a21f9c8568483f" /><Relationship Type="http://schemas.openxmlformats.org/officeDocument/2006/relationships/notesSlide" Target="/ppt/notesSlides/notesSlide1.xml" Id="R78e33dc54e5f4c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3062a6f0714777" /><Relationship Type="http://schemas.openxmlformats.org/officeDocument/2006/relationships/notesSlide" Target="/ppt/notesSlides/notesSlide2.xml" Id="Rbb6c410644464c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7f6230e5e034d88" /><Relationship Type="http://schemas.openxmlformats.org/officeDocument/2006/relationships/notesSlide" Target="/ppt/notesSlides/notesSlide3.xml" Id="R47149d59f3134bb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7a21f9c8568483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ck-title">
            <a:extLst xmlns:a="http://schemas.openxmlformats.org/drawingml/2006/main">
              <a:ext uri="{FF2B5EF4-FFF2-40B4-BE49-F238E27FC236}">
                <a16:creationId xmlns:a16="http://schemas.microsoft.com/office/drawing/2014/main" id="{E8FD9718-9969-47A3-A443-446BE537C85F}"/>
              </a:ext>
            </a:extLst>
          </p:cNvPr>
          <p:cNvSpPr>
            <a:spLocks xmlns:a="http://schemas.openxmlformats.org/drawingml/2006/main" noGrp="1"/>
          </p:cNvSpPr>
          <p:nvPr/>
        </p:nvSpPr>
        <p:spPr>
          <a:xfrm xmlns:a="http://schemas.openxmlformats.org/drawingml/2006/main">
            <a:off x="609600" y="266700"/>
            <a:ext cx="666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925" b="0" i="0">
                <a:ln w="0">
                  <a:noFill/>
                  <a:prstDash val="solid"/>
                </a:ln>
                <a:solidFill>
                  <a:srgbClr val="FFFFFF"/>
                </a:solidFill>
                <a:latin typeface="Arial"/>
                <a:ea typeface="Arial"/>
                <a:cs typeface="Arial"/>
              </a:defRPr>
            </a:pPr>
            <a:r>
              <a:rPr sz="2925" b="0" i="0">
                <a:ln w="0">
                  <a:noFill/>
                  <a:prstDash val="solid"/>
                </a:ln>
                <a:solidFill>
                  <a:srgbClr val="FFFFFF"/>
                </a:solidFill>
                <a:latin typeface="Arial"/>
                <a:ea typeface="Arial"/>
                <a:cs typeface="Arial"/>
              </a:rPr>
              <a:t>TODO HABLABA DE TI</a:t>
            </a:r>
          </a:p>
        </p:txBody>
      </p:sp>
      <p:sp>
        <p:nvSpPr>
          <p:cNvPr id="3" name="deck-subtitle">
            <a:extLst xmlns:a="http://schemas.openxmlformats.org/drawingml/2006/main">
              <a:ext uri="{FF2B5EF4-FFF2-40B4-BE49-F238E27FC236}">
                <a16:creationId xmlns:a16="http://schemas.microsoft.com/office/drawing/2014/main" id="{AA213DBB-B7EB-4D1D-844E-6FC662EA2926}"/>
              </a:ext>
            </a:extLst>
          </p:cNvPr>
          <p:cNvSpPr>
            <a:spLocks xmlns:a="http://schemas.openxmlformats.org/drawingml/2006/main" noGrp="1"/>
          </p:cNvSpPr>
          <p:nvPr/>
        </p:nvSpPr>
        <p:spPr>
          <a:xfrm xmlns:a="http://schemas.openxmlformats.org/drawingml/2006/main">
            <a:off x="628650" y="781050"/>
            <a:ext cx="781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75" b="0" i="0">
                <a:ln w="0">
                  <a:noFill/>
                  <a:prstDash val="solid"/>
                </a:ln>
                <a:solidFill>
                  <a:srgbClr val="FFF1CF"/>
                </a:solidFill>
                <a:latin typeface="Arial"/>
                <a:ea typeface="Arial"/>
                <a:cs typeface="Arial"/>
              </a:defRPr>
            </a:pPr>
            <a:r>
              <a:rPr sz="1575" b="0" i="0">
                <a:ln w="0">
                  <a:noFill/>
                  <a:prstDash val="solid"/>
                </a:ln>
                <a:solidFill>
                  <a:srgbClr val="FFF1CF"/>
                </a:solidFill>
                <a:latin typeface="Arial"/>
                <a:ea typeface="Arial"/>
                <a:cs typeface="Arial"/>
              </a:rPr>
              <a:t>Descubrir el Reino que ya estaba cerca</a:t>
            </a:r>
          </a:p>
        </p:txBody>
      </p:sp>
      <p:sp>
        <p:nvSpPr>
          <p:cNvPr id="4" name="central-callout">
            <a:extLst xmlns:a="http://schemas.openxmlformats.org/drawingml/2006/main">
              <a:ext uri="{FF2B5EF4-FFF2-40B4-BE49-F238E27FC236}">
                <a16:creationId xmlns:a16="http://schemas.microsoft.com/office/drawing/2014/main" id="{D0DEAB1B-60DA-461A-BC9A-C520D9C09DCD}"/>
              </a:ext>
            </a:extLst>
          </p:cNvPr>
          <p:cNvSpPr>
            <a:spLocks xmlns:a="http://schemas.openxmlformats.org/drawingml/2006/main" noGrp="1"/>
          </p:cNvSpPr>
          <p:nvPr/>
        </p:nvSpPr>
        <p:spPr>
          <a:xfrm xmlns:a="http://schemas.openxmlformats.org/drawingml/2006/main">
            <a:off x="628650" y="1562100"/>
            <a:ext cx="4857750" cy="1809750"/>
          </a:xfrm>
          <a:prstGeom xmlns:a="http://schemas.openxmlformats.org/drawingml/2006/main" prst="roundRect">
            <a:avLst>
              <a:gd name="adj" fmla="val 6316"/>
            </a:avLst>
          </a:prstGeom>
          <a:noFill xmlns:a="http://schemas.openxmlformats.org/drawingml/2006/main"/>
          <a:ln xmlns:a="http://schemas.openxmlformats.org/drawingml/2006/main" w="9525">
            <a:solidFill>
              <a:srgbClr val="D9A43B"/>
            </a:solidFill>
            <a:prstDash val="solid"/>
          </a:ln>
        </p:spPr>
      </p:sp>
      <p:sp>
        <p:nvSpPr>
          <p:cNvPr id="5" name="central-claim">
            <a:extLst xmlns:a="http://schemas.openxmlformats.org/drawingml/2006/main">
              <a:ext uri="{FF2B5EF4-FFF2-40B4-BE49-F238E27FC236}">
                <a16:creationId xmlns:a16="http://schemas.microsoft.com/office/drawing/2014/main" id="{74AAB882-117D-44D8-AB73-070C41DD9E77}"/>
              </a:ext>
            </a:extLst>
          </p:cNvPr>
          <p:cNvSpPr>
            <a:spLocks xmlns:a="http://schemas.openxmlformats.org/drawingml/2006/main" noGrp="1"/>
          </p:cNvSpPr>
          <p:nvPr/>
        </p:nvSpPr>
        <p:spPr>
          <a:xfrm xmlns:a="http://schemas.openxmlformats.org/drawingml/2006/main">
            <a:off x="895350" y="1752600"/>
            <a:ext cx="4324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2000"/>
              </a:lnSpc>
              <a:buNone/>
              <a:defRPr sz="2325" b="1" i="0">
                <a:ln w="0">
                  <a:noFill/>
                  <a:prstDash val="solid"/>
                </a:ln>
                <a:solidFill>
                  <a:srgbClr val="FFF1CF"/>
                </a:solidFill>
                <a:latin typeface="Arial"/>
                <a:ea typeface="Arial"/>
                <a:cs typeface="Arial"/>
              </a:defRPr>
            </a:pPr>
            <a:r>
              <a:rPr sz="2325" b="1" i="0">
                <a:ln w="0">
                  <a:noFill/>
                  <a:prstDash val="solid"/>
                </a:ln>
                <a:solidFill>
                  <a:srgbClr val="FFF1CF"/>
                </a:solidFill>
                <a:latin typeface="Arial"/>
                <a:ea typeface="Arial"/>
                <a:cs typeface="Arial"/>
              </a:rPr>
              <a:t>EL TESORO CAMBIA</a:t>
            </a:r>
          </a:p>
          <a:p xmlns:a="http://schemas.openxmlformats.org/drawingml/2006/main">
            <a:pPr algn="l">
              <a:lnSpc>
                <a:spcPct val="92000"/>
              </a:lnSpc>
              <a:buNone/>
              <a:defRPr sz="2325" b="1" i="0">
                <a:ln w="0">
                  <a:noFill/>
                  <a:prstDash val="solid"/>
                </a:ln>
                <a:solidFill>
                  <a:srgbClr val="FFF1CF"/>
                </a:solidFill>
                <a:latin typeface="Arial"/>
                <a:ea typeface="Arial"/>
                <a:cs typeface="Arial"/>
              </a:defRPr>
            </a:pPr>
            <a:r>
              <a:rPr sz="2325" b="1" i="0">
                <a:ln w="0">
                  <a:noFill/>
                  <a:prstDash val="solid"/>
                </a:ln>
                <a:solidFill>
                  <a:srgbClr val="FFF1CF"/>
                </a:solidFill>
                <a:latin typeface="Arial"/>
                <a:ea typeface="Arial"/>
                <a:cs typeface="Arial"/>
              </a:rPr>
              <a:t>LA MANERA DE MIRAR</a:t>
            </a:r>
          </a:p>
        </p:txBody>
      </p:sp>
      <p:sp>
        <p:nvSpPr>
          <p:cNvPr id="6" name="central-copy">
            <a:extLst xmlns:a="http://schemas.openxmlformats.org/drawingml/2006/main">
              <a:ext uri="{FF2B5EF4-FFF2-40B4-BE49-F238E27FC236}">
                <a16:creationId xmlns:a16="http://schemas.microsoft.com/office/drawing/2014/main" id="{F0D01727-9484-4007-A9F7-578CD3BE3A0D}"/>
              </a:ext>
            </a:extLst>
          </p:cNvPr>
          <p:cNvSpPr>
            <a:spLocks xmlns:a="http://schemas.openxmlformats.org/drawingml/2006/main" noGrp="1"/>
          </p:cNvSpPr>
          <p:nvPr/>
        </p:nvSpPr>
        <p:spPr>
          <a:xfrm xmlns:a="http://schemas.openxmlformats.org/drawingml/2006/main">
            <a:off x="895350" y="2609850"/>
            <a:ext cx="428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425" b="0" i="0">
                <a:ln w="0">
                  <a:noFill/>
                  <a:prstDash val="solid"/>
                </a:ln>
                <a:solidFill>
                  <a:srgbClr val="FFFFFF"/>
                </a:solidFill>
                <a:latin typeface="Arial"/>
                <a:ea typeface="Arial"/>
                <a:cs typeface="Arial"/>
              </a:defRPr>
            </a:pPr>
            <a:r>
              <a:rPr sz="1425" b="0" i="0">
                <a:ln w="0">
                  <a:noFill/>
                  <a:prstDash val="solid"/>
                </a:ln>
                <a:solidFill>
                  <a:srgbClr val="FFFFFF"/>
                </a:solidFill>
                <a:latin typeface="Arial"/>
                <a:ea typeface="Arial"/>
                <a:cs typeface="Arial"/>
              </a:rPr>
              <a:t>El Reino no borra el camino recorrido: abre los ojos para reconocer, discernir y elegir con alegría.</a:t>
            </a:r>
          </a:p>
        </p:txBody>
      </p:sp>
      <p:sp>
        <p:nvSpPr>
          <p:cNvPr id="7" name="lyric-quote">
            <a:extLst xmlns:a="http://schemas.openxmlformats.org/drawingml/2006/main">
              <a:ext uri="{FF2B5EF4-FFF2-40B4-BE49-F238E27FC236}">
                <a16:creationId xmlns:a16="http://schemas.microsoft.com/office/drawing/2014/main" id="{1137D073-5FB2-422F-B32E-FD0E4EC156BD}"/>
              </a:ext>
            </a:extLst>
          </p:cNvPr>
          <p:cNvSpPr>
            <a:spLocks xmlns:a="http://schemas.openxmlformats.org/drawingml/2006/main" noGrp="1"/>
          </p:cNvSpPr>
          <p:nvPr/>
        </p:nvSpPr>
        <p:spPr>
          <a:xfrm xmlns:a="http://schemas.openxmlformats.org/drawingml/2006/main">
            <a:off x="6153150" y="3962400"/>
            <a:ext cx="5391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425" b="0" i="1">
                <a:ln w="0">
                  <a:noFill/>
                  <a:prstDash val="solid"/>
                </a:ln>
                <a:solidFill>
                  <a:srgbClr val="FFF1CF"/>
                </a:solidFill>
                <a:latin typeface="Arial"/>
                <a:ea typeface="Arial"/>
                <a:cs typeface="Arial"/>
              </a:defRPr>
            </a:pPr>
            <a:r>
              <a:rPr sz="1425" b="0" i="1">
                <a:ln w="0">
                  <a:noFill/>
                  <a:prstDash val="solid"/>
                </a:ln>
                <a:solidFill>
                  <a:srgbClr val="FFF1CF"/>
                </a:solidFill>
                <a:latin typeface="Arial"/>
                <a:ea typeface="Arial"/>
                <a:cs typeface="Arial"/>
              </a:rPr>
              <a:t>«No cambiaste mi historia; cambiaste mi manera de leer.»</a:t>
            </a:r>
          </a:p>
        </p:txBody>
      </p:sp>
      <p:sp>
        <p:nvSpPr>
          <p:cNvPr id="8" name="step-rule">
            <a:extLst xmlns:a="http://schemas.openxmlformats.org/drawingml/2006/main">
              <a:ext uri="{FF2B5EF4-FFF2-40B4-BE49-F238E27FC236}">
                <a16:creationId xmlns:a16="http://schemas.microsoft.com/office/drawing/2014/main" id="{94BD6F08-76FA-4FB3-94BF-6EC7A549FAAB}"/>
              </a:ext>
            </a:extLst>
          </p:cNvPr>
          <p:cNvSpPr>
            <a:spLocks xmlns:a="http://schemas.openxmlformats.org/drawingml/2006/main" noGrp="1"/>
          </p:cNvSpPr>
          <p:nvPr/>
        </p:nvSpPr>
        <p:spPr>
          <a:xfrm xmlns:a="http://schemas.openxmlformats.org/drawingml/2006/main">
            <a:off x="533400" y="462915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9" name="step-circle-1">
            <a:extLst xmlns:a="http://schemas.openxmlformats.org/drawingml/2006/main">
              <a:ext uri="{FF2B5EF4-FFF2-40B4-BE49-F238E27FC236}">
                <a16:creationId xmlns:a16="http://schemas.microsoft.com/office/drawing/2014/main" id="{E101D127-3655-482B-84F4-2C3763CE9B37}"/>
              </a:ext>
            </a:extLst>
          </p:cNvPr>
          <p:cNvSpPr>
            <a:spLocks xmlns:a="http://schemas.openxmlformats.org/drawingml/2006/main" noGrp="1"/>
          </p:cNvSpPr>
          <p:nvPr/>
        </p:nvSpPr>
        <p:spPr>
          <a:xfrm xmlns:a="http://schemas.openxmlformats.org/drawingml/2006/main">
            <a:off x="53340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0" name="step-number-1">
            <a:extLst xmlns:a="http://schemas.openxmlformats.org/drawingml/2006/main">
              <a:ext uri="{FF2B5EF4-FFF2-40B4-BE49-F238E27FC236}">
                <a16:creationId xmlns:a16="http://schemas.microsoft.com/office/drawing/2014/main" id="{F9C3D1FF-A326-4E89-A9FF-FAAA3D2CC693}"/>
              </a:ext>
            </a:extLst>
          </p:cNvPr>
          <p:cNvSpPr>
            <a:spLocks xmlns:a="http://schemas.openxmlformats.org/drawingml/2006/main" noGrp="1"/>
          </p:cNvSpPr>
          <p:nvPr/>
        </p:nvSpPr>
        <p:spPr>
          <a:xfrm xmlns:a="http://schemas.openxmlformats.org/drawingml/2006/main">
            <a:off x="5334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ln w="0">
                  <a:noFill/>
                  <a:prstDash val="solid"/>
                </a:ln>
                <a:solidFill>
                  <a:srgbClr val="FFFFFF"/>
                </a:solidFill>
                <a:latin typeface="Arial"/>
                <a:ea typeface="Arial"/>
                <a:cs typeface="Arial"/>
              </a:defRPr>
            </a:pPr>
            <a:r>
              <a:rPr sz="975" b="0" i="0">
                <a:ln w="0">
                  <a:noFill/>
                  <a:prstDash val="solid"/>
                </a:ln>
                <a:solidFill>
                  <a:srgbClr val="FFFFFF"/>
                </a:solidFill>
                <a:latin typeface="Arial"/>
                <a:ea typeface="Arial"/>
                <a:cs typeface="Arial"/>
              </a:rPr>
              <a:t>1</a:t>
            </a:r>
          </a:p>
        </p:txBody>
      </p:sp>
      <p:sp>
        <p:nvSpPr>
          <p:cNvPr id="11" name="step-title-1">
            <a:extLst xmlns:a="http://schemas.openxmlformats.org/drawingml/2006/main">
              <a:ext uri="{FF2B5EF4-FFF2-40B4-BE49-F238E27FC236}">
                <a16:creationId xmlns:a16="http://schemas.microsoft.com/office/drawing/2014/main" id="{BFA32371-4C21-43F2-B94B-7D23779E3A99}"/>
              </a:ext>
            </a:extLst>
          </p:cNvPr>
          <p:cNvSpPr>
            <a:spLocks xmlns:a="http://schemas.openxmlformats.org/drawingml/2006/main" noGrp="1"/>
          </p:cNvSpPr>
          <p:nvPr/>
        </p:nvSpPr>
        <p:spPr>
          <a:xfrm xmlns:a="http://schemas.openxmlformats.org/drawingml/2006/main">
            <a:off x="6286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F0C766"/>
                </a:solidFill>
                <a:latin typeface="Arial"/>
                <a:ea typeface="Arial"/>
                <a:cs typeface="Arial"/>
              </a:defRPr>
            </a:pPr>
            <a:r>
              <a:rPr sz="1350" b="0" i="0">
                <a:ln w="0">
                  <a:noFill/>
                  <a:prstDash val="solid"/>
                </a:ln>
                <a:solidFill>
                  <a:srgbClr val="F0C766"/>
                </a:solidFill>
                <a:latin typeface="Arial"/>
                <a:ea typeface="Arial"/>
                <a:cs typeface="Arial"/>
              </a:rPr>
              <a:t>BUSCAR</a:t>
            </a:r>
          </a:p>
        </p:txBody>
      </p:sp>
      <p:sp>
        <p:nvSpPr>
          <p:cNvPr id="12" name="step-copy-1">
            <a:extLst xmlns:a="http://schemas.openxmlformats.org/drawingml/2006/main">
              <a:ext uri="{FF2B5EF4-FFF2-40B4-BE49-F238E27FC236}">
                <a16:creationId xmlns:a16="http://schemas.microsoft.com/office/drawing/2014/main" id="{EE093034-FFFB-405E-B614-C12AFFECA484}"/>
              </a:ext>
            </a:extLst>
          </p:cNvPr>
          <p:cNvSpPr>
            <a:spLocks xmlns:a="http://schemas.openxmlformats.org/drawingml/2006/main" noGrp="1"/>
          </p:cNvSpPr>
          <p:nvPr/>
        </p:nvSpPr>
        <p:spPr>
          <a:xfrm xmlns:a="http://schemas.openxmlformats.org/drawingml/2006/main">
            <a:off x="6286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0">
                  <a:noFill/>
                  <a:prstDash val="solid"/>
                </a:ln>
                <a:solidFill>
                  <a:srgbClr val="FFFFFF"/>
                </a:solidFill>
                <a:latin typeface="Arial"/>
                <a:ea typeface="Arial"/>
                <a:cs typeface="Arial"/>
              </a:defRPr>
            </a:pPr>
            <a:r>
              <a:rPr sz="1200" b="0" i="0">
                <a:ln w="0">
                  <a:noFill/>
                  <a:prstDash val="solid"/>
                </a:ln>
                <a:solidFill>
                  <a:srgbClr val="FFFFFF"/>
                </a:solidFill>
                <a:latin typeface="Arial"/>
                <a:ea typeface="Arial"/>
                <a:cs typeface="Arial"/>
              </a:rPr>
              <a:t>Preguntas, deseo, camino.</a:t>
            </a:r>
          </a:p>
        </p:txBody>
      </p:sp>
      <p:sp>
        <p:nvSpPr>
          <p:cNvPr id="13" name="step-divider-1">
            <a:extLst xmlns:a="http://schemas.openxmlformats.org/drawingml/2006/main">
              <a:ext uri="{FF2B5EF4-FFF2-40B4-BE49-F238E27FC236}">
                <a16:creationId xmlns:a16="http://schemas.microsoft.com/office/drawing/2014/main" id="{7D6B36BB-DBB2-487C-8FF1-07CF63CCD089}"/>
              </a:ext>
            </a:extLst>
          </p:cNvPr>
          <p:cNvSpPr>
            <a:spLocks xmlns:a="http://schemas.openxmlformats.org/drawingml/2006/main" noGrp="1"/>
          </p:cNvSpPr>
          <p:nvPr/>
        </p:nvSpPr>
        <p:spPr>
          <a:xfrm xmlns:a="http://schemas.openxmlformats.org/drawingml/2006/main">
            <a:off x="6286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14" name="step-meaning-1">
            <a:extLst xmlns:a="http://schemas.openxmlformats.org/drawingml/2006/main">
              <a:ext uri="{FF2B5EF4-FFF2-40B4-BE49-F238E27FC236}">
                <a16:creationId xmlns:a16="http://schemas.microsoft.com/office/drawing/2014/main" id="{D7F2E00F-4AC0-4B90-9DE2-E399DF311C5A}"/>
              </a:ext>
            </a:extLst>
          </p:cNvPr>
          <p:cNvSpPr>
            <a:spLocks xmlns:a="http://schemas.openxmlformats.org/drawingml/2006/main" noGrp="1"/>
          </p:cNvSpPr>
          <p:nvPr/>
        </p:nvSpPr>
        <p:spPr>
          <a:xfrm xmlns:a="http://schemas.openxmlformats.org/drawingml/2006/main">
            <a:off x="6286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5F0E7"/>
                </a:solidFill>
                <a:latin typeface="Arial"/>
                <a:ea typeface="Arial"/>
                <a:cs typeface="Arial"/>
              </a:defRPr>
            </a:pPr>
            <a:r>
              <a:rPr sz="1125" b="0" i="0">
                <a:ln w="0">
                  <a:noFill/>
                  <a:prstDash val="solid"/>
                </a:ln>
                <a:solidFill>
                  <a:srgbClr val="F5F0E7"/>
                </a:solidFill>
                <a:latin typeface="Arial"/>
                <a:ea typeface="Arial"/>
                <a:cs typeface="Arial"/>
              </a:rPr>
              <a:t>Buscar con honestidad mantiene abierto el corazón.</a:t>
            </a:r>
          </a:p>
        </p:txBody>
      </p:sp>
      <p:sp>
        <p:nvSpPr>
          <p:cNvPr id="15" name="step-circle-2">
            <a:extLst xmlns:a="http://schemas.openxmlformats.org/drawingml/2006/main">
              <a:ext uri="{FF2B5EF4-FFF2-40B4-BE49-F238E27FC236}">
                <a16:creationId xmlns:a16="http://schemas.microsoft.com/office/drawing/2014/main" id="{069EFA81-C659-49F5-84B5-242429AA32BA}"/>
              </a:ext>
            </a:extLst>
          </p:cNvPr>
          <p:cNvSpPr>
            <a:spLocks xmlns:a="http://schemas.openxmlformats.org/drawingml/2006/main" noGrp="1"/>
          </p:cNvSpPr>
          <p:nvPr/>
        </p:nvSpPr>
        <p:spPr>
          <a:xfrm xmlns:a="http://schemas.openxmlformats.org/drawingml/2006/main">
            <a:off x="282892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6" name="step-number-2">
            <a:extLst xmlns:a="http://schemas.openxmlformats.org/drawingml/2006/main">
              <a:ext uri="{FF2B5EF4-FFF2-40B4-BE49-F238E27FC236}">
                <a16:creationId xmlns:a16="http://schemas.microsoft.com/office/drawing/2014/main" id="{DC0486CA-8F65-4C09-A5E7-2672A2F15046}"/>
              </a:ext>
            </a:extLst>
          </p:cNvPr>
          <p:cNvSpPr>
            <a:spLocks xmlns:a="http://schemas.openxmlformats.org/drawingml/2006/main" noGrp="1"/>
          </p:cNvSpPr>
          <p:nvPr/>
        </p:nvSpPr>
        <p:spPr>
          <a:xfrm xmlns:a="http://schemas.openxmlformats.org/drawingml/2006/main">
            <a:off x="282892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ln w="0">
                  <a:noFill/>
                  <a:prstDash val="solid"/>
                </a:ln>
                <a:solidFill>
                  <a:srgbClr val="FFFFFF"/>
                </a:solidFill>
                <a:latin typeface="Arial"/>
                <a:ea typeface="Arial"/>
                <a:cs typeface="Arial"/>
              </a:defRPr>
            </a:pPr>
            <a:r>
              <a:rPr sz="975" b="0" i="0">
                <a:ln w="0">
                  <a:noFill/>
                  <a:prstDash val="solid"/>
                </a:ln>
                <a:solidFill>
                  <a:srgbClr val="FFFFFF"/>
                </a:solidFill>
                <a:latin typeface="Arial"/>
                <a:ea typeface="Arial"/>
                <a:cs typeface="Arial"/>
              </a:rPr>
              <a:t>2</a:t>
            </a:r>
          </a:p>
        </p:txBody>
      </p:sp>
      <p:sp>
        <p:nvSpPr>
          <p:cNvPr id="17" name="step-title-2">
            <a:extLst xmlns:a="http://schemas.openxmlformats.org/drawingml/2006/main">
              <a:ext uri="{FF2B5EF4-FFF2-40B4-BE49-F238E27FC236}">
                <a16:creationId xmlns:a16="http://schemas.microsoft.com/office/drawing/2014/main" id="{54B777F6-C44B-4E61-B013-A62FF17DDC7C}"/>
              </a:ext>
            </a:extLst>
          </p:cNvPr>
          <p:cNvSpPr>
            <a:spLocks xmlns:a="http://schemas.openxmlformats.org/drawingml/2006/main" noGrp="1"/>
          </p:cNvSpPr>
          <p:nvPr/>
        </p:nvSpPr>
        <p:spPr>
          <a:xfrm xmlns:a="http://schemas.openxmlformats.org/drawingml/2006/main">
            <a:off x="292417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F0C766"/>
                </a:solidFill>
                <a:latin typeface="Arial"/>
                <a:ea typeface="Arial"/>
                <a:cs typeface="Arial"/>
              </a:defRPr>
            </a:pPr>
            <a:r>
              <a:rPr sz="1350" b="0" i="0">
                <a:ln w="0">
                  <a:noFill/>
                  <a:prstDash val="solid"/>
                </a:ln>
                <a:solidFill>
                  <a:srgbClr val="F0C766"/>
                </a:solidFill>
                <a:latin typeface="Arial"/>
                <a:ea typeface="Arial"/>
                <a:cs typeface="Arial"/>
              </a:rPr>
              <a:t>DESCUBRIR</a:t>
            </a:r>
          </a:p>
        </p:txBody>
      </p:sp>
      <p:sp>
        <p:nvSpPr>
          <p:cNvPr id="18" name="step-copy-2">
            <a:extLst xmlns:a="http://schemas.openxmlformats.org/drawingml/2006/main">
              <a:ext uri="{FF2B5EF4-FFF2-40B4-BE49-F238E27FC236}">
                <a16:creationId xmlns:a16="http://schemas.microsoft.com/office/drawing/2014/main" id="{980EBA2F-AEF6-48C6-8262-7D0FE39B88E9}"/>
              </a:ext>
            </a:extLst>
          </p:cNvPr>
          <p:cNvSpPr>
            <a:spLocks xmlns:a="http://schemas.openxmlformats.org/drawingml/2006/main" noGrp="1"/>
          </p:cNvSpPr>
          <p:nvPr/>
        </p:nvSpPr>
        <p:spPr>
          <a:xfrm xmlns:a="http://schemas.openxmlformats.org/drawingml/2006/main">
            <a:off x="292417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0">
                  <a:noFill/>
                  <a:prstDash val="solid"/>
                </a:ln>
                <a:solidFill>
                  <a:srgbClr val="FFFFFF"/>
                </a:solidFill>
                <a:latin typeface="Arial"/>
                <a:ea typeface="Arial"/>
                <a:cs typeface="Arial"/>
              </a:defRPr>
            </a:pPr>
            <a:r>
              <a:rPr sz="1200" b="0" i="0">
                <a:ln w="0">
                  <a:noFill/>
                  <a:prstDash val="solid"/>
                </a:ln>
                <a:solidFill>
                  <a:srgbClr val="FFFFFF"/>
                </a:solidFill>
                <a:latin typeface="Arial"/>
                <a:ea typeface="Arial"/>
                <a:cs typeface="Arial"/>
              </a:rPr>
              <a:t>El tesoro aparece en un campo conocido.</a:t>
            </a:r>
          </a:p>
        </p:txBody>
      </p:sp>
      <p:sp>
        <p:nvSpPr>
          <p:cNvPr id="19" name="step-divider-2">
            <a:extLst xmlns:a="http://schemas.openxmlformats.org/drawingml/2006/main">
              <a:ext uri="{FF2B5EF4-FFF2-40B4-BE49-F238E27FC236}">
                <a16:creationId xmlns:a16="http://schemas.microsoft.com/office/drawing/2014/main" id="{2F182322-5ECD-4B18-98BE-DCC5139DBE47}"/>
              </a:ext>
            </a:extLst>
          </p:cNvPr>
          <p:cNvSpPr>
            <a:spLocks xmlns:a="http://schemas.openxmlformats.org/drawingml/2006/main" noGrp="1"/>
          </p:cNvSpPr>
          <p:nvPr/>
        </p:nvSpPr>
        <p:spPr>
          <a:xfrm xmlns:a="http://schemas.openxmlformats.org/drawingml/2006/main">
            <a:off x="292417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0" name="step-meaning-2">
            <a:extLst xmlns:a="http://schemas.openxmlformats.org/drawingml/2006/main">
              <a:ext uri="{FF2B5EF4-FFF2-40B4-BE49-F238E27FC236}">
                <a16:creationId xmlns:a16="http://schemas.microsoft.com/office/drawing/2014/main" id="{F0318E6E-2717-4C18-B779-59398CBC3854}"/>
              </a:ext>
            </a:extLst>
          </p:cNvPr>
          <p:cNvSpPr>
            <a:spLocks xmlns:a="http://schemas.openxmlformats.org/drawingml/2006/main" noGrp="1"/>
          </p:cNvSpPr>
          <p:nvPr/>
        </p:nvSpPr>
        <p:spPr>
          <a:xfrm xmlns:a="http://schemas.openxmlformats.org/drawingml/2006/main">
            <a:off x="292417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5F0E7"/>
                </a:solidFill>
                <a:latin typeface="Arial"/>
                <a:ea typeface="Arial"/>
                <a:cs typeface="Arial"/>
              </a:defRPr>
            </a:pPr>
            <a:r>
              <a:rPr sz="1125" b="0" i="0">
                <a:ln w="0">
                  <a:noFill/>
                  <a:prstDash val="solid"/>
                </a:ln>
                <a:solidFill>
                  <a:srgbClr val="F5F0E7"/>
                </a:solidFill>
                <a:latin typeface="Arial"/>
                <a:ea typeface="Arial"/>
                <a:cs typeface="Arial"/>
              </a:rPr>
              <a:t>Dios puede estar más cerca de lo que parecía.</a:t>
            </a:r>
          </a:p>
        </p:txBody>
      </p:sp>
      <p:sp>
        <p:nvSpPr>
          <p:cNvPr id="21" name="step-circle-3">
            <a:extLst xmlns:a="http://schemas.openxmlformats.org/drawingml/2006/main">
              <a:ext uri="{FF2B5EF4-FFF2-40B4-BE49-F238E27FC236}">
                <a16:creationId xmlns:a16="http://schemas.microsoft.com/office/drawing/2014/main" id="{94C9D10E-52FA-4607-B07F-23D1FFB4F658}"/>
              </a:ext>
            </a:extLst>
          </p:cNvPr>
          <p:cNvSpPr>
            <a:spLocks xmlns:a="http://schemas.openxmlformats.org/drawingml/2006/main" noGrp="1"/>
          </p:cNvSpPr>
          <p:nvPr/>
        </p:nvSpPr>
        <p:spPr>
          <a:xfrm xmlns:a="http://schemas.openxmlformats.org/drawingml/2006/main">
            <a:off x="512445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2" name="step-number-3">
            <a:extLst xmlns:a="http://schemas.openxmlformats.org/drawingml/2006/main">
              <a:ext uri="{FF2B5EF4-FFF2-40B4-BE49-F238E27FC236}">
                <a16:creationId xmlns:a16="http://schemas.microsoft.com/office/drawing/2014/main" id="{BB6B7F99-B834-4A04-B64C-40D341B93B77}"/>
              </a:ext>
            </a:extLst>
          </p:cNvPr>
          <p:cNvSpPr>
            <a:spLocks xmlns:a="http://schemas.openxmlformats.org/drawingml/2006/main" noGrp="1"/>
          </p:cNvSpPr>
          <p:nvPr/>
        </p:nvSpPr>
        <p:spPr>
          <a:xfrm xmlns:a="http://schemas.openxmlformats.org/drawingml/2006/main">
            <a:off x="512445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ln w="0">
                  <a:noFill/>
                  <a:prstDash val="solid"/>
                </a:ln>
                <a:solidFill>
                  <a:srgbClr val="FFFFFF"/>
                </a:solidFill>
                <a:latin typeface="Arial"/>
                <a:ea typeface="Arial"/>
                <a:cs typeface="Arial"/>
              </a:defRPr>
            </a:pPr>
            <a:r>
              <a:rPr sz="975" b="0" i="0">
                <a:ln w="0">
                  <a:noFill/>
                  <a:prstDash val="solid"/>
                </a:ln>
                <a:solidFill>
                  <a:srgbClr val="FFFFFF"/>
                </a:solidFill>
                <a:latin typeface="Arial"/>
                <a:ea typeface="Arial"/>
                <a:cs typeface="Arial"/>
              </a:rPr>
              <a:t>3</a:t>
            </a:r>
          </a:p>
        </p:txBody>
      </p:sp>
      <p:sp>
        <p:nvSpPr>
          <p:cNvPr id="23" name="step-title-3">
            <a:extLst xmlns:a="http://schemas.openxmlformats.org/drawingml/2006/main">
              <a:ext uri="{FF2B5EF4-FFF2-40B4-BE49-F238E27FC236}">
                <a16:creationId xmlns:a16="http://schemas.microsoft.com/office/drawing/2014/main" id="{9F583C81-B96A-49E8-A254-36529FE50D12}"/>
              </a:ext>
            </a:extLst>
          </p:cNvPr>
          <p:cNvSpPr>
            <a:spLocks xmlns:a="http://schemas.openxmlformats.org/drawingml/2006/main" noGrp="1"/>
          </p:cNvSpPr>
          <p:nvPr/>
        </p:nvSpPr>
        <p:spPr>
          <a:xfrm xmlns:a="http://schemas.openxmlformats.org/drawingml/2006/main">
            <a:off x="521970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F0C766"/>
                </a:solidFill>
                <a:latin typeface="Arial"/>
                <a:ea typeface="Arial"/>
                <a:cs typeface="Arial"/>
              </a:defRPr>
            </a:pPr>
            <a:r>
              <a:rPr sz="1350" b="0" i="0">
                <a:ln w="0">
                  <a:noFill/>
                  <a:prstDash val="solid"/>
                </a:ln>
                <a:solidFill>
                  <a:srgbClr val="F0C766"/>
                </a:solidFill>
                <a:latin typeface="Arial"/>
                <a:ea typeface="Arial"/>
                <a:cs typeface="Arial"/>
              </a:rPr>
              <a:t>RELEER</a:t>
            </a:r>
          </a:p>
        </p:txBody>
      </p:sp>
      <p:sp>
        <p:nvSpPr>
          <p:cNvPr id="24" name="step-copy-3">
            <a:extLst xmlns:a="http://schemas.openxmlformats.org/drawingml/2006/main">
              <a:ext uri="{FF2B5EF4-FFF2-40B4-BE49-F238E27FC236}">
                <a16:creationId xmlns:a16="http://schemas.microsoft.com/office/drawing/2014/main" id="{12E09659-665E-47DD-A42E-95E55D7BE549}"/>
              </a:ext>
            </a:extLst>
          </p:cNvPr>
          <p:cNvSpPr>
            <a:spLocks xmlns:a="http://schemas.openxmlformats.org/drawingml/2006/main" noGrp="1"/>
          </p:cNvSpPr>
          <p:nvPr/>
        </p:nvSpPr>
        <p:spPr>
          <a:xfrm xmlns:a="http://schemas.openxmlformats.org/drawingml/2006/main">
            <a:off x="521970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0">
                  <a:noFill/>
                  <a:prstDash val="solid"/>
                </a:ln>
                <a:solidFill>
                  <a:srgbClr val="FFFFFF"/>
                </a:solidFill>
                <a:latin typeface="Arial"/>
                <a:ea typeface="Arial"/>
                <a:cs typeface="Arial"/>
              </a:defRPr>
            </a:pPr>
            <a:r>
              <a:rPr sz="1200" b="0" i="0">
                <a:ln w="0">
                  <a:noFill/>
                  <a:prstDash val="solid"/>
                </a:ln>
                <a:solidFill>
                  <a:srgbClr val="FFFFFF"/>
                </a:solidFill>
                <a:latin typeface="Arial"/>
                <a:ea typeface="Arial"/>
                <a:cs typeface="Arial"/>
              </a:rPr>
              <a:t>Cambian los ojos, no las calles.</a:t>
            </a:r>
          </a:p>
        </p:txBody>
      </p:sp>
      <p:sp>
        <p:nvSpPr>
          <p:cNvPr id="25" name="step-divider-3">
            <a:extLst xmlns:a="http://schemas.openxmlformats.org/drawingml/2006/main">
              <a:ext uri="{FF2B5EF4-FFF2-40B4-BE49-F238E27FC236}">
                <a16:creationId xmlns:a16="http://schemas.microsoft.com/office/drawing/2014/main" id="{96E689D8-41E0-4063-A601-4B8B9E12F382}"/>
              </a:ext>
            </a:extLst>
          </p:cNvPr>
          <p:cNvSpPr>
            <a:spLocks xmlns:a="http://schemas.openxmlformats.org/drawingml/2006/main" noGrp="1"/>
          </p:cNvSpPr>
          <p:nvPr/>
        </p:nvSpPr>
        <p:spPr>
          <a:xfrm xmlns:a="http://schemas.openxmlformats.org/drawingml/2006/main">
            <a:off x="521970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6" name="step-meaning-3">
            <a:extLst xmlns:a="http://schemas.openxmlformats.org/drawingml/2006/main">
              <a:ext uri="{FF2B5EF4-FFF2-40B4-BE49-F238E27FC236}">
                <a16:creationId xmlns:a16="http://schemas.microsoft.com/office/drawing/2014/main" id="{8F4B8374-2C43-4C6A-A780-91F278B22B85}"/>
              </a:ext>
            </a:extLst>
          </p:cNvPr>
          <p:cNvSpPr>
            <a:spLocks xmlns:a="http://schemas.openxmlformats.org/drawingml/2006/main" noGrp="1"/>
          </p:cNvSpPr>
          <p:nvPr/>
        </p:nvSpPr>
        <p:spPr>
          <a:xfrm xmlns:a="http://schemas.openxmlformats.org/drawingml/2006/main">
            <a:off x="521970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5F0E7"/>
                </a:solidFill>
                <a:latin typeface="Arial"/>
                <a:ea typeface="Arial"/>
                <a:cs typeface="Arial"/>
              </a:defRPr>
            </a:pPr>
            <a:r>
              <a:rPr sz="1125" b="0" i="0">
                <a:ln w="0">
                  <a:noFill/>
                  <a:prstDash val="solid"/>
                </a:ln>
                <a:solidFill>
                  <a:srgbClr val="F5F0E7"/>
                </a:solidFill>
                <a:latin typeface="Arial"/>
                <a:ea typeface="Arial"/>
                <a:cs typeface="Arial"/>
              </a:rPr>
              <a:t>La fe reconoce compañía sin negar las heridas.</a:t>
            </a:r>
          </a:p>
        </p:txBody>
      </p:sp>
      <p:sp>
        <p:nvSpPr>
          <p:cNvPr id="27" name="step-circle-4">
            <a:extLst xmlns:a="http://schemas.openxmlformats.org/drawingml/2006/main">
              <a:ext uri="{FF2B5EF4-FFF2-40B4-BE49-F238E27FC236}">
                <a16:creationId xmlns:a16="http://schemas.microsoft.com/office/drawing/2014/main" id="{4FB58753-B6D7-4053-9466-DFCBC7FF39AE}"/>
              </a:ext>
            </a:extLst>
          </p:cNvPr>
          <p:cNvSpPr>
            <a:spLocks xmlns:a="http://schemas.openxmlformats.org/drawingml/2006/main" noGrp="1"/>
          </p:cNvSpPr>
          <p:nvPr/>
        </p:nvSpPr>
        <p:spPr>
          <a:xfrm xmlns:a="http://schemas.openxmlformats.org/drawingml/2006/main">
            <a:off x="741997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step-number-4">
            <a:extLst xmlns:a="http://schemas.openxmlformats.org/drawingml/2006/main">
              <a:ext uri="{FF2B5EF4-FFF2-40B4-BE49-F238E27FC236}">
                <a16:creationId xmlns:a16="http://schemas.microsoft.com/office/drawing/2014/main" id="{B7A780DF-C14E-46DE-91EE-52314CE6758E}"/>
              </a:ext>
            </a:extLst>
          </p:cNvPr>
          <p:cNvSpPr>
            <a:spLocks xmlns:a="http://schemas.openxmlformats.org/drawingml/2006/main" noGrp="1"/>
          </p:cNvSpPr>
          <p:nvPr/>
        </p:nvSpPr>
        <p:spPr>
          <a:xfrm xmlns:a="http://schemas.openxmlformats.org/drawingml/2006/main">
            <a:off x="741997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ln w="0">
                  <a:noFill/>
                  <a:prstDash val="solid"/>
                </a:ln>
                <a:solidFill>
                  <a:srgbClr val="FFFFFF"/>
                </a:solidFill>
                <a:latin typeface="Arial"/>
                <a:ea typeface="Arial"/>
                <a:cs typeface="Arial"/>
              </a:defRPr>
            </a:pPr>
            <a:r>
              <a:rPr sz="975" b="0" i="0">
                <a:ln w="0">
                  <a:noFill/>
                  <a:prstDash val="solid"/>
                </a:ln>
                <a:solidFill>
                  <a:srgbClr val="FFFFFF"/>
                </a:solidFill>
                <a:latin typeface="Arial"/>
                <a:ea typeface="Arial"/>
                <a:cs typeface="Arial"/>
              </a:rPr>
              <a:t>4</a:t>
            </a:r>
          </a:p>
        </p:txBody>
      </p:sp>
      <p:sp>
        <p:nvSpPr>
          <p:cNvPr id="29" name="step-title-4">
            <a:extLst xmlns:a="http://schemas.openxmlformats.org/drawingml/2006/main">
              <a:ext uri="{FF2B5EF4-FFF2-40B4-BE49-F238E27FC236}">
                <a16:creationId xmlns:a16="http://schemas.microsoft.com/office/drawing/2014/main" id="{22A64F48-E29F-4973-83D7-E55FAF2D1908}"/>
              </a:ext>
            </a:extLst>
          </p:cNvPr>
          <p:cNvSpPr>
            <a:spLocks xmlns:a="http://schemas.openxmlformats.org/drawingml/2006/main" noGrp="1"/>
          </p:cNvSpPr>
          <p:nvPr/>
        </p:nvSpPr>
        <p:spPr>
          <a:xfrm xmlns:a="http://schemas.openxmlformats.org/drawingml/2006/main">
            <a:off x="751522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F0C766"/>
                </a:solidFill>
                <a:latin typeface="Arial"/>
                <a:ea typeface="Arial"/>
                <a:cs typeface="Arial"/>
              </a:defRPr>
            </a:pPr>
            <a:r>
              <a:rPr sz="1350" b="0" i="0">
                <a:ln w="0">
                  <a:noFill/>
                  <a:prstDash val="solid"/>
                </a:ln>
                <a:solidFill>
                  <a:srgbClr val="F0C766"/>
                </a:solidFill>
                <a:latin typeface="Arial"/>
                <a:ea typeface="Arial"/>
                <a:cs typeface="Arial"/>
              </a:rPr>
              <a:t>VALORAR</a:t>
            </a:r>
          </a:p>
        </p:txBody>
      </p:sp>
      <p:sp>
        <p:nvSpPr>
          <p:cNvPr id="30" name="step-copy-4">
            <a:extLst xmlns:a="http://schemas.openxmlformats.org/drawingml/2006/main">
              <a:ext uri="{FF2B5EF4-FFF2-40B4-BE49-F238E27FC236}">
                <a16:creationId xmlns:a16="http://schemas.microsoft.com/office/drawing/2014/main" id="{2920EAEC-7C21-4731-9984-5F1502AA7F8C}"/>
              </a:ext>
            </a:extLst>
          </p:cNvPr>
          <p:cNvSpPr>
            <a:spLocks xmlns:a="http://schemas.openxmlformats.org/drawingml/2006/main" noGrp="1"/>
          </p:cNvSpPr>
          <p:nvPr/>
        </p:nvSpPr>
        <p:spPr>
          <a:xfrm xmlns:a="http://schemas.openxmlformats.org/drawingml/2006/main">
            <a:off x="751522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0">
                  <a:noFill/>
                  <a:prstDash val="solid"/>
                </a:ln>
                <a:solidFill>
                  <a:srgbClr val="FFFFFF"/>
                </a:solidFill>
                <a:latin typeface="Arial"/>
                <a:ea typeface="Arial"/>
                <a:cs typeface="Arial"/>
              </a:defRPr>
            </a:pPr>
            <a:r>
              <a:rPr sz="1200" b="0" i="0">
                <a:ln w="0">
                  <a:noFill/>
                  <a:prstDash val="solid"/>
                </a:ln>
                <a:solidFill>
                  <a:srgbClr val="FFFFFF"/>
                </a:solidFill>
                <a:latin typeface="Arial"/>
                <a:ea typeface="Arial"/>
                <a:cs typeface="Arial"/>
              </a:rPr>
              <a:t>La perla educa el deseo.</a:t>
            </a:r>
          </a:p>
        </p:txBody>
      </p:sp>
      <p:sp>
        <p:nvSpPr>
          <p:cNvPr id="31" name="step-divider-4">
            <a:extLst xmlns:a="http://schemas.openxmlformats.org/drawingml/2006/main">
              <a:ext uri="{FF2B5EF4-FFF2-40B4-BE49-F238E27FC236}">
                <a16:creationId xmlns:a16="http://schemas.microsoft.com/office/drawing/2014/main" id="{E0173E9F-FC31-4848-AD8F-E252C149CA19}"/>
              </a:ext>
            </a:extLst>
          </p:cNvPr>
          <p:cNvSpPr>
            <a:spLocks xmlns:a="http://schemas.openxmlformats.org/drawingml/2006/main" noGrp="1"/>
          </p:cNvSpPr>
          <p:nvPr/>
        </p:nvSpPr>
        <p:spPr>
          <a:xfrm xmlns:a="http://schemas.openxmlformats.org/drawingml/2006/main">
            <a:off x="751522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2" name="step-meaning-4">
            <a:extLst xmlns:a="http://schemas.openxmlformats.org/drawingml/2006/main">
              <a:ext uri="{FF2B5EF4-FFF2-40B4-BE49-F238E27FC236}">
                <a16:creationId xmlns:a16="http://schemas.microsoft.com/office/drawing/2014/main" id="{9FD56F50-B981-4240-9B07-F01D7F441A8E}"/>
              </a:ext>
            </a:extLst>
          </p:cNvPr>
          <p:cNvSpPr>
            <a:spLocks xmlns:a="http://schemas.openxmlformats.org/drawingml/2006/main" noGrp="1"/>
          </p:cNvSpPr>
          <p:nvPr/>
        </p:nvSpPr>
        <p:spPr>
          <a:xfrm xmlns:a="http://schemas.openxmlformats.org/drawingml/2006/main">
            <a:off x="751522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5F0E7"/>
                </a:solidFill>
                <a:latin typeface="Arial"/>
                <a:ea typeface="Arial"/>
                <a:cs typeface="Arial"/>
              </a:defRPr>
            </a:pPr>
            <a:r>
              <a:rPr sz="1125" b="0" i="0">
                <a:ln w="0">
                  <a:noFill/>
                  <a:prstDash val="solid"/>
                </a:ln>
                <a:solidFill>
                  <a:srgbClr val="F5F0E7"/>
                </a:solidFill>
                <a:latin typeface="Arial"/>
                <a:ea typeface="Arial"/>
                <a:cs typeface="Arial"/>
              </a:rPr>
              <a:t>Lo esencial vale más que el brillo que dispersa.</a:t>
            </a:r>
          </a:p>
        </p:txBody>
      </p:sp>
      <p:sp>
        <p:nvSpPr>
          <p:cNvPr id="33" name="step-circle-5">
            <a:extLst xmlns:a="http://schemas.openxmlformats.org/drawingml/2006/main">
              <a:ext uri="{FF2B5EF4-FFF2-40B4-BE49-F238E27FC236}">
                <a16:creationId xmlns:a16="http://schemas.microsoft.com/office/drawing/2014/main" id="{EBFE3F9C-FF23-468E-8D9D-80738E270664}"/>
              </a:ext>
            </a:extLst>
          </p:cNvPr>
          <p:cNvSpPr>
            <a:spLocks xmlns:a="http://schemas.openxmlformats.org/drawingml/2006/main" noGrp="1"/>
          </p:cNvSpPr>
          <p:nvPr/>
        </p:nvSpPr>
        <p:spPr>
          <a:xfrm xmlns:a="http://schemas.openxmlformats.org/drawingml/2006/main">
            <a:off x="9715500" y="4505325"/>
            <a:ext cx="266700" cy="26670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4" name="step-number-5">
            <a:extLst xmlns:a="http://schemas.openxmlformats.org/drawingml/2006/main">
              <a:ext uri="{FF2B5EF4-FFF2-40B4-BE49-F238E27FC236}">
                <a16:creationId xmlns:a16="http://schemas.microsoft.com/office/drawing/2014/main" id="{009A428C-3114-404E-ADB2-B084812E1B8B}"/>
              </a:ext>
            </a:extLst>
          </p:cNvPr>
          <p:cNvSpPr>
            <a:spLocks xmlns:a="http://schemas.openxmlformats.org/drawingml/2006/main" noGrp="1"/>
          </p:cNvSpPr>
          <p:nvPr/>
        </p:nvSpPr>
        <p:spPr>
          <a:xfrm xmlns:a="http://schemas.openxmlformats.org/drawingml/2006/main">
            <a:off x="97155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ln w="0">
                  <a:noFill/>
                  <a:prstDash val="solid"/>
                </a:ln>
                <a:solidFill>
                  <a:srgbClr val="FFFFFF"/>
                </a:solidFill>
                <a:latin typeface="Arial"/>
                <a:ea typeface="Arial"/>
                <a:cs typeface="Arial"/>
              </a:defRPr>
            </a:pPr>
            <a:r>
              <a:rPr sz="975" b="0" i="0">
                <a:ln w="0">
                  <a:noFill/>
                  <a:prstDash val="solid"/>
                </a:ln>
                <a:solidFill>
                  <a:srgbClr val="FFFFFF"/>
                </a:solidFill>
                <a:latin typeface="Arial"/>
                <a:ea typeface="Arial"/>
                <a:cs typeface="Arial"/>
              </a:rPr>
              <a:t>5</a:t>
            </a:r>
          </a:p>
        </p:txBody>
      </p:sp>
      <p:sp>
        <p:nvSpPr>
          <p:cNvPr id="35" name="step-title-5">
            <a:extLst xmlns:a="http://schemas.openxmlformats.org/drawingml/2006/main">
              <a:ext uri="{FF2B5EF4-FFF2-40B4-BE49-F238E27FC236}">
                <a16:creationId xmlns:a16="http://schemas.microsoft.com/office/drawing/2014/main" id="{81DD60EF-2752-4435-90F9-561B02697C00}"/>
              </a:ext>
            </a:extLst>
          </p:cNvPr>
          <p:cNvSpPr>
            <a:spLocks xmlns:a="http://schemas.openxmlformats.org/drawingml/2006/main" noGrp="1"/>
          </p:cNvSpPr>
          <p:nvPr/>
        </p:nvSpPr>
        <p:spPr>
          <a:xfrm xmlns:a="http://schemas.openxmlformats.org/drawingml/2006/main">
            <a:off x="98107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F0C766"/>
                </a:solidFill>
                <a:latin typeface="Arial"/>
                <a:ea typeface="Arial"/>
                <a:cs typeface="Arial"/>
              </a:defRPr>
            </a:pPr>
            <a:r>
              <a:rPr sz="1350" b="0" i="0">
                <a:ln w="0">
                  <a:noFill/>
                  <a:prstDash val="solid"/>
                </a:ln>
                <a:solidFill>
                  <a:srgbClr val="F0C766"/>
                </a:solidFill>
                <a:latin typeface="Arial"/>
                <a:ea typeface="Arial"/>
                <a:cs typeface="Arial"/>
              </a:rPr>
              <a:t>ELEGIR</a:t>
            </a:r>
          </a:p>
        </p:txBody>
      </p:sp>
      <p:sp>
        <p:nvSpPr>
          <p:cNvPr id="36" name="step-copy-5">
            <a:extLst xmlns:a="http://schemas.openxmlformats.org/drawingml/2006/main">
              <a:ext uri="{FF2B5EF4-FFF2-40B4-BE49-F238E27FC236}">
                <a16:creationId xmlns:a16="http://schemas.microsoft.com/office/drawing/2014/main" id="{CC281A39-C24F-4828-A958-0A62F077F46D}"/>
              </a:ext>
            </a:extLst>
          </p:cNvPr>
          <p:cNvSpPr>
            <a:spLocks xmlns:a="http://schemas.openxmlformats.org/drawingml/2006/main" noGrp="1"/>
          </p:cNvSpPr>
          <p:nvPr/>
        </p:nvSpPr>
        <p:spPr>
          <a:xfrm xmlns:a="http://schemas.openxmlformats.org/drawingml/2006/main">
            <a:off x="98107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0">
                  <a:noFill/>
                  <a:prstDash val="solid"/>
                </a:ln>
                <a:solidFill>
                  <a:srgbClr val="FFFFFF"/>
                </a:solidFill>
                <a:latin typeface="Arial"/>
                <a:ea typeface="Arial"/>
                <a:cs typeface="Arial"/>
              </a:defRPr>
            </a:pPr>
            <a:r>
              <a:rPr sz="1200" b="0" i="0">
                <a:ln w="0">
                  <a:noFill/>
                  <a:prstDash val="solid"/>
                </a:ln>
                <a:solidFill>
                  <a:srgbClr val="FFFFFF"/>
                </a:solidFill>
                <a:latin typeface="Arial"/>
                <a:ea typeface="Arial"/>
                <a:cs typeface="Arial"/>
              </a:rPr>
              <a:t>La alegría reordena prioridades.</a:t>
            </a:r>
          </a:p>
        </p:txBody>
      </p:sp>
      <p:sp>
        <p:nvSpPr>
          <p:cNvPr id="37" name="step-divider-5">
            <a:extLst xmlns:a="http://schemas.openxmlformats.org/drawingml/2006/main">
              <a:ext uri="{FF2B5EF4-FFF2-40B4-BE49-F238E27FC236}">
                <a16:creationId xmlns:a16="http://schemas.microsoft.com/office/drawing/2014/main" id="{F7AE9250-0E19-43A1-A83D-4CF7D4389848}"/>
              </a:ext>
            </a:extLst>
          </p:cNvPr>
          <p:cNvSpPr>
            <a:spLocks xmlns:a="http://schemas.openxmlformats.org/drawingml/2006/main" noGrp="1"/>
          </p:cNvSpPr>
          <p:nvPr/>
        </p:nvSpPr>
        <p:spPr>
          <a:xfrm xmlns:a="http://schemas.openxmlformats.org/drawingml/2006/main">
            <a:off x="98107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8" name="step-meaning-5">
            <a:extLst xmlns:a="http://schemas.openxmlformats.org/drawingml/2006/main">
              <a:ext uri="{FF2B5EF4-FFF2-40B4-BE49-F238E27FC236}">
                <a16:creationId xmlns:a16="http://schemas.microsoft.com/office/drawing/2014/main" id="{6BE82EE7-3899-4313-96A0-3EAE2DAFA3EC}"/>
              </a:ext>
            </a:extLst>
          </p:cNvPr>
          <p:cNvSpPr>
            <a:spLocks xmlns:a="http://schemas.openxmlformats.org/drawingml/2006/main" noGrp="1"/>
          </p:cNvSpPr>
          <p:nvPr/>
        </p:nvSpPr>
        <p:spPr>
          <a:xfrm xmlns:a="http://schemas.openxmlformats.org/drawingml/2006/main">
            <a:off x="98107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5F0E7"/>
                </a:solidFill>
                <a:latin typeface="Arial"/>
                <a:ea typeface="Arial"/>
                <a:cs typeface="Arial"/>
              </a:defRPr>
            </a:pPr>
            <a:r>
              <a:rPr sz="1125" b="0" i="0">
                <a:ln w="0">
                  <a:noFill/>
                  <a:prstDash val="solid"/>
                </a:ln>
                <a:solidFill>
                  <a:srgbClr val="F5F0E7"/>
                </a:solidFill>
                <a:latin typeface="Arial"/>
                <a:ea typeface="Arial"/>
                <a:cs typeface="Arial"/>
              </a:rPr>
              <a:t>La red ayuda a conservar lo que da vida.</a:t>
            </a:r>
          </a:p>
        </p:txBody>
      </p:sp>
      <p:sp>
        <p:nvSpPr>
          <p:cNvPr id="39" name="page-1">
            <a:extLst xmlns:a="http://schemas.openxmlformats.org/drawingml/2006/main">
              <a:ext uri="{FF2B5EF4-FFF2-40B4-BE49-F238E27FC236}">
                <a16:creationId xmlns:a16="http://schemas.microsoft.com/office/drawing/2014/main" id="{189E11CC-F9CD-40C3-A4FD-DBFE0748C28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ln w="0">
                  <a:noFill/>
                  <a:prstDash val="solid"/>
                </a:ln>
                <a:solidFill>
                  <a:srgbClr val="F5F0E7"/>
                </a:solidFill>
                <a:latin typeface="Arial"/>
                <a:ea typeface="Arial"/>
                <a:cs typeface="Arial"/>
              </a:defRPr>
            </a:pPr>
            <a:r>
              <a:rPr sz="900" b="0" i="0">
                <a:ln w="0">
                  <a:noFill/>
                  <a:prstDash val="solid"/>
                </a:ln>
                <a:solidFill>
                  <a:srgbClr val="F5F0E7"/>
                </a:solidFill>
                <a:latin typeface="Arial"/>
                <a:ea typeface="Arial"/>
                <a:cs typeface="Arial"/>
              </a:rPr>
              <a:t>01</a:t>
            </a:r>
          </a:p>
        </p:txBody>
      </p:sp>
    </p:spTree>
    <p:extLst>
      <p:ext uri="{BB962C8B-B14F-4D97-AF65-F5344CB8AC3E}">
        <p14:creationId xmlns:p14="http://schemas.microsoft.com/office/powerpoint/2010/main" val="687523474"/>
      </p:ext>
    </p:extLst>
  </p:cSld>
</p:sld>
</file>

<file path=ppt/slides/slide2.xml><?xml version="1.0" encoding="utf-8"?>
<p:sld xmlns:p="http://schemas.openxmlformats.org/presentationml/2006/main">
  <p:cSld>
    <p:bg>
      <p:bgPr>
        <a:solidFill xmlns:a="http://schemas.openxmlformats.org/drawingml/2006/main">
          <a:srgbClr val="F5F0E7"/>
        </a:solidFill>
      </p:bgPr>
    </p:bg>
    <p:spTree>
      <p:nvGrpSpPr>
        <p:cNvPr id="1" name=""/>
        <p:cNvGrpSpPr/>
        <p:nvPr/>
      </p:nvGrpSpPr>
      <p:grpSpPr>
        <a:xfrm xmlns:a="http://schemas.openxmlformats.org/drawingml/2006/main"/>
      </p:grpSpPr>
      <p:sp>
        <p:nvSpPr>
          <p:cNvPr id="40" name="resonances-title">
            <a:extLst xmlns:a="http://schemas.openxmlformats.org/drawingml/2006/main">
              <a:ext uri="{FF2B5EF4-FFF2-40B4-BE49-F238E27FC236}">
                <a16:creationId xmlns:a16="http://schemas.microsoft.com/office/drawing/2014/main" id="{0C4D1A25-B4ED-4394-9B2D-FF9D4780732E}"/>
              </a:ext>
            </a:extLst>
          </p:cNvPr>
          <p:cNvSpPr>
            <a:spLocks xmlns:a="http://schemas.openxmlformats.org/drawingml/2006/main" noGrp="1"/>
          </p:cNvSpPr>
          <p:nvPr/>
        </p:nvSpPr>
        <p:spPr>
          <a:xfrm xmlns:a="http://schemas.openxmlformats.org/drawingml/2006/main">
            <a:off x="609600" y="285750"/>
            <a:ext cx="723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625" b="0" i="0">
                <a:solidFill>
                  <a:srgbClr val="0B1A24"/>
                </a:solidFill>
                <a:latin typeface="Arial"/>
                <a:ea typeface="Arial"/>
                <a:cs typeface="Arial"/>
              </a:defRPr>
            </a:pPr>
            <a:r>
              <a:rPr sz="2625" b="0" i="0">
                <a:solidFill>
                  <a:srgbClr val="0B1A24"/>
                </a:solidFill>
                <a:latin typeface="Arial"/>
                <a:ea typeface="Arial"/>
                <a:cs typeface="Arial"/>
              </a:rPr>
              <a:t>CUATRO RESONANCIAS BÍBLICAS</a:t>
            </a:r>
          </a:p>
        </p:txBody>
      </p:sp>
      <p:sp>
        <p:nvSpPr>
          <p:cNvPr id="2" name="resonances-subtitle">
            <a:extLst xmlns:a="http://schemas.openxmlformats.org/drawingml/2006/main">
              <a:ext uri="{FF2B5EF4-FFF2-40B4-BE49-F238E27FC236}">
                <a16:creationId xmlns:a16="http://schemas.microsoft.com/office/drawing/2014/main" id="{052DA11B-1164-40BA-BFDD-52ED82115F10}"/>
              </a:ext>
            </a:extLst>
          </p:cNvPr>
          <p:cNvSpPr>
            <a:spLocks xmlns:a="http://schemas.openxmlformats.org/drawingml/2006/main" noGrp="1"/>
          </p:cNvSpPr>
          <p:nvPr/>
        </p:nvSpPr>
        <p:spPr>
          <a:xfrm xmlns:a="http://schemas.openxmlformats.org/drawingml/2006/main">
            <a:off x="628650" y="7429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47616D"/>
                </a:solidFill>
                <a:latin typeface="Arial"/>
                <a:ea typeface="Arial"/>
                <a:cs typeface="Arial"/>
              </a:defRPr>
            </a:pPr>
            <a:r>
              <a:rPr sz="1500" b="0" i="0">
                <a:solidFill>
                  <a:srgbClr val="47616D"/>
                </a:solidFill>
                <a:latin typeface="Arial"/>
                <a:ea typeface="Arial"/>
                <a:cs typeface="Arial"/>
              </a:rPr>
              <a:t>La canción relee el tesoro, la perla y la red desde cuatro ángulos</a:t>
            </a:r>
          </a:p>
        </p:txBody>
      </p:sp>
      <p:sp>
        <p:nvSpPr>
          <p:cNvPr id="3" name="resonances-rule">
            <a:extLst xmlns:a="http://schemas.openxmlformats.org/drawingml/2006/main">
              <a:ext uri="{FF2B5EF4-FFF2-40B4-BE49-F238E27FC236}">
                <a16:creationId xmlns:a16="http://schemas.microsoft.com/office/drawing/2014/main" id="{BD615473-A847-45C2-9796-468DDDCAA1B9}"/>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card-1">
            <a:extLst xmlns:a="http://schemas.openxmlformats.org/drawingml/2006/main">
              <a:ext uri="{FF2B5EF4-FFF2-40B4-BE49-F238E27FC236}">
                <a16:creationId xmlns:a16="http://schemas.microsoft.com/office/drawing/2014/main" id="{BF71C466-E895-423F-B4B2-E0DE6E0B9912}"/>
              </a:ext>
            </a:extLst>
          </p:cNvPr>
          <p:cNvSpPr>
            <a:spLocks xmlns:a="http://schemas.openxmlformats.org/drawingml/2006/main" noGrp="1"/>
          </p:cNvSpPr>
          <p:nvPr/>
        </p:nvSpPr>
        <p:spPr>
          <a:xfrm xmlns:a="http://schemas.openxmlformats.org/drawingml/2006/main">
            <a:off x="533400" y="1381125"/>
            <a:ext cx="2533650" cy="3867150"/>
          </a:xfrm>
          <a:prstGeom xmlns:a="http://schemas.openxmlformats.org/drawingml/2006/main" prst="roundRect">
            <a:avLst>
              <a:gd name="adj" fmla="val 4511"/>
            </a:avLst>
          </a:prstGeom>
          <a:solidFill xmlns:a="http://schemas.openxmlformats.org/drawingml/2006/main">
            <a:srgbClr val="12313E"/>
          </a:solidFill>
          <a:ln xmlns:a="http://schemas.openxmlformats.org/drawingml/2006/main" w="9525">
            <a:solidFill>
              <a:srgbClr val="D9A43B"/>
            </a:solidFill>
            <a:prstDash val="solid"/>
          </a:ln>
        </p:spPr>
      </p:sp>
      <p:sp>
        <p:nvSpPr>
          <p:cNvPr id="5" name="card-index-1">
            <a:extLst xmlns:a="http://schemas.openxmlformats.org/drawingml/2006/main">
              <a:ext uri="{FF2B5EF4-FFF2-40B4-BE49-F238E27FC236}">
                <a16:creationId xmlns:a16="http://schemas.microsoft.com/office/drawing/2014/main" id="{7D2CD062-16B1-4278-A029-5EE9567F8CAF}"/>
              </a:ext>
            </a:extLst>
          </p:cNvPr>
          <p:cNvSpPr>
            <a:spLocks xmlns:a="http://schemas.openxmlformats.org/drawingml/2006/main" noGrp="1"/>
          </p:cNvSpPr>
          <p:nvPr/>
        </p:nvSpPr>
        <p:spPr>
          <a:xfrm xmlns:a="http://schemas.openxmlformats.org/drawingml/2006/main">
            <a:off x="7239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01</a:t>
            </a:r>
          </a:p>
        </p:txBody>
      </p:sp>
      <p:sp>
        <p:nvSpPr>
          <p:cNvPr id="6" name="card-ref-1">
            <a:extLst xmlns:a="http://schemas.openxmlformats.org/drawingml/2006/main">
              <a:ext uri="{FF2B5EF4-FFF2-40B4-BE49-F238E27FC236}">
                <a16:creationId xmlns:a16="http://schemas.microsoft.com/office/drawing/2014/main" id="{6CCC87ED-3218-40A0-9063-AF12453E15A0}"/>
              </a:ext>
            </a:extLst>
          </p:cNvPr>
          <p:cNvSpPr>
            <a:spLocks xmlns:a="http://schemas.openxmlformats.org/drawingml/2006/main" noGrp="1"/>
          </p:cNvSpPr>
          <p:nvPr/>
        </p:nvSpPr>
        <p:spPr>
          <a:xfrm xmlns:a="http://schemas.openxmlformats.org/drawingml/2006/main">
            <a:off x="12192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Gen 28,16</a:t>
            </a:r>
          </a:p>
        </p:txBody>
      </p:sp>
      <p:sp>
        <p:nvSpPr>
          <p:cNvPr id="7" name="card-top-rule-1">
            <a:extLst xmlns:a="http://schemas.openxmlformats.org/drawingml/2006/main">
              <a:ext uri="{FF2B5EF4-FFF2-40B4-BE49-F238E27FC236}">
                <a16:creationId xmlns:a16="http://schemas.microsoft.com/office/drawing/2014/main" id="{AC709B0E-9261-4DE2-9D36-AC08D03C2809}"/>
              </a:ext>
            </a:extLst>
          </p:cNvPr>
          <p:cNvSpPr>
            <a:spLocks xmlns:a="http://schemas.openxmlformats.org/drawingml/2006/main" noGrp="1"/>
          </p:cNvSpPr>
          <p:nvPr/>
        </p:nvSpPr>
        <p:spPr>
          <a:xfrm xmlns:a="http://schemas.openxmlformats.org/drawingml/2006/main">
            <a:off x="7239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8" name="card-title-1">
            <a:extLst xmlns:a="http://schemas.openxmlformats.org/drawingml/2006/main">
              <a:ext uri="{FF2B5EF4-FFF2-40B4-BE49-F238E27FC236}">
                <a16:creationId xmlns:a16="http://schemas.microsoft.com/office/drawing/2014/main" id="{00C484C0-1A9F-47EF-90BE-2961BBBEE2F8}"/>
              </a:ext>
            </a:extLst>
          </p:cNvPr>
          <p:cNvSpPr>
            <a:spLocks xmlns:a="http://schemas.openxmlformats.org/drawingml/2006/main" noGrp="1"/>
          </p:cNvSpPr>
          <p:nvPr/>
        </p:nvSpPr>
        <p:spPr>
          <a:xfrm xmlns:a="http://schemas.openxmlformats.org/drawingml/2006/main">
            <a:off x="7239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DIOS YA ESTABA AQUÍ</a:t>
            </a:r>
          </a:p>
        </p:txBody>
      </p:sp>
      <p:sp>
        <p:nvSpPr>
          <p:cNvPr id="9" name="card-quote-1">
            <a:extLst xmlns:a="http://schemas.openxmlformats.org/drawingml/2006/main">
              <a:ext uri="{FF2B5EF4-FFF2-40B4-BE49-F238E27FC236}">
                <a16:creationId xmlns:a16="http://schemas.microsoft.com/office/drawing/2014/main" id="{7FE1879D-45B3-47BA-A4D6-200C2E1952C1}"/>
              </a:ext>
            </a:extLst>
          </p:cNvPr>
          <p:cNvSpPr>
            <a:spLocks xmlns:a="http://schemas.openxmlformats.org/drawingml/2006/main" noGrp="1"/>
          </p:cNvSpPr>
          <p:nvPr/>
        </p:nvSpPr>
        <p:spPr>
          <a:xfrm xmlns:a="http://schemas.openxmlformats.org/drawingml/2006/main">
            <a:off x="7239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«Realmente el Señor está en este lugar, y yo no lo sabía.»</a:t>
            </a:r>
          </a:p>
        </p:txBody>
      </p:sp>
      <p:sp>
        <p:nvSpPr>
          <p:cNvPr id="10" name="card-accent-1">
            <a:extLst xmlns:a="http://schemas.openxmlformats.org/drawingml/2006/main">
              <a:ext uri="{FF2B5EF4-FFF2-40B4-BE49-F238E27FC236}">
                <a16:creationId xmlns:a16="http://schemas.microsoft.com/office/drawing/2014/main" id="{7B21789F-EA51-402B-8D1F-0037D2C960C0}"/>
              </a:ext>
            </a:extLst>
          </p:cNvPr>
          <p:cNvSpPr>
            <a:spLocks xmlns:a="http://schemas.openxmlformats.org/drawingml/2006/main" noGrp="1"/>
          </p:cNvSpPr>
          <p:nvPr/>
        </p:nvSpPr>
        <p:spPr>
          <a:xfrm xmlns:a="http://schemas.openxmlformats.org/drawingml/2006/main">
            <a:off x="7239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1" name="card-body-1">
            <a:extLst xmlns:a="http://schemas.openxmlformats.org/drawingml/2006/main">
              <a:ext uri="{FF2B5EF4-FFF2-40B4-BE49-F238E27FC236}">
                <a16:creationId xmlns:a16="http://schemas.microsoft.com/office/drawing/2014/main" id="{8D077AAA-4F8D-4406-A3C3-E893634BE6A7}"/>
              </a:ext>
            </a:extLst>
          </p:cNvPr>
          <p:cNvSpPr>
            <a:spLocks xmlns:a="http://schemas.openxmlformats.org/drawingml/2006/main" noGrp="1"/>
          </p:cNvSpPr>
          <p:nvPr/>
        </p:nvSpPr>
        <p:spPr>
          <a:xfrm xmlns:a="http://schemas.openxmlformats.org/drawingml/2006/main">
            <a:off x="7239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Jacob despierta a una presencia anterior a su comprensión. El lugar ordinario se vuelve casa de Dios.</a:t>
            </a:r>
          </a:p>
        </p:txBody>
      </p:sp>
      <p:sp>
        <p:nvSpPr>
          <p:cNvPr id="12" name="card-2">
            <a:extLst xmlns:a="http://schemas.openxmlformats.org/drawingml/2006/main">
              <a:ext uri="{FF2B5EF4-FFF2-40B4-BE49-F238E27FC236}">
                <a16:creationId xmlns:a16="http://schemas.microsoft.com/office/drawing/2014/main" id="{87EACBE5-66BE-4D3A-A3F6-C3C9B9B081CA}"/>
              </a:ext>
            </a:extLst>
          </p:cNvPr>
          <p:cNvSpPr>
            <a:spLocks xmlns:a="http://schemas.openxmlformats.org/drawingml/2006/main" noGrp="1"/>
          </p:cNvSpPr>
          <p:nvPr/>
        </p:nvSpPr>
        <p:spPr>
          <a:xfrm xmlns:a="http://schemas.openxmlformats.org/drawingml/2006/main">
            <a:off x="3333750" y="1381125"/>
            <a:ext cx="2533650" cy="3867150"/>
          </a:xfrm>
          <a:prstGeom xmlns:a="http://schemas.openxmlformats.org/drawingml/2006/main" prst="roundRect">
            <a:avLst>
              <a:gd name="adj" fmla="val 4511"/>
            </a:avLst>
          </a:prstGeom>
          <a:solidFill xmlns:a="http://schemas.openxmlformats.org/drawingml/2006/main">
            <a:srgbClr val="4E6B51"/>
          </a:solidFill>
          <a:ln xmlns:a="http://schemas.openxmlformats.org/drawingml/2006/main" w="9525">
            <a:solidFill>
              <a:srgbClr val="D9A43B"/>
            </a:solidFill>
            <a:prstDash val="solid"/>
          </a:ln>
        </p:spPr>
      </p:sp>
      <p:sp>
        <p:nvSpPr>
          <p:cNvPr id="13" name="card-index-2">
            <a:extLst xmlns:a="http://schemas.openxmlformats.org/drawingml/2006/main">
              <a:ext uri="{FF2B5EF4-FFF2-40B4-BE49-F238E27FC236}">
                <a16:creationId xmlns:a16="http://schemas.microsoft.com/office/drawing/2014/main" id="{A9830822-7C0C-4A74-8926-9AD02A691C47}"/>
              </a:ext>
            </a:extLst>
          </p:cNvPr>
          <p:cNvSpPr>
            <a:spLocks xmlns:a="http://schemas.openxmlformats.org/drawingml/2006/main" noGrp="1"/>
          </p:cNvSpPr>
          <p:nvPr/>
        </p:nvSpPr>
        <p:spPr>
          <a:xfrm xmlns:a="http://schemas.openxmlformats.org/drawingml/2006/main">
            <a:off x="35242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02</a:t>
            </a:r>
          </a:p>
        </p:txBody>
      </p:sp>
      <p:sp>
        <p:nvSpPr>
          <p:cNvPr id="14" name="card-ref-2">
            <a:extLst xmlns:a="http://schemas.openxmlformats.org/drawingml/2006/main">
              <a:ext uri="{FF2B5EF4-FFF2-40B4-BE49-F238E27FC236}">
                <a16:creationId xmlns:a16="http://schemas.microsoft.com/office/drawing/2014/main" id="{D65846AA-D30F-410B-9EC6-56E8CDD34AA9}"/>
              </a:ext>
            </a:extLst>
          </p:cNvPr>
          <p:cNvSpPr>
            <a:spLocks xmlns:a="http://schemas.openxmlformats.org/drawingml/2006/main" noGrp="1"/>
          </p:cNvSpPr>
          <p:nvPr/>
        </p:nvSpPr>
        <p:spPr>
          <a:xfrm xmlns:a="http://schemas.openxmlformats.org/drawingml/2006/main">
            <a:off x="40195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Sab 7,8–9</a:t>
            </a:r>
          </a:p>
        </p:txBody>
      </p:sp>
      <p:sp>
        <p:nvSpPr>
          <p:cNvPr id="15" name="card-top-rule-2">
            <a:extLst xmlns:a="http://schemas.openxmlformats.org/drawingml/2006/main">
              <a:ext uri="{FF2B5EF4-FFF2-40B4-BE49-F238E27FC236}">
                <a16:creationId xmlns:a16="http://schemas.microsoft.com/office/drawing/2014/main" id="{E9E8B8FF-A149-491D-A936-E4A715C1CE28}"/>
              </a:ext>
            </a:extLst>
          </p:cNvPr>
          <p:cNvSpPr>
            <a:spLocks xmlns:a="http://schemas.openxmlformats.org/drawingml/2006/main" noGrp="1"/>
          </p:cNvSpPr>
          <p:nvPr/>
        </p:nvSpPr>
        <p:spPr>
          <a:xfrm xmlns:a="http://schemas.openxmlformats.org/drawingml/2006/main">
            <a:off x="35242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16" name="card-title-2">
            <a:extLst xmlns:a="http://schemas.openxmlformats.org/drawingml/2006/main">
              <a:ext uri="{FF2B5EF4-FFF2-40B4-BE49-F238E27FC236}">
                <a16:creationId xmlns:a16="http://schemas.microsoft.com/office/drawing/2014/main" id="{81E24E46-89A1-4D21-8902-8C0B464B3C95}"/>
              </a:ext>
            </a:extLst>
          </p:cNvPr>
          <p:cNvSpPr>
            <a:spLocks xmlns:a="http://schemas.openxmlformats.org/drawingml/2006/main" noGrp="1"/>
          </p:cNvSpPr>
          <p:nvPr/>
        </p:nvSpPr>
        <p:spPr>
          <a:xfrm xmlns:a="http://schemas.openxmlformats.org/drawingml/2006/main">
            <a:off x="35242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VALE MÁS</a:t>
            </a:r>
          </a:p>
        </p:txBody>
      </p:sp>
      <p:sp>
        <p:nvSpPr>
          <p:cNvPr id="17" name="card-quote-2">
            <a:extLst xmlns:a="http://schemas.openxmlformats.org/drawingml/2006/main">
              <a:ext uri="{FF2B5EF4-FFF2-40B4-BE49-F238E27FC236}">
                <a16:creationId xmlns:a16="http://schemas.microsoft.com/office/drawing/2014/main" id="{49854250-C4AD-4B42-B0D7-0CEFD06C8144}"/>
              </a:ext>
            </a:extLst>
          </p:cNvPr>
          <p:cNvSpPr>
            <a:spLocks xmlns:a="http://schemas.openxmlformats.org/drawingml/2006/main" noGrp="1"/>
          </p:cNvSpPr>
          <p:nvPr/>
        </p:nvSpPr>
        <p:spPr>
          <a:xfrm xmlns:a="http://schemas.openxmlformats.org/drawingml/2006/main">
            <a:off x="35242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«No la comparé con la piedra más preciosa.»</a:t>
            </a:r>
          </a:p>
        </p:txBody>
      </p:sp>
      <p:sp>
        <p:nvSpPr>
          <p:cNvPr id="18" name="card-accent-2">
            <a:extLst xmlns:a="http://schemas.openxmlformats.org/drawingml/2006/main">
              <a:ext uri="{FF2B5EF4-FFF2-40B4-BE49-F238E27FC236}">
                <a16:creationId xmlns:a16="http://schemas.microsoft.com/office/drawing/2014/main" id="{76662847-F0F9-45E0-B373-25F04D868839}"/>
              </a:ext>
            </a:extLst>
          </p:cNvPr>
          <p:cNvSpPr>
            <a:spLocks xmlns:a="http://schemas.openxmlformats.org/drawingml/2006/main" noGrp="1"/>
          </p:cNvSpPr>
          <p:nvPr/>
        </p:nvSpPr>
        <p:spPr>
          <a:xfrm xmlns:a="http://schemas.openxmlformats.org/drawingml/2006/main">
            <a:off x="35242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9" name="card-body-2">
            <a:extLst xmlns:a="http://schemas.openxmlformats.org/drawingml/2006/main">
              <a:ext uri="{FF2B5EF4-FFF2-40B4-BE49-F238E27FC236}">
                <a16:creationId xmlns:a16="http://schemas.microsoft.com/office/drawing/2014/main" id="{471DAA44-9198-4DA5-8F91-7CA857C5F2AC}"/>
              </a:ext>
            </a:extLst>
          </p:cNvPr>
          <p:cNvSpPr>
            <a:spLocks xmlns:a="http://schemas.openxmlformats.org/drawingml/2006/main" noGrp="1"/>
          </p:cNvSpPr>
          <p:nvPr/>
        </p:nvSpPr>
        <p:spPr>
          <a:xfrm xmlns:a="http://schemas.openxmlformats.org/drawingml/2006/main">
            <a:off x="35242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La sabiduría educa el deseo: lo valioso no siempre es lo más visible ni inmediato.</a:t>
            </a:r>
          </a:p>
        </p:txBody>
      </p:sp>
      <p:sp>
        <p:nvSpPr>
          <p:cNvPr id="20" name="card-3">
            <a:extLst xmlns:a="http://schemas.openxmlformats.org/drawingml/2006/main">
              <a:ext uri="{FF2B5EF4-FFF2-40B4-BE49-F238E27FC236}">
                <a16:creationId xmlns:a16="http://schemas.microsoft.com/office/drawing/2014/main" id="{EC908063-8997-448E-865B-DF7E86E64C50}"/>
              </a:ext>
            </a:extLst>
          </p:cNvPr>
          <p:cNvSpPr>
            <a:spLocks xmlns:a="http://schemas.openxmlformats.org/drawingml/2006/main" noGrp="1"/>
          </p:cNvSpPr>
          <p:nvPr/>
        </p:nvSpPr>
        <p:spPr>
          <a:xfrm xmlns:a="http://schemas.openxmlformats.org/drawingml/2006/main">
            <a:off x="6134100" y="1381125"/>
            <a:ext cx="2533650" cy="3867150"/>
          </a:xfrm>
          <a:prstGeom xmlns:a="http://schemas.openxmlformats.org/drawingml/2006/main" prst="roundRect">
            <a:avLst>
              <a:gd name="adj" fmla="val 4511"/>
            </a:avLst>
          </a:prstGeom>
          <a:solidFill xmlns:a="http://schemas.openxmlformats.org/drawingml/2006/main">
            <a:srgbClr val="8A6048"/>
          </a:solidFill>
          <a:ln xmlns:a="http://schemas.openxmlformats.org/drawingml/2006/main" w="9525">
            <a:solidFill>
              <a:srgbClr val="D9A43B"/>
            </a:solidFill>
            <a:prstDash val="solid"/>
          </a:ln>
        </p:spPr>
      </p:sp>
      <p:sp>
        <p:nvSpPr>
          <p:cNvPr id="21" name="card-index-3">
            <a:extLst xmlns:a="http://schemas.openxmlformats.org/drawingml/2006/main">
              <a:ext uri="{FF2B5EF4-FFF2-40B4-BE49-F238E27FC236}">
                <a16:creationId xmlns:a16="http://schemas.microsoft.com/office/drawing/2014/main" id="{DA5E7A52-1E2D-4D8D-AF57-59364C35B285}"/>
              </a:ext>
            </a:extLst>
          </p:cNvPr>
          <p:cNvSpPr>
            <a:spLocks xmlns:a="http://schemas.openxmlformats.org/drawingml/2006/main" noGrp="1"/>
          </p:cNvSpPr>
          <p:nvPr/>
        </p:nvSpPr>
        <p:spPr>
          <a:xfrm xmlns:a="http://schemas.openxmlformats.org/drawingml/2006/main">
            <a:off x="63246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03</a:t>
            </a:r>
          </a:p>
        </p:txBody>
      </p:sp>
      <p:sp>
        <p:nvSpPr>
          <p:cNvPr id="22" name="card-ref-3">
            <a:extLst xmlns:a="http://schemas.openxmlformats.org/drawingml/2006/main">
              <a:ext uri="{FF2B5EF4-FFF2-40B4-BE49-F238E27FC236}">
                <a16:creationId xmlns:a16="http://schemas.microsoft.com/office/drawing/2014/main" id="{3E620FCF-37E4-4D12-804B-76EBCE15FB31}"/>
              </a:ext>
            </a:extLst>
          </p:cNvPr>
          <p:cNvSpPr>
            <a:spLocks xmlns:a="http://schemas.openxmlformats.org/drawingml/2006/main" noGrp="1"/>
          </p:cNvSpPr>
          <p:nvPr/>
        </p:nvSpPr>
        <p:spPr>
          <a:xfrm xmlns:a="http://schemas.openxmlformats.org/drawingml/2006/main">
            <a:off x="68199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Lc 24,31–32</a:t>
            </a:r>
          </a:p>
        </p:txBody>
      </p:sp>
      <p:sp>
        <p:nvSpPr>
          <p:cNvPr id="23" name="card-top-rule-3">
            <a:extLst xmlns:a="http://schemas.openxmlformats.org/drawingml/2006/main">
              <a:ext uri="{FF2B5EF4-FFF2-40B4-BE49-F238E27FC236}">
                <a16:creationId xmlns:a16="http://schemas.microsoft.com/office/drawing/2014/main" id="{5BDABD18-DE7B-414E-866D-52681E2E9618}"/>
              </a:ext>
            </a:extLst>
          </p:cNvPr>
          <p:cNvSpPr>
            <a:spLocks xmlns:a="http://schemas.openxmlformats.org/drawingml/2006/main" noGrp="1"/>
          </p:cNvSpPr>
          <p:nvPr/>
        </p:nvSpPr>
        <p:spPr>
          <a:xfrm xmlns:a="http://schemas.openxmlformats.org/drawingml/2006/main">
            <a:off x="63246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24" name="card-title-3">
            <a:extLst xmlns:a="http://schemas.openxmlformats.org/drawingml/2006/main">
              <a:ext uri="{FF2B5EF4-FFF2-40B4-BE49-F238E27FC236}">
                <a16:creationId xmlns:a16="http://schemas.microsoft.com/office/drawing/2014/main" id="{9FB0E149-AE58-4BDE-AC38-FF3C7BA95835}"/>
              </a:ext>
            </a:extLst>
          </p:cNvPr>
          <p:cNvSpPr>
            <a:spLocks xmlns:a="http://schemas.openxmlformats.org/drawingml/2006/main" noGrp="1"/>
          </p:cNvSpPr>
          <p:nvPr/>
        </p:nvSpPr>
        <p:spPr>
          <a:xfrm xmlns:a="http://schemas.openxmlformats.org/drawingml/2006/main">
            <a:off x="63246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SE ABREN LOS OJOS</a:t>
            </a:r>
          </a:p>
        </p:txBody>
      </p:sp>
      <p:sp>
        <p:nvSpPr>
          <p:cNvPr id="25" name="card-quote-3">
            <a:extLst xmlns:a="http://schemas.openxmlformats.org/drawingml/2006/main">
              <a:ext uri="{FF2B5EF4-FFF2-40B4-BE49-F238E27FC236}">
                <a16:creationId xmlns:a16="http://schemas.microsoft.com/office/drawing/2014/main" id="{D70A724B-E0B1-4613-9BA6-928283F316A6}"/>
              </a:ext>
            </a:extLst>
          </p:cNvPr>
          <p:cNvSpPr>
            <a:spLocks xmlns:a="http://schemas.openxmlformats.org/drawingml/2006/main" noGrp="1"/>
          </p:cNvSpPr>
          <p:nvPr/>
        </p:nvSpPr>
        <p:spPr>
          <a:xfrm xmlns:a="http://schemas.openxmlformats.org/drawingml/2006/main">
            <a:off x="63246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«Se les abrieron los ojos y lo reconocieron.»</a:t>
            </a:r>
          </a:p>
        </p:txBody>
      </p:sp>
      <p:sp>
        <p:nvSpPr>
          <p:cNvPr id="26" name="card-accent-3">
            <a:extLst xmlns:a="http://schemas.openxmlformats.org/drawingml/2006/main">
              <a:ext uri="{FF2B5EF4-FFF2-40B4-BE49-F238E27FC236}">
                <a16:creationId xmlns:a16="http://schemas.microsoft.com/office/drawing/2014/main" id="{1263E266-22F0-4CF9-9820-7D60EDEF73E5}"/>
              </a:ext>
            </a:extLst>
          </p:cNvPr>
          <p:cNvSpPr>
            <a:spLocks xmlns:a="http://schemas.openxmlformats.org/drawingml/2006/main" noGrp="1"/>
          </p:cNvSpPr>
          <p:nvPr/>
        </p:nvSpPr>
        <p:spPr>
          <a:xfrm xmlns:a="http://schemas.openxmlformats.org/drawingml/2006/main">
            <a:off x="63246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27" name="card-body-3">
            <a:extLst xmlns:a="http://schemas.openxmlformats.org/drawingml/2006/main">
              <a:ext uri="{FF2B5EF4-FFF2-40B4-BE49-F238E27FC236}">
                <a16:creationId xmlns:a16="http://schemas.microsoft.com/office/drawing/2014/main" id="{0F0A3425-60AC-4F25-8C2A-30AE571C4CFD}"/>
              </a:ext>
            </a:extLst>
          </p:cNvPr>
          <p:cNvSpPr>
            <a:spLocks xmlns:a="http://schemas.openxmlformats.org/drawingml/2006/main" noGrp="1"/>
          </p:cNvSpPr>
          <p:nvPr/>
        </p:nvSpPr>
        <p:spPr>
          <a:xfrm xmlns:a="http://schemas.openxmlformats.org/drawingml/2006/main">
            <a:off x="63246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En Emaús comprenden después que Jesús ya caminaba con ellos. La memoria se vuelve reconocimiento.</a:t>
            </a:r>
          </a:p>
        </p:txBody>
      </p:sp>
      <p:sp>
        <p:nvSpPr>
          <p:cNvPr id="28" name="card-4">
            <a:extLst xmlns:a="http://schemas.openxmlformats.org/drawingml/2006/main">
              <a:ext uri="{FF2B5EF4-FFF2-40B4-BE49-F238E27FC236}">
                <a16:creationId xmlns:a16="http://schemas.microsoft.com/office/drawing/2014/main" id="{AA19174D-A4BB-4D65-9649-BDA0672A7B72}"/>
              </a:ext>
            </a:extLst>
          </p:cNvPr>
          <p:cNvSpPr>
            <a:spLocks xmlns:a="http://schemas.openxmlformats.org/drawingml/2006/main" noGrp="1"/>
          </p:cNvSpPr>
          <p:nvPr/>
        </p:nvSpPr>
        <p:spPr>
          <a:xfrm xmlns:a="http://schemas.openxmlformats.org/drawingml/2006/main">
            <a:off x="8934450" y="1381125"/>
            <a:ext cx="2533650" cy="3867150"/>
          </a:xfrm>
          <a:prstGeom xmlns:a="http://schemas.openxmlformats.org/drawingml/2006/main" prst="roundRect">
            <a:avLst>
              <a:gd name="adj" fmla="val 4511"/>
            </a:avLst>
          </a:prstGeom>
          <a:solidFill xmlns:a="http://schemas.openxmlformats.org/drawingml/2006/main">
            <a:srgbClr val="5C5538"/>
          </a:solidFill>
          <a:ln xmlns:a="http://schemas.openxmlformats.org/drawingml/2006/main" w="9525">
            <a:solidFill>
              <a:srgbClr val="D9A43B"/>
            </a:solidFill>
            <a:prstDash val="solid"/>
          </a:ln>
        </p:spPr>
      </p:sp>
      <p:sp>
        <p:nvSpPr>
          <p:cNvPr id="29" name="card-index-4">
            <a:extLst xmlns:a="http://schemas.openxmlformats.org/drawingml/2006/main">
              <a:ext uri="{FF2B5EF4-FFF2-40B4-BE49-F238E27FC236}">
                <a16:creationId xmlns:a16="http://schemas.microsoft.com/office/drawing/2014/main" id="{751407A3-A342-48F5-AA53-952A614B8EA7}"/>
              </a:ext>
            </a:extLst>
          </p:cNvPr>
          <p:cNvSpPr>
            <a:spLocks xmlns:a="http://schemas.openxmlformats.org/drawingml/2006/main" noGrp="1"/>
          </p:cNvSpPr>
          <p:nvPr/>
        </p:nvSpPr>
        <p:spPr>
          <a:xfrm xmlns:a="http://schemas.openxmlformats.org/drawingml/2006/main">
            <a:off x="91249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04</a:t>
            </a:r>
          </a:p>
        </p:txBody>
      </p:sp>
      <p:sp>
        <p:nvSpPr>
          <p:cNvPr id="30" name="card-ref-4">
            <a:extLst xmlns:a="http://schemas.openxmlformats.org/drawingml/2006/main">
              <a:ext uri="{FF2B5EF4-FFF2-40B4-BE49-F238E27FC236}">
                <a16:creationId xmlns:a16="http://schemas.microsoft.com/office/drawing/2014/main" id="{91A12B5C-9F29-4211-ADD7-248C00853CA1}"/>
              </a:ext>
            </a:extLst>
          </p:cNvPr>
          <p:cNvSpPr>
            <a:spLocks xmlns:a="http://schemas.openxmlformats.org/drawingml/2006/main" noGrp="1"/>
          </p:cNvSpPr>
          <p:nvPr/>
        </p:nvSpPr>
        <p:spPr>
          <a:xfrm xmlns:a="http://schemas.openxmlformats.org/drawingml/2006/main">
            <a:off x="96202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1 Tes 5,21</a:t>
            </a:r>
          </a:p>
        </p:txBody>
      </p:sp>
      <p:sp>
        <p:nvSpPr>
          <p:cNvPr id="31" name="card-top-rule-4">
            <a:extLst xmlns:a="http://schemas.openxmlformats.org/drawingml/2006/main">
              <a:ext uri="{FF2B5EF4-FFF2-40B4-BE49-F238E27FC236}">
                <a16:creationId xmlns:a16="http://schemas.microsoft.com/office/drawing/2014/main" id="{13523E80-8254-474D-958C-972E093D00C1}"/>
              </a:ext>
            </a:extLst>
          </p:cNvPr>
          <p:cNvSpPr>
            <a:spLocks xmlns:a="http://schemas.openxmlformats.org/drawingml/2006/main" noGrp="1"/>
          </p:cNvSpPr>
          <p:nvPr/>
        </p:nvSpPr>
        <p:spPr>
          <a:xfrm xmlns:a="http://schemas.openxmlformats.org/drawingml/2006/main">
            <a:off x="91249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32" name="card-title-4">
            <a:extLst xmlns:a="http://schemas.openxmlformats.org/drawingml/2006/main">
              <a:ext uri="{FF2B5EF4-FFF2-40B4-BE49-F238E27FC236}">
                <a16:creationId xmlns:a16="http://schemas.microsoft.com/office/drawing/2014/main" id="{3EE7472C-02E1-4BE4-8714-7F1D970CD30E}"/>
              </a:ext>
            </a:extLst>
          </p:cNvPr>
          <p:cNvSpPr>
            <a:spLocks xmlns:a="http://schemas.openxmlformats.org/drawingml/2006/main" noGrp="1"/>
          </p:cNvSpPr>
          <p:nvPr/>
        </p:nvSpPr>
        <p:spPr>
          <a:xfrm xmlns:a="http://schemas.openxmlformats.org/drawingml/2006/main">
            <a:off x="91249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DISCERNIR LA RED</a:t>
            </a:r>
          </a:p>
        </p:txBody>
      </p:sp>
      <p:sp>
        <p:nvSpPr>
          <p:cNvPr id="33" name="card-quote-4">
            <a:extLst xmlns:a="http://schemas.openxmlformats.org/drawingml/2006/main">
              <a:ext uri="{FF2B5EF4-FFF2-40B4-BE49-F238E27FC236}">
                <a16:creationId xmlns:a16="http://schemas.microsoft.com/office/drawing/2014/main" id="{993D5F3A-D1CE-4641-8577-573A914F1275}"/>
              </a:ext>
            </a:extLst>
          </p:cNvPr>
          <p:cNvSpPr>
            <a:spLocks xmlns:a="http://schemas.openxmlformats.org/drawingml/2006/main" noGrp="1"/>
          </p:cNvSpPr>
          <p:nvPr/>
        </p:nvSpPr>
        <p:spPr>
          <a:xfrm xmlns:a="http://schemas.openxmlformats.org/drawingml/2006/main">
            <a:off x="91249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«Examinadlo todo; quedaos con lo bueno.»</a:t>
            </a:r>
          </a:p>
        </p:txBody>
      </p:sp>
      <p:sp>
        <p:nvSpPr>
          <p:cNvPr id="34" name="card-accent-4">
            <a:extLst xmlns:a="http://schemas.openxmlformats.org/drawingml/2006/main">
              <a:ext uri="{FF2B5EF4-FFF2-40B4-BE49-F238E27FC236}">
                <a16:creationId xmlns:a16="http://schemas.microsoft.com/office/drawing/2014/main" id="{522E8673-F1EF-4ED6-ACE1-AEC1C6F0F330}"/>
              </a:ext>
            </a:extLst>
          </p:cNvPr>
          <p:cNvSpPr>
            <a:spLocks xmlns:a="http://schemas.openxmlformats.org/drawingml/2006/main" noGrp="1"/>
          </p:cNvSpPr>
          <p:nvPr/>
        </p:nvSpPr>
        <p:spPr>
          <a:xfrm xmlns:a="http://schemas.openxmlformats.org/drawingml/2006/main">
            <a:off x="91249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35" name="card-body-4">
            <a:extLst xmlns:a="http://schemas.openxmlformats.org/drawingml/2006/main">
              <a:ext uri="{FF2B5EF4-FFF2-40B4-BE49-F238E27FC236}">
                <a16:creationId xmlns:a16="http://schemas.microsoft.com/office/drawing/2014/main" id="{9F34A10C-DDD7-4038-A23E-C91DA258CC06}"/>
              </a:ext>
            </a:extLst>
          </p:cNvPr>
          <p:cNvSpPr>
            <a:spLocks xmlns:a="http://schemas.openxmlformats.org/drawingml/2006/main" noGrp="1"/>
          </p:cNvSpPr>
          <p:nvPr/>
        </p:nvSpPr>
        <p:spPr>
          <a:xfrm xmlns:a="http://schemas.openxmlformats.org/drawingml/2006/main">
            <a:off x="91249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La fe no llama tesoro a cualquier cosa. Conserva lo que da vida y deja ir lo que desvía.</a:t>
            </a:r>
          </a:p>
        </p:txBody>
      </p:sp>
      <p:sp>
        <p:nvSpPr>
          <p:cNvPr id="36" name="synthesis-label">
            <a:extLst xmlns:a="http://schemas.openxmlformats.org/drawingml/2006/main">
              <a:ext uri="{FF2B5EF4-FFF2-40B4-BE49-F238E27FC236}">
                <a16:creationId xmlns:a16="http://schemas.microsoft.com/office/drawing/2014/main" id="{80431634-2786-44A6-926F-0EA55FF2997F}"/>
              </a:ext>
            </a:extLst>
          </p:cNvPr>
          <p:cNvSpPr>
            <a:spLocks xmlns:a="http://schemas.openxmlformats.org/drawingml/2006/main" noGrp="1"/>
          </p:cNvSpPr>
          <p:nvPr/>
        </p:nvSpPr>
        <p:spPr>
          <a:xfrm xmlns:a="http://schemas.openxmlformats.org/drawingml/2006/main">
            <a:off x="628650" y="552450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D9A43B"/>
                </a:solidFill>
                <a:latin typeface="Arial"/>
                <a:ea typeface="Arial"/>
                <a:cs typeface="Arial"/>
              </a:defRPr>
            </a:pPr>
            <a:r>
              <a:rPr sz="1200" b="0" i="0">
                <a:solidFill>
                  <a:srgbClr val="D9A43B"/>
                </a:solidFill>
                <a:latin typeface="Arial"/>
                <a:ea typeface="Arial"/>
                <a:cs typeface="Arial"/>
              </a:rPr>
              <a:t>SÍNTESIS</a:t>
            </a:r>
          </a:p>
        </p:txBody>
      </p:sp>
      <p:sp>
        <p:nvSpPr>
          <p:cNvPr id="37" name="synthesis">
            <a:extLst xmlns:a="http://schemas.openxmlformats.org/drawingml/2006/main">
              <a:ext uri="{FF2B5EF4-FFF2-40B4-BE49-F238E27FC236}">
                <a16:creationId xmlns:a16="http://schemas.microsoft.com/office/drawing/2014/main" id="{1116CA16-FF0E-490C-B764-80551F006C38}"/>
              </a:ext>
            </a:extLst>
          </p:cNvPr>
          <p:cNvSpPr>
            <a:spLocks xmlns:a="http://schemas.openxmlformats.org/drawingml/2006/main" noGrp="1"/>
          </p:cNvSpPr>
          <p:nvPr/>
        </p:nvSpPr>
        <p:spPr>
          <a:xfrm xmlns:a="http://schemas.openxmlformats.org/drawingml/2006/main">
            <a:off x="1771650" y="5467350"/>
            <a:ext cx="9886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0B1A24"/>
                </a:solidFill>
                <a:latin typeface="Arial"/>
                <a:ea typeface="Arial"/>
                <a:cs typeface="Arial"/>
              </a:defRPr>
            </a:pPr>
            <a:r>
              <a:rPr sz="1500" b="0" i="0">
                <a:solidFill>
                  <a:srgbClr val="0B1A24"/>
                </a:solidFill>
                <a:latin typeface="Arial"/>
                <a:ea typeface="Arial"/>
                <a:cs typeface="Arial"/>
              </a:rPr>
              <a:t>Presencia ya cercana  ·  deseo purificado  ·  historia releída  ·  elección con alegría</a:t>
            </a:r>
          </a:p>
        </p:txBody>
      </p:sp>
      <p:sp>
        <p:nvSpPr>
          <p:cNvPr id="38" name="resonance-question">
            <a:extLst xmlns:a="http://schemas.openxmlformats.org/drawingml/2006/main">
              <a:ext uri="{FF2B5EF4-FFF2-40B4-BE49-F238E27FC236}">
                <a16:creationId xmlns:a16="http://schemas.microsoft.com/office/drawing/2014/main" id="{0DB6426E-DE49-41DD-A9EF-CD701FFFE97C}"/>
              </a:ext>
            </a:extLst>
          </p:cNvPr>
          <p:cNvSpPr>
            <a:spLocks xmlns:a="http://schemas.openxmlformats.org/drawingml/2006/main" noGrp="1"/>
          </p:cNvSpPr>
          <p:nvPr/>
        </p:nvSpPr>
        <p:spPr>
          <a:xfrm xmlns:a="http://schemas.openxmlformats.org/drawingml/2006/main">
            <a:off x="628650" y="59817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0" i="0">
                <a:solidFill>
                  <a:srgbClr val="47616D"/>
                </a:solidFill>
                <a:latin typeface="Arial"/>
                <a:ea typeface="Arial"/>
                <a:cs typeface="Arial"/>
              </a:defRPr>
            </a:pPr>
            <a:r>
              <a:rPr sz="1425" b="0" i="0">
                <a:solidFill>
                  <a:srgbClr val="47616D"/>
                </a:solidFill>
                <a:latin typeface="Arial"/>
                <a:ea typeface="Arial"/>
                <a:cs typeface="Arial"/>
              </a:rPr>
              <a:t>Pregunta de fondo: ¿qué parte de mi vida podría estar hablando de Dios sin que yo la haya leído así todavía?</a:t>
            </a:r>
          </a:p>
        </p:txBody>
      </p:sp>
      <p:sp>
        <p:nvSpPr>
          <p:cNvPr id="39" name="page-2">
            <a:extLst xmlns:a="http://schemas.openxmlformats.org/drawingml/2006/main">
              <a:ext uri="{FF2B5EF4-FFF2-40B4-BE49-F238E27FC236}">
                <a16:creationId xmlns:a16="http://schemas.microsoft.com/office/drawing/2014/main" id="{D17A105C-DB86-4B36-BC62-E18DE385BD6F}"/>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solidFill>
                  <a:srgbClr val="A6B6BD"/>
                </a:solidFill>
                <a:latin typeface="Arial"/>
                <a:ea typeface="Arial"/>
                <a:cs typeface="Arial"/>
              </a:defRPr>
            </a:pPr>
            <a:r>
              <a:rPr sz="900" b="0" i="0">
                <a:solidFill>
                  <a:srgbClr val="A6B6BD"/>
                </a:solidFill>
                <a:latin typeface="Arial"/>
                <a:ea typeface="Arial"/>
                <a:cs typeface="Arial"/>
              </a:rPr>
              <a:t>02</a:t>
            </a:r>
          </a:p>
        </p:txBody>
      </p:sp>
    </p:spTree>
    <p:extLst>
      <p:ext uri="{BB962C8B-B14F-4D97-AF65-F5344CB8AC3E}">
        <p14:creationId xmlns:p14="http://schemas.microsoft.com/office/powerpoint/2010/main" val="1628270255"/>
      </p:ext>
    </p:extLst>
  </p:cSld>
</p:sld>
</file>

<file path=ppt/slides/slide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43" name="agenda-title">
            <a:extLst xmlns:a="http://schemas.openxmlformats.org/drawingml/2006/main">
              <a:ext uri="{FF2B5EF4-FFF2-40B4-BE49-F238E27FC236}">
                <a16:creationId xmlns:a16="http://schemas.microsoft.com/office/drawing/2014/main" id="{656182AE-99FA-4A23-B21F-94004084F3F0}"/>
              </a:ext>
            </a:extLst>
          </p:cNvPr>
          <p:cNvSpPr>
            <a:spLocks xmlns:a="http://schemas.openxmlformats.org/drawingml/2006/main" noGrp="1"/>
          </p:cNvSpPr>
          <p:nvPr/>
        </p:nvSpPr>
        <p:spPr>
          <a:xfrm xmlns:a="http://schemas.openxmlformats.org/drawingml/2006/main">
            <a:off x="609600" y="266700"/>
            <a:ext cx="762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625" b="0" i="0">
                <a:solidFill>
                  <a:srgbClr val="FFFFFF"/>
                </a:solidFill>
                <a:latin typeface="Arial"/>
                <a:ea typeface="Arial"/>
                <a:cs typeface="Arial"/>
              </a:defRPr>
            </a:pPr>
            <a:r>
              <a:rPr sz="2625" b="0" i="0">
                <a:solidFill>
                  <a:srgbClr val="FFFFFF"/>
                </a:solidFill>
                <a:latin typeface="Arial"/>
                <a:ea typeface="Arial"/>
                <a:cs typeface="Arial"/>
              </a:rPr>
              <a:t>PROPUESTA DE REUNIÓN · 70 MINUTOS</a:t>
            </a:r>
          </a:p>
        </p:txBody>
      </p:sp>
      <p:sp>
        <p:nvSpPr>
          <p:cNvPr id="2" name="agenda-subtitle">
            <a:extLst xmlns:a="http://schemas.openxmlformats.org/drawingml/2006/main">
              <a:ext uri="{FF2B5EF4-FFF2-40B4-BE49-F238E27FC236}">
                <a16:creationId xmlns:a16="http://schemas.microsoft.com/office/drawing/2014/main" id="{DBB7116B-7CEC-454E-AE9E-4FACB45012AB}"/>
              </a:ext>
            </a:extLst>
          </p:cNvPr>
          <p:cNvSpPr>
            <a:spLocks xmlns:a="http://schemas.openxmlformats.org/drawingml/2006/main" noGrp="1"/>
          </p:cNvSpPr>
          <p:nvPr/>
        </p:nvSpPr>
        <p:spPr>
          <a:xfrm xmlns:a="http://schemas.openxmlformats.org/drawingml/2006/main">
            <a:off x="628650" y="72390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FF1CF"/>
                </a:solidFill>
                <a:latin typeface="Arial"/>
                <a:ea typeface="Arial"/>
                <a:cs typeface="Arial"/>
              </a:defRPr>
            </a:pPr>
            <a:r>
              <a:rPr sz="1500" b="0" i="0">
                <a:solidFill>
                  <a:srgbClr val="FFF1CF"/>
                </a:solidFill>
                <a:latin typeface="Arial"/>
                <a:ea typeface="Arial"/>
                <a:cs typeface="Arial"/>
              </a:rPr>
              <a:t>De buscar lejos a reconocer, discernir y elegir</a:t>
            </a:r>
          </a:p>
        </p:txBody>
      </p:sp>
      <p:sp>
        <p:nvSpPr>
          <p:cNvPr id="3" name="agenda-rule">
            <a:extLst xmlns:a="http://schemas.openxmlformats.org/drawingml/2006/main">
              <a:ext uri="{FF2B5EF4-FFF2-40B4-BE49-F238E27FC236}">
                <a16:creationId xmlns:a16="http://schemas.microsoft.com/office/drawing/2014/main" id="{C218FDBF-3209-4FBB-A822-9E19E2E4A9CC}"/>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timeline">
            <a:extLst xmlns:a="http://schemas.openxmlformats.org/drawingml/2006/main">
              <a:ext uri="{FF2B5EF4-FFF2-40B4-BE49-F238E27FC236}">
                <a16:creationId xmlns:a16="http://schemas.microsoft.com/office/drawing/2014/main" id="{9A532C51-B4DB-4FA9-869A-55C10E3A0050}"/>
              </a:ext>
            </a:extLst>
          </p:cNvPr>
          <p:cNvSpPr>
            <a:spLocks xmlns:a="http://schemas.openxmlformats.org/drawingml/2006/main" noGrp="1"/>
          </p:cNvSpPr>
          <p:nvPr/>
        </p:nvSpPr>
        <p:spPr>
          <a:xfrm xmlns:a="http://schemas.openxmlformats.org/drawingml/2006/main">
            <a:off x="1257300" y="1619250"/>
            <a:ext cx="28575" cy="3943350"/>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5" name="agenda-time-1">
            <a:extLst xmlns:a="http://schemas.openxmlformats.org/drawingml/2006/main">
              <a:ext uri="{FF2B5EF4-FFF2-40B4-BE49-F238E27FC236}">
                <a16:creationId xmlns:a16="http://schemas.microsoft.com/office/drawing/2014/main" id="{67878E7D-8E56-4872-8388-E0D6ADE1F2D5}"/>
              </a:ext>
            </a:extLst>
          </p:cNvPr>
          <p:cNvSpPr>
            <a:spLocks xmlns:a="http://schemas.openxmlformats.org/drawingml/2006/main" noGrp="1"/>
          </p:cNvSpPr>
          <p:nvPr/>
        </p:nvSpPr>
        <p:spPr>
          <a:xfrm xmlns:a="http://schemas.openxmlformats.org/drawingml/2006/main">
            <a:off x="533400" y="14287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00′</a:t>
            </a:r>
          </a:p>
        </p:txBody>
      </p:sp>
      <p:sp>
        <p:nvSpPr>
          <p:cNvPr id="6" name="agenda-circle-1">
            <a:extLst xmlns:a="http://schemas.openxmlformats.org/drawingml/2006/main">
              <a:ext uri="{FF2B5EF4-FFF2-40B4-BE49-F238E27FC236}">
                <a16:creationId xmlns:a16="http://schemas.microsoft.com/office/drawing/2014/main" id="{C5A545E4-5836-4B64-885F-2DCDFF078D89}"/>
              </a:ext>
            </a:extLst>
          </p:cNvPr>
          <p:cNvSpPr>
            <a:spLocks xmlns:a="http://schemas.openxmlformats.org/drawingml/2006/main" noGrp="1"/>
          </p:cNvSpPr>
          <p:nvPr/>
        </p:nvSpPr>
        <p:spPr>
          <a:xfrm xmlns:a="http://schemas.openxmlformats.org/drawingml/2006/main">
            <a:off x="1085850" y="14478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7" name="agenda-number-1">
            <a:extLst xmlns:a="http://schemas.openxmlformats.org/drawingml/2006/main">
              <a:ext uri="{FF2B5EF4-FFF2-40B4-BE49-F238E27FC236}">
                <a16:creationId xmlns:a16="http://schemas.microsoft.com/office/drawing/2014/main" id="{1C1A4B7A-47F7-41EE-9B37-C8CCA0181FCE}"/>
              </a:ext>
            </a:extLst>
          </p:cNvPr>
          <p:cNvSpPr>
            <a:spLocks xmlns:a="http://schemas.openxmlformats.org/drawingml/2006/main" noGrp="1"/>
          </p:cNvSpPr>
          <p:nvPr/>
        </p:nvSpPr>
        <p:spPr>
          <a:xfrm xmlns:a="http://schemas.openxmlformats.org/drawingml/2006/main">
            <a:off x="1085850" y="14668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1</a:t>
            </a:r>
          </a:p>
        </p:txBody>
      </p:sp>
      <p:sp>
        <p:nvSpPr>
          <p:cNvPr id="8" name="agenda-step-1">
            <a:extLst xmlns:a="http://schemas.openxmlformats.org/drawingml/2006/main">
              <a:ext uri="{FF2B5EF4-FFF2-40B4-BE49-F238E27FC236}">
                <a16:creationId xmlns:a16="http://schemas.microsoft.com/office/drawing/2014/main" id="{C160CAA1-0925-4048-A1D6-00DC8C32EBE0}"/>
              </a:ext>
            </a:extLst>
          </p:cNvPr>
          <p:cNvSpPr>
            <a:spLocks xmlns:a="http://schemas.openxmlformats.org/drawingml/2006/main" noGrp="1"/>
          </p:cNvSpPr>
          <p:nvPr/>
        </p:nvSpPr>
        <p:spPr>
          <a:xfrm xmlns:a="http://schemas.openxmlformats.org/drawingml/2006/main">
            <a:off x="1752600" y="13525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ESCUCHAR</a:t>
            </a:r>
          </a:p>
        </p:txBody>
      </p:sp>
      <p:sp>
        <p:nvSpPr>
          <p:cNvPr id="9" name="agenda-instruction-1">
            <a:extLst xmlns:a="http://schemas.openxmlformats.org/drawingml/2006/main">
              <a:ext uri="{FF2B5EF4-FFF2-40B4-BE49-F238E27FC236}">
                <a16:creationId xmlns:a16="http://schemas.microsoft.com/office/drawing/2014/main" id="{DA0EA075-B4A0-4405-BA07-5AEE90A53210}"/>
              </a:ext>
            </a:extLst>
          </p:cNvPr>
          <p:cNvSpPr>
            <a:spLocks xmlns:a="http://schemas.openxmlformats.org/drawingml/2006/main" noGrp="1"/>
          </p:cNvSpPr>
          <p:nvPr/>
        </p:nvSpPr>
        <p:spPr>
          <a:xfrm xmlns:a="http://schemas.openxmlformats.org/drawingml/2006/main">
            <a:off x="1752600" y="16478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Oír «Todo hablaba de ti» completa, sin explicarla todavía.</a:t>
            </a:r>
          </a:p>
        </p:txBody>
      </p:sp>
      <p:sp>
        <p:nvSpPr>
          <p:cNvPr id="10" name="question-card-1">
            <a:extLst xmlns:a="http://schemas.openxmlformats.org/drawingml/2006/main">
              <a:ext uri="{FF2B5EF4-FFF2-40B4-BE49-F238E27FC236}">
                <a16:creationId xmlns:a16="http://schemas.microsoft.com/office/drawing/2014/main" id="{4BD35CD9-15C0-4A0C-8CA3-09C7E27C6F6C}"/>
              </a:ext>
            </a:extLst>
          </p:cNvPr>
          <p:cNvSpPr>
            <a:spLocks xmlns:a="http://schemas.openxmlformats.org/drawingml/2006/main" noGrp="1"/>
          </p:cNvSpPr>
          <p:nvPr/>
        </p:nvSpPr>
        <p:spPr>
          <a:xfrm xmlns:a="http://schemas.openxmlformats.org/drawingml/2006/main">
            <a:off x="6524625" y="13525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1" name="agenda-question-1">
            <a:extLst xmlns:a="http://schemas.openxmlformats.org/drawingml/2006/main">
              <a:ext uri="{FF2B5EF4-FFF2-40B4-BE49-F238E27FC236}">
                <a16:creationId xmlns:a16="http://schemas.microsoft.com/office/drawing/2014/main" id="{BC7EACF1-BE46-49EA-9FF2-9EA998959644}"/>
              </a:ext>
            </a:extLst>
          </p:cNvPr>
          <p:cNvSpPr>
            <a:spLocks xmlns:a="http://schemas.openxmlformats.org/drawingml/2006/main" noGrp="1"/>
          </p:cNvSpPr>
          <p:nvPr/>
        </p:nvSpPr>
        <p:spPr>
          <a:xfrm xmlns:a="http://schemas.openxmlformats.org/drawingml/2006/main">
            <a:off x="6743700" y="14478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frase ha cambiado por un instante mi manera de mirar?</a:t>
            </a:r>
          </a:p>
        </p:txBody>
      </p:sp>
      <p:sp>
        <p:nvSpPr>
          <p:cNvPr id="12" name="agenda-time-2">
            <a:extLst xmlns:a="http://schemas.openxmlformats.org/drawingml/2006/main">
              <a:ext uri="{FF2B5EF4-FFF2-40B4-BE49-F238E27FC236}">
                <a16:creationId xmlns:a16="http://schemas.microsoft.com/office/drawing/2014/main" id="{6FE10402-7825-4703-9781-B3328B84F383}"/>
              </a:ext>
            </a:extLst>
          </p:cNvPr>
          <p:cNvSpPr>
            <a:spLocks xmlns:a="http://schemas.openxmlformats.org/drawingml/2006/main" noGrp="1"/>
          </p:cNvSpPr>
          <p:nvPr/>
        </p:nvSpPr>
        <p:spPr>
          <a:xfrm xmlns:a="http://schemas.openxmlformats.org/drawingml/2006/main">
            <a:off x="533400" y="23431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08′</a:t>
            </a:r>
          </a:p>
        </p:txBody>
      </p:sp>
      <p:sp>
        <p:nvSpPr>
          <p:cNvPr id="13" name="agenda-circle-2">
            <a:extLst xmlns:a="http://schemas.openxmlformats.org/drawingml/2006/main">
              <a:ext uri="{FF2B5EF4-FFF2-40B4-BE49-F238E27FC236}">
                <a16:creationId xmlns:a16="http://schemas.microsoft.com/office/drawing/2014/main" id="{C7BA7DD7-CB65-49E9-81D0-310C53F0CED4}"/>
              </a:ext>
            </a:extLst>
          </p:cNvPr>
          <p:cNvSpPr>
            <a:spLocks xmlns:a="http://schemas.openxmlformats.org/drawingml/2006/main" noGrp="1"/>
          </p:cNvSpPr>
          <p:nvPr/>
        </p:nvSpPr>
        <p:spPr>
          <a:xfrm xmlns:a="http://schemas.openxmlformats.org/drawingml/2006/main">
            <a:off x="1085850" y="23622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4" name="agenda-number-2">
            <a:extLst xmlns:a="http://schemas.openxmlformats.org/drawingml/2006/main">
              <a:ext uri="{FF2B5EF4-FFF2-40B4-BE49-F238E27FC236}">
                <a16:creationId xmlns:a16="http://schemas.microsoft.com/office/drawing/2014/main" id="{0A666AC9-06B3-4AF3-80E0-B5598DD6FD3E}"/>
              </a:ext>
            </a:extLst>
          </p:cNvPr>
          <p:cNvSpPr>
            <a:spLocks xmlns:a="http://schemas.openxmlformats.org/drawingml/2006/main" noGrp="1"/>
          </p:cNvSpPr>
          <p:nvPr/>
        </p:nvSpPr>
        <p:spPr>
          <a:xfrm xmlns:a="http://schemas.openxmlformats.org/drawingml/2006/main">
            <a:off x="1085850" y="23812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2</a:t>
            </a:r>
          </a:p>
        </p:txBody>
      </p:sp>
      <p:sp>
        <p:nvSpPr>
          <p:cNvPr id="15" name="agenda-step-2">
            <a:extLst xmlns:a="http://schemas.openxmlformats.org/drawingml/2006/main">
              <a:ext uri="{FF2B5EF4-FFF2-40B4-BE49-F238E27FC236}">
                <a16:creationId xmlns:a16="http://schemas.microsoft.com/office/drawing/2014/main" id="{19D55C8C-310A-4F86-ACA4-263CE06F2093}"/>
              </a:ext>
            </a:extLst>
          </p:cNvPr>
          <p:cNvSpPr>
            <a:spLocks xmlns:a="http://schemas.openxmlformats.org/drawingml/2006/main" noGrp="1"/>
          </p:cNvSpPr>
          <p:nvPr/>
        </p:nvSpPr>
        <p:spPr>
          <a:xfrm xmlns:a="http://schemas.openxmlformats.org/drawingml/2006/main">
            <a:off x="1752600" y="22669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RELEER</a:t>
            </a:r>
          </a:p>
        </p:txBody>
      </p:sp>
      <p:sp>
        <p:nvSpPr>
          <p:cNvPr id="16" name="agenda-instruction-2">
            <a:extLst xmlns:a="http://schemas.openxmlformats.org/drawingml/2006/main">
              <a:ext uri="{FF2B5EF4-FFF2-40B4-BE49-F238E27FC236}">
                <a16:creationId xmlns:a16="http://schemas.microsoft.com/office/drawing/2014/main" id="{41ADBFBC-B0D1-48DF-9523-37124733BAF5}"/>
              </a:ext>
            </a:extLst>
          </p:cNvPr>
          <p:cNvSpPr>
            <a:spLocks xmlns:a="http://schemas.openxmlformats.org/drawingml/2006/main" noGrp="1"/>
          </p:cNvSpPr>
          <p:nvPr/>
        </p:nvSpPr>
        <p:spPr>
          <a:xfrm xmlns:a="http://schemas.openxmlformats.org/drawingml/2006/main">
            <a:off x="1752600" y="25622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Tarjeta opcional: lugar conocido, ayuda recibida y algo hoy comprendido distinto.</a:t>
            </a:r>
          </a:p>
        </p:txBody>
      </p:sp>
      <p:sp>
        <p:nvSpPr>
          <p:cNvPr id="17" name="question-card-2">
            <a:extLst xmlns:a="http://schemas.openxmlformats.org/drawingml/2006/main">
              <a:ext uri="{FF2B5EF4-FFF2-40B4-BE49-F238E27FC236}">
                <a16:creationId xmlns:a16="http://schemas.microsoft.com/office/drawing/2014/main" id="{3BD6CF09-33D4-4264-A14C-6E14C14E5DE2}"/>
              </a:ext>
            </a:extLst>
          </p:cNvPr>
          <p:cNvSpPr>
            <a:spLocks xmlns:a="http://schemas.openxmlformats.org/drawingml/2006/main" noGrp="1"/>
          </p:cNvSpPr>
          <p:nvPr/>
        </p:nvSpPr>
        <p:spPr>
          <a:xfrm xmlns:a="http://schemas.openxmlformats.org/drawingml/2006/main">
            <a:off x="6524625" y="22669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8" name="agenda-question-2">
            <a:extLst xmlns:a="http://schemas.openxmlformats.org/drawingml/2006/main">
              <a:ext uri="{FF2B5EF4-FFF2-40B4-BE49-F238E27FC236}">
                <a16:creationId xmlns:a16="http://schemas.microsoft.com/office/drawing/2014/main" id="{922C6D96-34E1-4FBE-85F9-18A13871CAB4}"/>
              </a:ext>
            </a:extLst>
          </p:cNvPr>
          <p:cNvSpPr>
            <a:spLocks xmlns:a="http://schemas.openxmlformats.org/drawingml/2006/main" noGrp="1"/>
          </p:cNvSpPr>
          <p:nvPr/>
        </p:nvSpPr>
        <p:spPr>
          <a:xfrm xmlns:a="http://schemas.openxmlformats.org/drawingml/2006/main">
            <a:off x="6743700" y="23622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hecho antiguo miro hoy con ojos nuevos?</a:t>
            </a:r>
          </a:p>
        </p:txBody>
      </p:sp>
      <p:sp>
        <p:nvSpPr>
          <p:cNvPr id="19" name="agenda-time-3">
            <a:extLst xmlns:a="http://schemas.openxmlformats.org/drawingml/2006/main">
              <a:ext uri="{FF2B5EF4-FFF2-40B4-BE49-F238E27FC236}">
                <a16:creationId xmlns:a16="http://schemas.microsoft.com/office/drawing/2014/main" id="{BDCD3B70-AA80-4345-A72B-547A61D2B02F}"/>
              </a:ext>
            </a:extLst>
          </p:cNvPr>
          <p:cNvSpPr>
            <a:spLocks xmlns:a="http://schemas.openxmlformats.org/drawingml/2006/main" noGrp="1"/>
          </p:cNvSpPr>
          <p:nvPr/>
        </p:nvSpPr>
        <p:spPr>
          <a:xfrm xmlns:a="http://schemas.openxmlformats.org/drawingml/2006/main">
            <a:off x="533400" y="32575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20′</a:t>
            </a:r>
          </a:p>
        </p:txBody>
      </p:sp>
      <p:sp>
        <p:nvSpPr>
          <p:cNvPr id="20" name="agenda-circle-3">
            <a:extLst xmlns:a="http://schemas.openxmlformats.org/drawingml/2006/main">
              <a:ext uri="{FF2B5EF4-FFF2-40B4-BE49-F238E27FC236}">
                <a16:creationId xmlns:a16="http://schemas.microsoft.com/office/drawing/2014/main" id="{8754CF66-17E0-4D6D-82AB-99AE62571444}"/>
              </a:ext>
            </a:extLst>
          </p:cNvPr>
          <p:cNvSpPr>
            <a:spLocks xmlns:a="http://schemas.openxmlformats.org/drawingml/2006/main" noGrp="1"/>
          </p:cNvSpPr>
          <p:nvPr/>
        </p:nvSpPr>
        <p:spPr>
          <a:xfrm xmlns:a="http://schemas.openxmlformats.org/drawingml/2006/main">
            <a:off x="1085850" y="32766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1" name="agenda-number-3">
            <a:extLst xmlns:a="http://schemas.openxmlformats.org/drawingml/2006/main">
              <a:ext uri="{FF2B5EF4-FFF2-40B4-BE49-F238E27FC236}">
                <a16:creationId xmlns:a16="http://schemas.microsoft.com/office/drawing/2014/main" id="{21CC9F63-51ED-4ECE-9820-3D50D9942478}"/>
              </a:ext>
            </a:extLst>
          </p:cNvPr>
          <p:cNvSpPr>
            <a:spLocks xmlns:a="http://schemas.openxmlformats.org/drawingml/2006/main" noGrp="1"/>
          </p:cNvSpPr>
          <p:nvPr/>
        </p:nvSpPr>
        <p:spPr>
          <a:xfrm xmlns:a="http://schemas.openxmlformats.org/drawingml/2006/main">
            <a:off x="1085850" y="32956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3</a:t>
            </a:r>
          </a:p>
        </p:txBody>
      </p:sp>
      <p:sp>
        <p:nvSpPr>
          <p:cNvPr id="22" name="agenda-step-3">
            <a:extLst xmlns:a="http://schemas.openxmlformats.org/drawingml/2006/main">
              <a:ext uri="{FF2B5EF4-FFF2-40B4-BE49-F238E27FC236}">
                <a16:creationId xmlns:a16="http://schemas.microsoft.com/office/drawing/2014/main" id="{01D128E6-9E8F-4ADD-911A-8211FF1040F7}"/>
              </a:ext>
            </a:extLst>
          </p:cNvPr>
          <p:cNvSpPr>
            <a:spLocks xmlns:a="http://schemas.openxmlformats.org/drawingml/2006/main" noGrp="1"/>
          </p:cNvSpPr>
          <p:nvPr/>
        </p:nvSpPr>
        <p:spPr>
          <a:xfrm xmlns:a="http://schemas.openxmlformats.org/drawingml/2006/main">
            <a:off x="1752600" y="31813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ILUMINAR</a:t>
            </a:r>
          </a:p>
        </p:txBody>
      </p:sp>
      <p:sp>
        <p:nvSpPr>
          <p:cNvPr id="23" name="agenda-instruction-3">
            <a:extLst xmlns:a="http://schemas.openxmlformats.org/drawingml/2006/main">
              <a:ext uri="{FF2B5EF4-FFF2-40B4-BE49-F238E27FC236}">
                <a16:creationId xmlns:a16="http://schemas.microsoft.com/office/drawing/2014/main" id="{16BEEE29-A4AA-4D51-9317-8F1BA0F28544}"/>
              </a:ext>
            </a:extLst>
          </p:cNvPr>
          <p:cNvSpPr>
            <a:spLocks xmlns:a="http://schemas.openxmlformats.org/drawingml/2006/main" noGrp="1"/>
          </p:cNvSpPr>
          <p:nvPr/>
        </p:nvSpPr>
        <p:spPr>
          <a:xfrm xmlns:a="http://schemas.openxmlformats.org/drawingml/2006/main">
            <a:off x="1752600" y="34766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Leer Mt 13,44–52 y marcar: hallar, buscar, alegría, recoger, separar, nuevo y antiguo.</a:t>
            </a:r>
          </a:p>
        </p:txBody>
      </p:sp>
      <p:sp>
        <p:nvSpPr>
          <p:cNvPr id="24" name="question-card-3">
            <a:extLst xmlns:a="http://schemas.openxmlformats.org/drawingml/2006/main">
              <a:ext uri="{FF2B5EF4-FFF2-40B4-BE49-F238E27FC236}">
                <a16:creationId xmlns:a16="http://schemas.microsoft.com/office/drawing/2014/main" id="{79186ACE-0932-448E-A8A7-6CCB6087A23D}"/>
              </a:ext>
            </a:extLst>
          </p:cNvPr>
          <p:cNvSpPr>
            <a:spLocks xmlns:a="http://schemas.openxmlformats.org/drawingml/2006/main" noGrp="1"/>
          </p:cNvSpPr>
          <p:nvPr/>
        </p:nvSpPr>
        <p:spPr>
          <a:xfrm xmlns:a="http://schemas.openxmlformats.org/drawingml/2006/main">
            <a:off x="6524625" y="31813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25" name="agenda-question-3">
            <a:extLst xmlns:a="http://schemas.openxmlformats.org/drawingml/2006/main">
              <a:ext uri="{FF2B5EF4-FFF2-40B4-BE49-F238E27FC236}">
                <a16:creationId xmlns:a16="http://schemas.microsoft.com/office/drawing/2014/main" id="{DC952F9B-D388-42C9-ADF9-647DC6856163}"/>
              </a:ext>
            </a:extLst>
          </p:cNvPr>
          <p:cNvSpPr>
            <a:spLocks xmlns:a="http://schemas.openxmlformats.org/drawingml/2006/main" noGrp="1"/>
          </p:cNvSpPr>
          <p:nvPr/>
        </p:nvSpPr>
        <p:spPr>
          <a:xfrm xmlns:a="http://schemas.openxmlformats.org/drawingml/2006/main">
            <a:off x="6743700" y="32766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cambia cuando aparece el Reino: el camino o la mirada?</a:t>
            </a:r>
          </a:p>
        </p:txBody>
      </p:sp>
      <p:sp>
        <p:nvSpPr>
          <p:cNvPr id="26" name="agenda-time-4">
            <a:extLst xmlns:a="http://schemas.openxmlformats.org/drawingml/2006/main">
              <a:ext uri="{FF2B5EF4-FFF2-40B4-BE49-F238E27FC236}">
                <a16:creationId xmlns:a16="http://schemas.microsoft.com/office/drawing/2014/main" id="{A4EA6EF7-09A4-4F2D-970E-7759BD2C4C06}"/>
              </a:ext>
            </a:extLst>
          </p:cNvPr>
          <p:cNvSpPr>
            <a:spLocks xmlns:a="http://schemas.openxmlformats.org/drawingml/2006/main" noGrp="1"/>
          </p:cNvSpPr>
          <p:nvPr/>
        </p:nvSpPr>
        <p:spPr>
          <a:xfrm xmlns:a="http://schemas.openxmlformats.org/drawingml/2006/main">
            <a:off x="533400" y="41719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38′</a:t>
            </a:r>
          </a:p>
        </p:txBody>
      </p:sp>
      <p:sp>
        <p:nvSpPr>
          <p:cNvPr id="27" name="agenda-circle-4">
            <a:extLst xmlns:a="http://schemas.openxmlformats.org/drawingml/2006/main">
              <a:ext uri="{FF2B5EF4-FFF2-40B4-BE49-F238E27FC236}">
                <a16:creationId xmlns:a16="http://schemas.microsoft.com/office/drawing/2014/main" id="{1BC92834-D66E-41B9-9D33-2D89DA3C7012}"/>
              </a:ext>
            </a:extLst>
          </p:cNvPr>
          <p:cNvSpPr>
            <a:spLocks xmlns:a="http://schemas.openxmlformats.org/drawingml/2006/main" noGrp="1"/>
          </p:cNvSpPr>
          <p:nvPr/>
        </p:nvSpPr>
        <p:spPr>
          <a:xfrm xmlns:a="http://schemas.openxmlformats.org/drawingml/2006/main">
            <a:off x="1085850" y="41910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agenda-number-4">
            <a:extLst xmlns:a="http://schemas.openxmlformats.org/drawingml/2006/main">
              <a:ext uri="{FF2B5EF4-FFF2-40B4-BE49-F238E27FC236}">
                <a16:creationId xmlns:a16="http://schemas.microsoft.com/office/drawing/2014/main" id="{4A60099E-850D-4778-BB55-68B2D066F8F1}"/>
              </a:ext>
            </a:extLst>
          </p:cNvPr>
          <p:cNvSpPr>
            <a:spLocks xmlns:a="http://schemas.openxmlformats.org/drawingml/2006/main" noGrp="1"/>
          </p:cNvSpPr>
          <p:nvPr/>
        </p:nvSpPr>
        <p:spPr>
          <a:xfrm xmlns:a="http://schemas.openxmlformats.org/drawingml/2006/main">
            <a:off x="1085850" y="42100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4</a:t>
            </a:r>
          </a:p>
        </p:txBody>
      </p:sp>
      <p:sp>
        <p:nvSpPr>
          <p:cNvPr id="29" name="agenda-step-4">
            <a:extLst xmlns:a="http://schemas.openxmlformats.org/drawingml/2006/main">
              <a:ext uri="{FF2B5EF4-FFF2-40B4-BE49-F238E27FC236}">
                <a16:creationId xmlns:a16="http://schemas.microsoft.com/office/drawing/2014/main" id="{67775968-8371-4F08-9BEF-AF01ED03F208}"/>
              </a:ext>
            </a:extLst>
          </p:cNvPr>
          <p:cNvSpPr>
            <a:spLocks xmlns:a="http://schemas.openxmlformats.org/drawingml/2006/main" noGrp="1"/>
          </p:cNvSpPr>
          <p:nvPr/>
        </p:nvSpPr>
        <p:spPr>
          <a:xfrm xmlns:a="http://schemas.openxmlformats.org/drawingml/2006/main">
            <a:off x="1752600" y="40957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DISCERNIR</a:t>
            </a:r>
          </a:p>
        </p:txBody>
      </p:sp>
      <p:sp>
        <p:nvSpPr>
          <p:cNvPr id="30" name="agenda-instruction-4">
            <a:extLst xmlns:a="http://schemas.openxmlformats.org/drawingml/2006/main">
              <a:ext uri="{FF2B5EF4-FFF2-40B4-BE49-F238E27FC236}">
                <a16:creationId xmlns:a16="http://schemas.microsoft.com/office/drawing/2014/main" id="{DB317257-D5F6-4CF7-A900-5333DA7F93E1}"/>
              </a:ext>
            </a:extLst>
          </p:cNvPr>
          <p:cNvSpPr>
            <a:spLocks xmlns:a="http://schemas.openxmlformats.org/drawingml/2006/main" noGrp="1"/>
          </p:cNvSpPr>
          <p:nvPr/>
        </p:nvSpPr>
        <p:spPr>
          <a:xfrm xmlns:a="http://schemas.openxmlformats.org/drawingml/2006/main">
            <a:off x="1752600" y="43910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En tríos, aplicar tesoro, perla y red a una semana ficticia.</a:t>
            </a:r>
          </a:p>
        </p:txBody>
      </p:sp>
      <p:sp>
        <p:nvSpPr>
          <p:cNvPr id="31" name="question-card-4">
            <a:extLst xmlns:a="http://schemas.openxmlformats.org/drawingml/2006/main">
              <a:ext uri="{FF2B5EF4-FFF2-40B4-BE49-F238E27FC236}">
                <a16:creationId xmlns:a16="http://schemas.microsoft.com/office/drawing/2014/main" id="{8697F4A0-B6A8-4117-B218-3FF7FF051111}"/>
              </a:ext>
            </a:extLst>
          </p:cNvPr>
          <p:cNvSpPr>
            <a:spLocks xmlns:a="http://schemas.openxmlformats.org/drawingml/2006/main" noGrp="1"/>
          </p:cNvSpPr>
          <p:nvPr/>
        </p:nvSpPr>
        <p:spPr>
          <a:xfrm xmlns:a="http://schemas.openxmlformats.org/drawingml/2006/main">
            <a:off x="6524625" y="40957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2" name="agenda-question-4">
            <a:extLst xmlns:a="http://schemas.openxmlformats.org/drawingml/2006/main">
              <a:ext uri="{FF2B5EF4-FFF2-40B4-BE49-F238E27FC236}">
                <a16:creationId xmlns:a16="http://schemas.microsoft.com/office/drawing/2014/main" id="{75E760C1-4D75-426C-B598-B39590C97352}"/>
              </a:ext>
            </a:extLst>
          </p:cNvPr>
          <p:cNvSpPr>
            <a:spLocks xmlns:a="http://schemas.openxmlformats.org/drawingml/2006/main" noGrp="1"/>
          </p:cNvSpPr>
          <p:nvPr/>
        </p:nvSpPr>
        <p:spPr>
          <a:xfrm xmlns:a="http://schemas.openxmlformats.org/drawingml/2006/main">
            <a:off x="6743700" y="41910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¿Cómo distinguir el valor verdadero del brillo pasajero?</a:t>
            </a:r>
          </a:p>
        </p:txBody>
      </p:sp>
      <p:sp>
        <p:nvSpPr>
          <p:cNvPr id="33" name="agenda-time-5">
            <a:extLst xmlns:a="http://schemas.openxmlformats.org/drawingml/2006/main">
              <a:ext uri="{FF2B5EF4-FFF2-40B4-BE49-F238E27FC236}">
                <a16:creationId xmlns:a16="http://schemas.microsoft.com/office/drawing/2014/main" id="{B7B8E98E-EE5B-4062-9893-2601DE9FFF41}"/>
              </a:ext>
            </a:extLst>
          </p:cNvPr>
          <p:cNvSpPr>
            <a:spLocks xmlns:a="http://schemas.openxmlformats.org/drawingml/2006/main" noGrp="1"/>
          </p:cNvSpPr>
          <p:nvPr/>
        </p:nvSpPr>
        <p:spPr>
          <a:xfrm xmlns:a="http://schemas.openxmlformats.org/drawingml/2006/main">
            <a:off x="533400" y="50863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58′</a:t>
            </a:r>
          </a:p>
        </p:txBody>
      </p:sp>
      <p:sp>
        <p:nvSpPr>
          <p:cNvPr id="34" name="agenda-circle-5">
            <a:extLst xmlns:a="http://schemas.openxmlformats.org/drawingml/2006/main">
              <a:ext uri="{FF2B5EF4-FFF2-40B4-BE49-F238E27FC236}">
                <a16:creationId xmlns:a16="http://schemas.microsoft.com/office/drawing/2014/main" id="{1935AEAE-B92E-4703-BFEF-79BACFB7ED86}"/>
              </a:ext>
            </a:extLst>
          </p:cNvPr>
          <p:cNvSpPr>
            <a:spLocks xmlns:a="http://schemas.openxmlformats.org/drawingml/2006/main" noGrp="1"/>
          </p:cNvSpPr>
          <p:nvPr/>
        </p:nvSpPr>
        <p:spPr>
          <a:xfrm xmlns:a="http://schemas.openxmlformats.org/drawingml/2006/main">
            <a:off x="1085850" y="5105400"/>
            <a:ext cx="361950" cy="36195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5" name="agenda-number-5">
            <a:extLst xmlns:a="http://schemas.openxmlformats.org/drawingml/2006/main">
              <a:ext uri="{FF2B5EF4-FFF2-40B4-BE49-F238E27FC236}">
                <a16:creationId xmlns:a16="http://schemas.microsoft.com/office/drawing/2014/main" id="{906B7433-74CF-48BF-BFEA-EDEB9238ED24}"/>
              </a:ext>
            </a:extLst>
          </p:cNvPr>
          <p:cNvSpPr>
            <a:spLocks xmlns:a="http://schemas.openxmlformats.org/drawingml/2006/main" noGrp="1"/>
          </p:cNvSpPr>
          <p:nvPr/>
        </p:nvSpPr>
        <p:spPr>
          <a:xfrm xmlns:a="http://schemas.openxmlformats.org/drawingml/2006/main">
            <a:off x="1085850" y="51244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5</a:t>
            </a:r>
          </a:p>
        </p:txBody>
      </p:sp>
      <p:sp>
        <p:nvSpPr>
          <p:cNvPr id="36" name="agenda-step-5">
            <a:extLst xmlns:a="http://schemas.openxmlformats.org/drawingml/2006/main">
              <a:ext uri="{FF2B5EF4-FFF2-40B4-BE49-F238E27FC236}">
                <a16:creationId xmlns:a16="http://schemas.microsoft.com/office/drawing/2014/main" id="{DA7D721F-C167-41D7-9BFE-300FECF190F4}"/>
              </a:ext>
            </a:extLst>
          </p:cNvPr>
          <p:cNvSpPr>
            <a:spLocks xmlns:a="http://schemas.openxmlformats.org/drawingml/2006/main" noGrp="1"/>
          </p:cNvSpPr>
          <p:nvPr/>
        </p:nvSpPr>
        <p:spPr>
          <a:xfrm xmlns:a="http://schemas.openxmlformats.org/drawingml/2006/main">
            <a:off x="1752600" y="50101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RESPONDER</a:t>
            </a:r>
          </a:p>
        </p:txBody>
      </p:sp>
      <p:sp>
        <p:nvSpPr>
          <p:cNvPr id="37" name="agenda-instruction-5">
            <a:extLst xmlns:a="http://schemas.openxmlformats.org/drawingml/2006/main">
              <a:ext uri="{FF2B5EF4-FFF2-40B4-BE49-F238E27FC236}">
                <a16:creationId xmlns:a16="http://schemas.microsoft.com/office/drawing/2014/main" id="{35C9EBA9-2281-49C1-8A90-FEFF2FB42AA1}"/>
              </a:ext>
            </a:extLst>
          </p:cNvPr>
          <p:cNvSpPr>
            <a:spLocks xmlns:a="http://schemas.openxmlformats.org/drawingml/2006/main" noGrp="1"/>
          </p:cNvSpPr>
          <p:nvPr/>
        </p:nvSpPr>
        <p:spPr>
          <a:xfrm xmlns:a="http://schemas.openxmlformats.org/drawingml/2006/main">
            <a:off x="1752600" y="53054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Escribir «esta semana miraré de nuevo…» y un gesto. Compartir libremente y orar.</a:t>
            </a:r>
          </a:p>
        </p:txBody>
      </p:sp>
      <p:sp>
        <p:nvSpPr>
          <p:cNvPr id="38" name="question-card-5">
            <a:extLst xmlns:a="http://schemas.openxmlformats.org/drawingml/2006/main">
              <a:ext uri="{FF2B5EF4-FFF2-40B4-BE49-F238E27FC236}">
                <a16:creationId xmlns:a16="http://schemas.microsoft.com/office/drawing/2014/main" id="{81DD1FE1-E96D-40A2-86D9-D5DB22B82B31}"/>
              </a:ext>
            </a:extLst>
          </p:cNvPr>
          <p:cNvSpPr>
            <a:spLocks xmlns:a="http://schemas.openxmlformats.org/drawingml/2006/main" noGrp="1"/>
          </p:cNvSpPr>
          <p:nvPr/>
        </p:nvSpPr>
        <p:spPr>
          <a:xfrm xmlns:a="http://schemas.openxmlformats.org/drawingml/2006/main">
            <a:off x="6524625" y="50101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9" name="agenda-question-5">
            <a:extLst xmlns:a="http://schemas.openxmlformats.org/drawingml/2006/main">
              <a:ext uri="{FF2B5EF4-FFF2-40B4-BE49-F238E27FC236}">
                <a16:creationId xmlns:a16="http://schemas.microsoft.com/office/drawing/2014/main" id="{ED0787EF-F60E-4E99-9B52-7E32F399B1DB}"/>
              </a:ext>
            </a:extLst>
          </p:cNvPr>
          <p:cNvSpPr>
            <a:spLocks xmlns:a="http://schemas.openxmlformats.org/drawingml/2006/main" noGrp="1"/>
          </p:cNvSpPr>
          <p:nvPr/>
        </p:nvSpPr>
        <p:spPr>
          <a:xfrm xmlns:a="http://schemas.openxmlformats.org/drawingml/2006/main">
            <a:off x="6743700" y="51054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pequeño acto mostrará que el tesoro vale más?</a:t>
            </a:r>
          </a:p>
        </p:txBody>
      </p:sp>
      <p:sp>
        <p:nvSpPr>
          <p:cNvPr id="40" name="criterion-card">
            <a:extLst xmlns:a="http://schemas.openxmlformats.org/drawingml/2006/main">
              <a:ext uri="{FF2B5EF4-FFF2-40B4-BE49-F238E27FC236}">
                <a16:creationId xmlns:a16="http://schemas.microsoft.com/office/drawing/2014/main" id="{14F97696-39C5-409D-8F77-28FC8133A955}"/>
              </a:ext>
            </a:extLst>
          </p:cNvPr>
          <p:cNvSpPr>
            <a:spLocks xmlns:a="http://schemas.openxmlformats.org/drawingml/2006/main" noGrp="1"/>
          </p:cNvSpPr>
          <p:nvPr/>
        </p:nvSpPr>
        <p:spPr>
          <a:xfrm xmlns:a="http://schemas.openxmlformats.org/drawingml/2006/main">
            <a:off x="1752600" y="6048375"/>
            <a:ext cx="9725025" cy="447675"/>
          </a:xfrm>
          <a:prstGeom xmlns:a="http://schemas.openxmlformats.org/drawingml/2006/main" prst="roundRect">
            <a:avLst>
              <a:gd name="adj" fmla="val 25532"/>
            </a:avLst>
          </a:prstGeom>
          <a:solidFill xmlns:a="http://schemas.openxmlformats.org/drawingml/2006/main">
            <a:srgbClr val="071824">
              <a:alpha val="15000"/>
            </a:srgbClr>
          </a:solidFill>
          <a:ln xmlns:a="http://schemas.openxmlformats.org/drawingml/2006/main" w="9525">
            <a:solidFill>
              <a:srgbClr val="D9A43B"/>
            </a:solidFill>
            <a:prstDash val="solid"/>
          </a:ln>
        </p:spPr>
      </p:sp>
      <p:sp>
        <p:nvSpPr>
          <p:cNvPr id="41" name="criterion">
            <a:extLst xmlns:a="http://schemas.openxmlformats.org/drawingml/2006/main">
              <a:ext uri="{FF2B5EF4-FFF2-40B4-BE49-F238E27FC236}">
                <a16:creationId xmlns:a16="http://schemas.microsoft.com/office/drawing/2014/main" id="{6DD790E7-50DC-49DF-972F-21BC6846739B}"/>
              </a:ext>
            </a:extLst>
          </p:cNvPr>
          <p:cNvSpPr>
            <a:spLocks xmlns:a="http://schemas.openxmlformats.org/drawingml/2006/main" noGrp="1"/>
          </p:cNvSpPr>
          <p:nvPr/>
        </p:nvSpPr>
        <p:spPr>
          <a:xfrm xmlns:a="http://schemas.openxmlformats.org/drawingml/2006/main">
            <a:off x="1962150" y="6124575"/>
            <a:ext cx="9305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CRITERIO: releer no es llamar bueno al daño; las decisiones importantes se disciernen con tiempo, libertad y apoyo.</a:t>
            </a:r>
          </a:p>
        </p:txBody>
      </p:sp>
      <p:sp>
        <p:nvSpPr>
          <p:cNvPr id="42" name="page-3">
            <a:extLst xmlns:a="http://schemas.openxmlformats.org/drawingml/2006/main">
              <a:ext uri="{FF2B5EF4-FFF2-40B4-BE49-F238E27FC236}">
                <a16:creationId xmlns:a16="http://schemas.microsoft.com/office/drawing/2014/main" id="{B868FC62-06CF-4EFD-8736-2EA8B043DBF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solidFill>
                  <a:srgbClr val="F5F0E7"/>
                </a:solidFill>
                <a:latin typeface="Arial"/>
                <a:ea typeface="Arial"/>
                <a:cs typeface="Arial"/>
              </a:defRPr>
            </a:pPr>
            <a:r>
              <a:rPr sz="900" b="0" i="0">
                <a:solidFill>
                  <a:srgbClr val="F5F0E7"/>
                </a:solidFill>
                <a:latin typeface="Arial"/>
                <a:ea typeface="Arial"/>
                <a:cs typeface="Arial"/>
              </a:rPr>
              <a:t>03</a:t>
            </a:r>
          </a:p>
        </p:txBody>
      </p:sp>
    </p:spTree>
    <p:extLst>
      <p:ext uri="{BB962C8B-B14F-4D97-AF65-F5344CB8AC3E}">
        <p14:creationId xmlns:p14="http://schemas.microsoft.com/office/powerpoint/2010/main" val="1940123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2026-07-18T15:58:04.3580000Z</dcterms:created>
  <dcterms:modified xsi:type="dcterms:W3CDTF">2026-07-18T15:58:04.3580000Z</dcterms:modified>
</coreProperties>
</file>