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21b9a27d5c4fda" /><Relationship Type="http://schemas.openxmlformats.org/officeDocument/2006/relationships/extended-properties" Target="/docProps/app.xml" Id="Rf9d6ea5cad5445ee" /><Relationship Type="http://schemas.openxmlformats.org/officeDocument/2006/relationships/officeDocument" Target="/ppt/presentation.xml" Id="R5221e4b9a3a047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cdfd366b7b44c6"/>
  </p:sldMasterIdLst>
  <p:notesMasterIdLst>
    <p:notesMasterId xmlns:r="http://schemas.openxmlformats.org/officeDocument/2006/relationships" r:id="R78ff86a964a8423f"/>
  </p:notesMasterIdLst>
  <p:sldIdLst>
    <p:sldId xmlns:r="http://schemas.openxmlformats.org/officeDocument/2006/relationships" id="256" r:id="Rb03a73837c29475e"/>
    <p:sldId xmlns:r="http://schemas.openxmlformats.org/officeDocument/2006/relationships" id="257" r:id="R86544e9447c64718"/>
    <p:sldId xmlns:r="http://schemas.openxmlformats.org/officeDocument/2006/relationships" id="258" r:id="R0faecdfcfd4f4be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8ca7a1daf847d3" /><Relationship Type="http://schemas.openxmlformats.org/officeDocument/2006/relationships/slideMaster" Target="/ppt/slideMasters/slideMaster1.xml" Id="Re3cdfd366b7b44c6" /><Relationship Type="http://schemas.openxmlformats.org/officeDocument/2006/relationships/notesMaster" Target="/ppt/notesMasters/notesMaster1.xml" Id="R78ff86a964a8423f" /><Relationship Type="http://schemas.openxmlformats.org/officeDocument/2006/relationships/presProps" Target="/ppt/presProps.xml" Id="R502cc2dfde5f4597" /><Relationship Type="http://schemas.openxmlformats.org/officeDocument/2006/relationships/viewProps" Target="/ppt/viewProps.xml" Id="R7e00274201af40ad" /><Relationship Type="http://schemas.openxmlformats.org/officeDocument/2006/relationships/tableStyles" Target="/ppt/tableStyles.xml" Id="Re3ed735d9ef844f9" /><Relationship Type="http://schemas.openxmlformats.org/officeDocument/2006/relationships/slide" Target="/ppt/slides/slide1.xml" Id="Rb03a73837c29475e" /><Relationship Type="http://schemas.openxmlformats.org/officeDocument/2006/relationships/slide" Target="/ppt/slides/slide2.xml" Id="R86544e9447c64718" /><Relationship Type="http://schemas.openxmlformats.org/officeDocument/2006/relationships/slide" Target="/ppt/slides/slide3.xml" Id="R0faecdfcfd4f4b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0c18f254724f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0ed6f2fb334986" /><Relationship Type="http://schemas.openxmlformats.org/officeDocument/2006/relationships/notesMaster" Target="/ppt/notesMasters/notesMaster1.xml" Id="Rb6426ff51b0d4a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c73832fade43af" /><Relationship Type="http://schemas.openxmlformats.org/officeDocument/2006/relationships/notesMaster" Target="/ppt/notesMasters/notesMaster1.xml" Id="R65055d3f120a4b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3620509eb14355" /><Relationship Type="http://schemas.openxmlformats.org/officeDocument/2006/relationships/notesMaster" Target="/ppt/notesMasters/notesMaster1.xml" Id="R0025f57c237542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noche, correr, entrar, leer y creer. La tumba vacía no demuestra ni explica por sí sola la Resurrección: abre una búsqueda compartida. María llega todavía a oscuras; Pedro y el otro discípulo se mueven, entran y aprenden a leer signos. El discípulo ve y cree antes de comprender plenamente la Escritura. No presentar la Pascua como optimismo superficial ni pedir que el duelo desaparezca: la fe pascual puede comenzar cuando todo sigue incompleto.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Isaías anuncia una novedad que brota en el desierto; el salmo muestra que lo rechazado puede convertirse en fundamento; Emaús ofrece la lectura opcional de Lc 24,13–35 como segundo camino de reconocimiento mediante compañía, Palabra y mesa; Romanos convierte la Pascua en caminar concreto. La esperanza cristiana no niega la pérdida ni garantiza que todo vuelva a ser como antes: descubre que Dios puede abrir futuro de otra manera.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Se encontraron la Vida, copias de Jn 20,1–9, lectura opcional Lc 24,13–35, tarjetas, bolígrafos y casos ficticios. Nadie tiene que contar pérdidas, culpa, depresión, trauma o fracasos personales; compartir, guardar silencio y pasar son opciones válidas. En el discernimiento, distinguir un signo pascual realista de la negación o la prisa por cerrar el dolor. No espiritualizar problemas de salud mental ni sustituir la ayuda profesional. Cerrar eligiendo un comienzo pequeño y una persona con quien cuidarlo, sin recoger ni publicar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73dd862f84b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cee563fd264ff3" /><Relationship Type="http://schemas.openxmlformats.org/officeDocument/2006/relationships/slideLayout" Target="/ppt/slideLayouts/slideLayout1.xml" Id="R6bcf41b7d0554d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cf41b7d0554d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b416dd5fd4d14" /><Relationship Type="http://schemas.openxmlformats.org/officeDocument/2006/relationships/image" Target="/ppt/media/image.png" Id="R8f10e2a5711d480d" /><Relationship Type="http://schemas.openxmlformats.org/officeDocument/2006/relationships/notesSlide" Target="/ppt/notesSlides/notesSlide1.xml" Id="R818073332acf46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3defb91a84d79" /><Relationship Type="http://schemas.openxmlformats.org/officeDocument/2006/relationships/notesSlide" Target="/ppt/notesSlides/notesSlide2.xml" Id="Radb0f82563994e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e4ce0652d452f" /><Relationship Type="http://schemas.openxmlformats.org/officeDocument/2006/relationships/notesSlide" Target="/ppt/notesSlides/notesSlide3.xml" Id="R629a92ac469841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0e2a5711d480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SE ENCONTRARON LA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Pascua: aprender a leer signos de vida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DONDE VEÍAMOS FINAL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ABRE FUTURO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tumba vacía no lo explica todo;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pone en camino la fe.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NOCHE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María llega cuando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todavía está oscuro.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duelo no desaparece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porque sea Pascua.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CORRER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piedra movida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rompe el final esperado.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María lo cuenta;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búsqueda se comparte.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ENTRAR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Pedro entra en el hueco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que parecía definitivo.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no evita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mirar la ausencia.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LEER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lienzos son signos,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una explicación.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Mirar juntos abre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otra lectura posible.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CREER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Vio y creyó antes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entender la Escritura.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esperanza puede empezar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tener todo resuelto.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 Dios estaba abriendo un paso hacia la Vida»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Pascua abre caminos antes de que sepamos nombrarlos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CAMINO NUEVO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«Mirad que realizo algo nuevo; ya está brotando.»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niega el desierto: abre una senda donde todavía no sabemos verla.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118,22–24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PIEDRA QUE SOSTIENE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«La piedra que desecharon es ahora la piedra angular.»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Lo rechazado no tiene la última palabra: Dios hace de ello comienzo y fundamento.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24,30–32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VIDA RECONOCIDA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«¿No ardía nuestro corazón mientras nos hablaba?»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Emaús ofrece otro camino: compañía, Palabra y mesa permiten reconocer a Jesús.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6,4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CAMINAR EN NOVEDAD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«Para que también nosotros caminemos en una vida nueva.»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Resurrección no solo se contempla: inaugura una manera nueva de vivir y relacionarnos.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Ausencia atravesada  ·  signos leídos  ·  esperanza compartida  ·  vida comenzada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sigo llamando final porque todavía no sé leer sus signos de vida?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buscar un final a cuidar un comienzo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«Se encontraron la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une mejor la noche y el comienzo?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terminó» / «lo que queda» / «un signo que asoma».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puedo mirar sin negar el dolor ni cerrar el futuro?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20,1–9 y seguir: llegar, ver, correr, entrar, creer y comprender.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antes de que los discípulos tengan una explicación?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distinguir en casos ficticios: negación, prisa o signo pascual realista.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diferencia un signo de vida de una frase que tapa el dolor?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Nombrar un pequeño comienzo que cuidaré con alguien.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signo de vida merece compañía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imponer alegría ni prometer que toda pérdida se revierte. No forzar relatos de duelo, culpa o fracaso. Respetar silencio, ritmos y la opción de pasar; ante depresión, trauma o riesgo, ofrecer ayuda especializada.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2026-07-19T11:01:34.5000000Z</dcterms:created>
  <dcterms:modified xsi:type="dcterms:W3CDTF">2026-07-19T11:01:34.5000000Z</dcterms:modified>
</coreProperties>
</file>