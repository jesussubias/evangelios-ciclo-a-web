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2ea0a90ada4fbe" /><Relationship Type="http://schemas.openxmlformats.org/officeDocument/2006/relationships/extended-properties" Target="/docProps/app.xml" Id="Re8f0799cf9e74c18" /><Relationship Type="http://schemas.openxmlformats.org/officeDocument/2006/relationships/officeDocument" Target="/ppt/presentation.xml" Id="R822ddbe2ddb046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9d0303e8cf4b80"/>
  </p:sldMasterIdLst>
  <p:notesMasterIdLst>
    <p:notesMasterId xmlns:r="http://schemas.openxmlformats.org/officeDocument/2006/relationships" r:id="R173df880b89e4824"/>
  </p:notesMasterIdLst>
  <p:sldIdLst>
    <p:sldId xmlns:r="http://schemas.openxmlformats.org/officeDocument/2006/relationships" id="256" r:id="R5040d5ae4a684fe7"/>
    <p:sldId xmlns:r="http://schemas.openxmlformats.org/officeDocument/2006/relationships" id="257" r:id="Rd433673d14ab4ffb"/>
    <p:sldId xmlns:r="http://schemas.openxmlformats.org/officeDocument/2006/relationships" id="258" r:id="R5aa77d31794449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ebfcf7d0a94123" /><Relationship Type="http://schemas.openxmlformats.org/officeDocument/2006/relationships/slideMaster" Target="/ppt/slideMasters/slideMaster1.xml" Id="R649d0303e8cf4b80" /><Relationship Type="http://schemas.openxmlformats.org/officeDocument/2006/relationships/notesMaster" Target="/ppt/notesMasters/notesMaster1.xml" Id="R173df880b89e4824" /><Relationship Type="http://schemas.openxmlformats.org/officeDocument/2006/relationships/presProps" Target="/ppt/presProps.xml" Id="Rada67079f6564c04" /><Relationship Type="http://schemas.openxmlformats.org/officeDocument/2006/relationships/viewProps" Target="/ppt/viewProps.xml" Id="R77776e561eec42f0" /><Relationship Type="http://schemas.openxmlformats.org/officeDocument/2006/relationships/tableStyles" Target="/ppt/tableStyles.xml" Id="R0c36c970b3bc4907" /><Relationship Type="http://schemas.openxmlformats.org/officeDocument/2006/relationships/slide" Target="/ppt/slides/slide1.xml" Id="R5040d5ae4a684fe7" /><Relationship Type="http://schemas.openxmlformats.org/officeDocument/2006/relationships/slide" Target="/ppt/slides/slide2.xml" Id="Rd433673d14ab4ffb" /><Relationship Type="http://schemas.openxmlformats.org/officeDocument/2006/relationships/slide" Target="/ppt/slides/slide3.xml" Id="R5aa77d31794449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af465e537f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6ade13632d449a" /><Relationship Type="http://schemas.openxmlformats.org/officeDocument/2006/relationships/notesMaster" Target="/ppt/notesMasters/notesMaster1.xml" Id="R9cee2cfd657441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cc8b827ad748ae" /><Relationship Type="http://schemas.openxmlformats.org/officeDocument/2006/relationships/notesMaster" Target="/ppt/notesMasters/notesMaster1.xml" Id="R39e8892550a743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95e9f55e9e4d0c" /><Relationship Type="http://schemas.openxmlformats.org/officeDocument/2006/relationships/notesMaster" Target="/ppt/notesMasters/notesMaster1.xml" Id="R9d37ac9284ad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noche, correr, entrar, leer y creer. La tumba vacía no demuestra ni explica por sí sola la Resurrección: abre una búsqueda compartida. María llega todavía a oscuras; Pedro y el otro discípulo se mueven, entran y aprenden a leer signos. El discípulo ve y cree antes de comprender plenamente la Escritura. No presentar la Pascua como optimismo superficial ni pedir que el duelo desaparezca: la fe pascual puede comenzar cuando todo sigue incompleto.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Isaías anuncia una novedad que brota en el desierto; el salmo muestra que lo rechazado puede convertirse en fundamento; Emaús ofrece la lectura opcional de Lc 24,13–35 como segundo camino de reconocimiento mediante compañía, Palabra y mesa; Romanos convierte la Pascua en caminar concreto. La esperanza cristiana no niega la pérdida ni garantiza que todo vuelva a ser como antes: descubre que Dios puede abrir futuro de otra manera.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Se encontraron la Vida, copias de Jn 20,1–9, lectura opcional Lc 24,13–35, tarjetas, bolígrafos y casos ficticios. Nadie tiene que contar pérdidas, culpa, depresión, trauma o fracasos personales; compartir, guardar silencio y pasar son opciones válidas. En el discernimiento, distinguir un signo pascual realista de la negación o la prisa por cerrar el dolor. No espiritualizar problemas de salud mental ni sustituir la ayuda profesional. Cerrar eligiendo un comienzo pequeño y una persona con quien cuidarlo, sin recoger ni publicar lo escrito.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c76b410584d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d54b71214c4184" /><Relationship Type="http://schemas.openxmlformats.org/officeDocument/2006/relationships/slideLayout" Target="/ppt/slideLayouts/slideLayout1.xml" Id="R6d7bccd0e44645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7bccd0e44645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e35f4a16c4535" /><Relationship Type="http://schemas.openxmlformats.org/officeDocument/2006/relationships/image" Target="/ppt/media/image.png" Id="R439cb031fb924881" /><Relationship Type="http://schemas.openxmlformats.org/officeDocument/2006/relationships/notesSlide" Target="/ppt/notesSlides/notesSlide1.xml" Id="R34d2f97533d546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0d6571ed44686" /><Relationship Type="http://schemas.openxmlformats.org/officeDocument/2006/relationships/notesSlide" Target="/ppt/notesSlides/notesSlide2.xml" Id="R52646a31b844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faa6d70304948" /><Relationship Type="http://schemas.openxmlformats.org/officeDocument/2006/relationships/notesSlide" Target="/ppt/notesSlides/notesSlide3.xml" Id="R8023759a50e747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cb031fb9248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SE ENCONTRARON LA VIDA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Pascua: aprender a leer signos de vida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DONDE VEÍAMOS FINAL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DIOS ABRE FUTURO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tumba vacía no lo explica todo;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pone en camino la fe.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NOCHE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María llega cuando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todavía está oscuro.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duelo no desaparece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porque sea Pascua.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CORRER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piedra movida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rompe el final esperado.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María lo cuenta;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búsqueda se comparte.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ENTRAR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Pedro entra en el hueco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que parecía definitivo.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no evita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mirar la ausencia.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LEER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Los lienzos son signos,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una explicación.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Mirar juntos abre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otra lectura posible.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CREER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Vio y creyó antes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 entender la Escritura.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esperanza puede empezar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sin tener todo resuelto.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 Dios estaba abriendo un paso hacia la Vida»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Pascua abre caminos antes de que sepamos nombrarlos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43,19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CAMINO NUEVO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«Mirad que realizo algo nuevo; ya está brotando.»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niega el desierto: abre una senda donde todavía no sabemos verla.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118,22–24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PIEDRA QUE SOSTIENE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«La piedra que desecharon es ahora la piedra angular.»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Lo rechazado no tiene la última palabra: Dios hace de ello comienzo y fundamento.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24,30–32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VIDA RECONOCIDA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«¿No ardía nuestro corazón mientras nos hablaba?»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Emaús ofrece otro camino: compañía, Palabra y mesa permiten reconocer a Jesús.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Rom 6,4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CAMINAR EN NOVEDAD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«Para que también nosotros caminemos en una vida nueva.»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Resurrección no solo se contempla: inaugura una manera nueva de vivir y relacionarnos.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Ausencia atravesada  ·  signos leídos  ·  esperanza compartida  ·  vida comenzada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sigo llamando final porque todavía no sé leer sus signos de vida?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buscar un final a cuidar un comienzo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«Se encontraron la Vida»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une mejor la noche y el comienzo?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«lo que terminó» / «lo que queda» / «un signo que asoma».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puedo mirar sin negar el dolor ni cerrar el futuro?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20,1–9 y seguir: llegar, ver, correr, entrar, creer y comprender.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cambia antes de que los discípulos tengan una explicación?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distinguir en casos ficticios: negación, prisa o signo pascual realista.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diferencia un signo de vida de una frase que tapa el dolor?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CUIDAR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Nombrar un pequeño comienzo que cuidaré con alguien.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signo de vida merece compañía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imponer alegría ni prometer que toda pérdida se revierte. No forzar relatos de duelo, culpa o fracaso. Respetar silencio, ritmos y la opción de pasar; ante depresión, trauma o riesgo, ofrecer ayuda especializada.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2026-07-14T15:00:15.3080000Z</dcterms:created>
  <dcterms:modified xsi:type="dcterms:W3CDTF">2026-07-14T15:00:15.3080000Z</dcterms:modified>
</coreProperties>
</file>