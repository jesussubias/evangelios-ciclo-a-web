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bec31ae6ad4312" /><Relationship Type="http://schemas.openxmlformats.org/officeDocument/2006/relationships/extended-properties" Target="/docProps/app.xml" Id="R8f8597abe576428a" /><Relationship Type="http://schemas.openxmlformats.org/officeDocument/2006/relationships/officeDocument" Target="/ppt/presentation.xml" Id="Rd2116811eb3c4f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92d955ddd2426b"/>
  </p:sldMasterIdLst>
  <p:notesMasterIdLst>
    <p:notesMasterId xmlns:r="http://schemas.openxmlformats.org/officeDocument/2006/relationships" r:id="Rc6da8b9cf4854b5c"/>
  </p:notesMasterIdLst>
  <p:sldIdLst>
    <p:sldId xmlns:r="http://schemas.openxmlformats.org/officeDocument/2006/relationships" id="256" r:id="R0935d1cd59bf4093"/>
    <p:sldId xmlns:r="http://schemas.openxmlformats.org/officeDocument/2006/relationships" id="257" r:id="R592f4b5409e4495e"/>
    <p:sldId xmlns:r="http://schemas.openxmlformats.org/officeDocument/2006/relationships" id="258" r:id="Rfca080176bb04a3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a4d2454fd84234" /><Relationship Type="http://schemas.openxmlformats.org/officeDocument/2006/relationships/slideMaster" Target="/ppt/slideMasters/slideMaster1.xml" Id="R4292d955ddd2426b" /><Relationship Type="http://schemas.openxmlformats.org/officeDocument/2006/relationships/notesMaster" Target="/ppt/notesMasters/notesMaster1.xml" Id="Rc6da8b9cf4854b5c" /><Relationship Type="http://schemas.openxmlformats.org/officeDocument/2006/relationships/presProps" Target="/ppt/presProps.xml" Id="Re47e88c9c6184155" /><Relationship Type="http://schemas.openxmlformats.org/officeDocument/2006/relationships/viewProps" Target="/ppt/viewProps.xml" Id="Ra6dc47b91dc5418b" /><Relationship Type="http://schemas.openxmlformats.org/officeDocument/2006/relationships/tableStyles" Target="/ppt/tableStyles.xml" Id="Red8923c5b23742f1" /><Relationship Type="http://schemas.openxmlformats.org/officeDocument/2006/relationships/slide" Target="/ppt/slides/slide1.xml" Id="R0935d1cd59bf4093" /><Relationship Type="http://schemas.openxmlformats.org/officeDocument/2006/relationships/slide" Target="/ppt/slides/slide2.xml" Id="R592f4b5409e4495e" /><Relationship Type="http://schemas.openxmlformats.org/officeDocument/2006/relationships/slide" Target="/ppt/slides/slide3.xml" Id="Rfca080176bb04a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f02b9ad56f4a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27c35d8b3f4634" /><Relationship Type="http://schemas.openxmlformats.org/officeDocument/2006/relationships/notesMaster" Target="/ppt/notesMasters/notesMaster1.xml" Id="Rce214b4216ad41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154e99d7fd4e2c" /><Relationship Type="http://schemas.openxmlformats.org/officeDocument/2006/relationships/notesMaster" Target="/ppt/notesMasters/notesMaster1.xml" Id="R11475d658b1e44c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b33c0fd80345ab" /><Relationship Type="http://schemas.openxmlformats.org/officeDocument/2006/relationships/notesMaster" Target="/ppt/notesMasters/notesMaster1.xml" Id="R85ff793490b94c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el tentador no crea el hambre de Jesus; usa una necesidad real para proponerle que demuestre su identidad mediante autosuficiencia, espectaculo y dominio. Jesus no niega el pan, la confianza ni el reino: rechaza los atajos que los separan del Padre y del servicio. Las tres respuestas de la Escritura muestran una libertad recibida y ejercida. Evitar presentar las necesidades como culpables: el discernimiento pregunta que voz las interpreta, que promete, que precio oculta y hacia donde conduce.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Deuteronomio ofrece las tres respuestas que Mateo pone en labios de Jesus: recibir la vida de la Palabra, no convertir a Dios en objeto de prueba y adorar sin someterse a otros poderes. Hebreos recuerda que Jesus conoce la prueba desde dentro y abre acceso a la misericordia. La pregunta no es si tenemos hambre, sino que voz pretende gobernarla y a que libertad nos llama la Palabra.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Si eres Hijo, copias de Mt 4,1-11, tarjetas, boligrafos y tres casos breves sobre consumo, necesidad de aplauso y control. En DISTINGUIR se puede trabajar con situaciones ficticias; nadie debe revelar adicciones, precariedad, conflictos familiares ni experiencias sensibles. En DISCERNIR se separan cuatro elementos: hambre real, promesa del atajo, precio oculto y respuesta fiel. Pasar es siempre valido. En ELEGIR, formular un paso pequeno y verificable que cuide la necesidad sin obedecer a la voz que la utiliza.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04bdf0a3654c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75b8c549df4c7c" /><Relationship Type="http://schemas.openxmlformats.org/officeDocument/2006/relationships/slideLayout" Target="/ppt/slideLayouts/slideLayout1.xml" Id="Rfde363b854d74e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e363b854d74e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6e146b5c441ed" /><Relationship Type="http://schemas.openxmlformats.org/officeDocument/2006/relationships/image" Target="/ppt/media/image.png" Id="Raa78985ebe104252" /><Relationship Type="http://schemas.openxmlformats.org/officeDocument/2006/relationships/notesSlide" Target="/ppt/notesSlides/notesSlide1.xml" Id="R3783bd6e95ed4d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00310af7d4aea" /><Relationship Type="http://schemas.openxmlformats.org/officeDocument/2006/relationships/notesSlide" Target="/ppt/notesSlides/notesSlide2.xml" Id="R694ee0a0f5a04b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9647147d81440a" /><Relationship Type="http://schemas.openxmlformats.org/officeDocument/2006/relationships/notesSlide" Target="/ppt/notesSlides/notesSlide3.xml" Id="R3361be5ed019497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78985ebe10425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SI ERES HIJO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Las voces que usan nuestras hambres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TIENES QUE PROBAR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QUIÉN ERES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no niega el hambre: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discierne la voz que quiere gobernarla.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HAMBRE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ayuna y siente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una necesidad real.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tentación no inventa el hambre: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intenta gobernarla.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ATAJO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«Haz que estas piedras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se conviertan en pan».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capacidad se vuelve trampa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cuando elimina la confianza.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ESPECTÁCULO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«Tírate»: exige a Dios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una prueba pública.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fe deja de confiar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cuando necesita exhibirse.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DOMINIO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«Todo esto te daré»: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poder sin cruz.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reino sin entrega promete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control a cambio de libertad.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ELECCIÓN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responde desde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Palabra recibida.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 el hambre, confía,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adora y sirve.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«Soy Hijo… y me basta el Padre»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deja oír cuatro respuestas que desarman el atajo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Dt 8,2–3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HAMBRE LEÍDA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solo de pan vive el hombre, sino de toda palabra de Dios.»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Jesús no desprecia el pan: se niega a convertir la necesidad en autosuficiencia.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Dt 6,16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CONFIANZA SIN PRUEBA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tentaréis al Señor, vuestro Dios.»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confianza no obliga a Dios a demostrar su amor ni convierte la fe en espectáculo.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Dt 6,13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ADORACIÓN LIBRE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 Señor tu Dios adorarás y solo a él servirás.»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Adorar a Dios libera de arrodillarse ante el poder, el éxito o la aprobación.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Heb 4,15–16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MISERICORDIA EN LA PRUEBA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«Probado en todo como nosotros, menos en el pecado.»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Quien conoce la prueba abre un camino de confianza, gracia y ayuda oportuna.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Hambre reconocida  ·  atajo desenmascarado  ·  confianza elegida  ·  servicio libre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voz usa hoy una necesidad real para prometerme un atajo?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hambre que presiona a la libertad que discierne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«Si eres Hijo»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suena a presión y cuál abre un espacio de libertad?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DISTINGUIR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«hambre real» / «promesa del atajo» / «precio oculto».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necesidad verdadera está usando la voz del atajo?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4,1–11 en tres escenas: oferta, precio y respuesta de Jesús.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rechaza Jesús en cada tentación y qué protege?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el criterio de Jesús a tres casos: consumo, aplauso y control.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palabra o gesto desenmascara cada voz?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un «no» al atajo y un «sí» que cuide el hambre.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necesidad cuidaré esta semana sin obedecer al atajo?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culpabilizar la necesidad ni forzar confidencias; distinguir hambre, promesa, precio y respuesta.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2026-07-13T17:35:17.5600000Z</dcterms:created>
  <dcterms:modified xsi:type="dcterms:W3CDTF">2026-07-13T17:35:17.5600000Z</dcterms:modified>
</coreProperties>
</file>