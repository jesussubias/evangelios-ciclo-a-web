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3d185cf43d4420" /><Relationship Type="http://schemas.openxmlformats.org/officeDocument/2006/relationships/extended-properties" Target="/docProps/app.xml" Id="Re43c5325f24a4ece" /><Relationship Type="http://schemas.openxmlformats.org/officeDocument/2006/relationships/officeDocument" Target="/ppt/presentation.xml" Id="R96276688e67b45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6c8c96860e43e6"/>
  </p:sldMasterIdLst>
  <p:notesMasterIdLst>
    <p:notesMasterId xmlns:r="http://schemas.openxmlformats.org/officeDocument/2006/relationships" r:id="Rd35ea9e4fffc49ae"/>
  </p:notesMasterIdLst>
  <p:sldIdLst>
    <p:sldId xmlns:r="http://schemas.openxmlformats.org/officeDocument/2006/relationships" id="256" r:id="R221822b15511415c"/>
    <p:sldId xmlns:r="http://schemas.openxmlformats.org/officeDocument/2006/relationships" id="257" r:id="Rdee73fec461d4087"/>
    <p:sldId xmlns:r="http://schemas.openxmlformats.org/officeDocument/2006/relationships" id="258" r:id="R8bd56051901742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112dd1e5ec4bed" /><Relationship Type="http://schemas.openxmlformats.org/officeDocument/2006/relationships/slideMaster" Target="/ppt/slideMasters/slideMaster1.xml" Id="R556c8c96860e43e6" /><Relationship Type="http://schemas.openxmlformats.org/officeDocument/2006/relationships/notesMaster" Target="/ppt/notesMasters/notesMaster1.xml" Id="Rd35ea9e4fffc49ae" /><Relationship Type="http://schemas.openxmlformats.org/officeDocument/2006/relationships/presProps" Target="/ppt/presProps.xml" Id="Rfb35e811a6d24ca8" /><Relationship Type="http://schemas.openxmlformats.org/officeDocument/2006/relationships/viewProps" Target="/ppt/viewProps.xml" Id="Ref4c133ffb394611" /><Relationship Type="http://schemas.openxmlformats.org/officeDocument/2006/relationships/tableStyles" Target="/ppt/tableStyles.xml" Id="Rf4d78077df1e493d" /><Relationship Type="http://schemas.openxmlformats.org/officeDocument/2006/relationships/slide" Target="/ppt/slides/slide1.xml" Id="R221822b15511415c" /><Relationship Type="http://schemas.openxmlformats.org/officeDocument/2006/relationships/slide" Target="/ppt/slides/slide2.xml" Id="Rdee73fec461d4087" /><Relationship Type="http://schemas.openxmlformats.org/officeDocument/2006/relationships/slide" Target="/ppt/slides/slide3.xml" Id="R8bd56051901742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83613950b944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89c55be4fd42bc" /><Relationship Type="http://schemas.openxmlformats.org/officeDocument/2006/relationships/notesMaster" Target="/ppt/notesMasters/notesMaster1.xml" Id="Reab2c18278414f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dadf3fc7614d4a" /><Relationship Type="http://schemas.openxmlformats.org/officeDocument/2006/relationships/notesMaster" Target="/ppt/notesMasters/notesMaster1.xml" Id="R9b49e9ef3f3547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dc410e69e34399" /><Relationship Type="http://schemas.openxmlformats.org/officeDocument/2006/relationships/notesMaster" Target="/ppt/notesMasters/notesMaster1.xml" Id="R897cd297e8574f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mapa: Jesús empieza con una identidad recibida y plural: «vosotros sois». No encarga fabricar valor ni competir por destacar. La sal sirve al mezclarse y la lámpara al ocupar un lugar que permite ver. Recibir, mezclarse, encender, poner y remitir forman un itinerario desde el don hacia el servicio. Las obras buenas son visibles, pero no convierten a quien las realiza en el centro: ayudan a reconocer al Padre. Una fe pública no equivale a exhibición religiosa ni a superioridad moral.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Puede asignarse una resonancia a cada pareja. Levítico relaciona la sal con una fidelidad que atraviesa lo pequeño; Isaías une la luz al pan compartido y al cuidado de la aflicción; Filipenses habla de una presencia íntegra que brilla sin imponerse; Pedro recoge el destino de las obras buenas: que otros glorifiquen a Dios. Preguntar qué servicio concreto y qué descentramiento propone cada texto. No interpretar «sal en la herida» como causar dolor, sino como presencia que devuelve sabor, conserva esperanza y cuida.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Sal y Luz, copias de Mt 5,13–16, tarjetas de dos columnas, tres casos ficticios y una luz LED. Leer las consignas en voz alta y ofrecer texto amplio. No pedir que nadie exponga inseguridades, servicios realizados o situaciones ajenas. No comparar dones ni confundir luz con perfección, energía constante o visibilidad pública: también cuentan las aportaciones pequeñas, discretas y limitadas. Toda ayuda debe respetar consentimiento, confidencialidad, seguridad y límites de competencia. No fotografiar, publicar ni usar la necesidad de otra persona como escaparate. Compartir y pasar son opciones válidas.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e6f7fce5740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f4d2f776e84b8a" /><Relationship Type="http://schemas.openxmlformats.org/officeDocument/2006/relationships/slideLayout" Target="/ppt/slideLayouts/slideLayout1.xml" Id="Rfc31a482bba149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31a482bba149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15fb10cd7417f" /><Relationship Type="http://schemas.openxmlformats.org/officeDocument/2006/relationships/image" Target="/ppt/media/image.png" Id="R2c67eb01a1be4832" /><Relationship Type="http://schemas.openxmlformats.org/officeDocument/2006/relationships/notesSlide" Target="/ppt/notesSlides/notesSlide1.xml" Id="R13ae997ed93342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2499ce899430f" /><Relationship Type="http://schemas.openxmlformats.org/officeDocument/2006/relationships/notesSlide" Target="/ppt/notesSlides/notesSlide2.xml" Id="R5762fc6e37ba49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6cae1eef747f3" /><Relationship Type="http://schemas.openxmlformats.org/officeDocument/2006/relationships/notesSlide" Target="/ppt/notesSlides/notesSlide3.xml" Id="Rebf0da9a0e5c44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7eb01a1be483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SAL Y LUZ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Una fe que ilumina desde lo cotidiano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LUZ NO SE EXHIBE</a:t>
            </a:r>
          </a:p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HACE VISIBLE EL BIEN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sal se mezcla con la vida;</a:t>
            </a:r>
          </a:p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luz orienta hacia el Padre.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RECIBIR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«Vosotros sois»: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identidad va primero.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don no se fabrica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ni necesita compararse.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MEZCLARSE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sal actúa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entrando en la comida.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fe se hace cercana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en la vida ordinaria.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ENCENDER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lámpara recibida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se enciende para sí.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Nombrar un don permite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ponerlo al servicio.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PONER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Sobre el candelero,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alumbra a toda la casa.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lugar del don se elige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según la necesidad.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REMITIR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«Que vean vuestras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buenas obras».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bien apunta al Padre,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a quien lo realiza.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«Luz encendida en lo normal»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canción pide presencia sin protagonismo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Lev 2,13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SAL DE LA ALIANZA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«No dejarás que falte la sal de la alianza.»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sal expresa fidelidad: sostiene la relación también cuando el gesto es pequeño.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Is 58,10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LUZ QUE CUIDA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«Brillará tu luz en las tinieblas.»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Compartir pan y atender la aflicción hace nacer una luz que supera el discurso.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Fil 2,15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LUZ SIN IMPONERSE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«Brilláis como lumbreras en el mundo.»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diferencia cristiana se reconoce en una vida íntegra, no en superioridad ni condena.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Pe 2,12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OBRAS QUE REMITEN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«Al ver vuestras buenas obras, glorifiquen a Dios.»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obra es visible, pero su fruto no pertenece a quien la realiza: orienta hacia Dios.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Fidelidad cotidiana  ·  cuidado concreto  ·  don compartido  ·  Padre reconocido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bien escondo por miedo y cuál muestro para ser visto?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esconder el don a ponerlo al servicio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«Sal y Luz»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me invita a aportar sin ocupar el centro?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RECONOCER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Tarjeta: «don recibido» / «lugar que necesita sabor o luz».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aporto ya y qué me impide reconocerlo sin compararme?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5,13–16 y subrayar identidad, lugar, obra y destino.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afirma Jesús antes de pedir una obra visible?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revisar un caso: esconderse, exhibirse o servir.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¿Cómo hacer visible el bien sin convertirlo en escaparate?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ENCENDER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una obra buena, concreta y compartida. Encender una luz LED.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gesto permitirá que alguien respire esperanza esta semana?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comparar dones ni forzar exposición; servir con consentimiento, límites y sin usar la necesidad ajena como escaparate.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2026-07-19T11:01:28.7930000Z</dcterms:created>
  <dcterms:modified xsi:type="dcterms:W3CDTF">2026-07-19T11:01:28.7930000Z</dcterms:modified>
</coreProperties>
</file>