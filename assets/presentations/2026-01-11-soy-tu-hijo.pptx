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be1bc683b64d13" /><Relationship Type="http://schemas.openxmlformats.org/officeDocument/2006/relationships/extended-properties" Target="/docProps/app.xml" Id="Refec52573d5c457e" /><Relationship Type="http://schemas.openxmlformats.org/officeDocument/2006/relationships/officeDocument" Target="/ppt/presentation.xml" Id="Rb04dfb5f16dd4d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14bb4457324931"/>
  </p:sldMasterIdLst>
  <p:notesMasterIdLst>
    <p:notesMasterId xmlns:r="http://schemas.openxmlformats.org/officeDocument/2006/relationships" r:id="R3d242bfdfa464285"/>
  </p:notesMasterIdLst>
  <p:sldIdLst>
    <p:sldId xmlns:r="http://schemas.openxmlformats.org/officeDocument/2006/relationships" id="256" r:id="R48b88188b8794cdb"/>
    <p:sldId xmlns:r="http://schemas.openxmlformats.org/officeDocument/2006/relationships" id="257" r:id="R1abc39d4c74e44fe"/>
    <p:sldId xmlns:r="http://schemas.openxmlformats.org/officeDocument/2006/relationships" id="258" r:id="R1c5ecdb41a4a40b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91ceeafdc84c3b" /><Relationship Type="http://schemas.openxmlformats.org/officeDocument/2006/relationships/slideMaster" Target="/ppt/slideMasters/slideMaster1.xml" Id="R4a14bb4457324931" /><Relationship Type="http://schemas.openxmlformats.org/officeDocument/2006/relationships/notesMaster" Target="/ppt/notesMasters/notesMaster1.xml" Id="R3d242bfdfa464285" /><Relationship Type="http://schemas.openxmlformats.org/officeDocument/2006/relationships/presProps" Target="/ppt/presProps.xml" Id="R6c44f9afe12e4c1a" /><Relationship Type="http://schemas.openxmlformats.org/officeDocument/2006/relationships/viewProps" Target="/ppt/viewProps.xml" Id="R3944b93402264ed2" /><Relationship Type="http://schemas.openxmlformats.org/officeDocument/2006/relationships/tableStyles" Target="/ppt/tableStyles.xml" Id="R3a99c97fa11a4802" /><Relationship Type="http://schemas.openxmlformats.org/officeDocument/2006/relationships/slide" Target="/ppt/slides/slide1.xml" Id="R48b88188b8794cdb" /><Relationship Type="http://schemas.openxmlformats.org/officeDocument/2006/relationships/slide" Target="/ppt/slides/slide2.xml" Id="R1abc39d4c74e44fe" /><Relationship Type="http://schemas.openxmlformats.org/officeDocument/2006/relationships/slide" Target="/ppt/slides/slide3.xml" Id="R1c5ecdb41a4a40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5399f941d04d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6e0b1604fe4ee9" /><Relationship Type="http://schemas.openxmlformats.org/officeDocument/2006/relationships/notesMaster" Target="/ppt/notesMasters/notesMaster1.xml" Id="R9f46bd7d3db14c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012ce5d061449a" /><Relationship Type="http://schemas.openxmlformats.org/officeDocument/2006/relationships/notesMaster" Target="/ppt/notesMasters/notesMaster1.xml" Id="Rc62f5075837a4b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99a4cb13004230" /><Relationship Type="http://schemas.openxmlformats.org/officeDocument/2006/relationships/notesMaster" Target="/ppt/notesMasters/notesMaster1.xml" Id="R74d46ba0ba874d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Lectura del mapa: Jesus no comienza su vida publica destacando, sino mezclandose con el pueblo y bajando al agua. Al salir, el cielo se abre y la voz del Padre revela su identidad antes del desierto y de la mision. En Jesus aprendemos que la vida no nace de demostrar valor, sino de recibir un amor que libera para servir. Matiz teologico: Jesus es el Hijo amado de modo unico; por el Espiritu y unidos a el recibimos la gracia de vivir como hijos y hermanos.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Puede asignarse una resonancia a cada pareja. Isaias habla de nombre y pertenencia; el salmo ilumina la voz dirigida al Mesias; Romanos expresa nuestra filiacion por el Espiritu; la primera carta de Juan muestra que ser hijos crea familia. Evitar reducir la propuesta a autoestima: la dignidad recibida se verifica en libertad frente a la comparacion, fraternidad y servicio.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audio Soy tu hijo, copias de Mt 3,13-17, tarjetas de dos caras, boligrafos y un cuenco con agua. Nadie debe leer su tarjeta en publico ni explicar experiencias familiares. Si la palabra Padre resulta dolorosa, se puede usar voz que bendice, amor que sostiene o pertenencia recibida. En DISCERNIR se habla en primera persona, se escucha sin aconsejar y pasar es siempre valido. En SERVIR, elegir un gesto pequeno, seguro y verificable que no busque reconocimiento.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13af25ad194c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1faa0b05d34221" /><Relationship Type="http://schemas.openxmlformats.org/officeDocument/2006/relationships/slideLayout" Target="/ppt/slideLayouts/slideLayout1.xml" Id="R9164246169744a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64246169744a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e503b1a4c4106" /><Relationship Type="http://schemas.openxmlformats.org/officeDocument/2006/relationships/image" Target="/ppt/media/image.png" Id="R1c8a0cd701434df3" /><Relationship Type="http://schemas.openxmlformats.org/officeDocument/2006/relationships/notesSlide" Target="/ppt/notesSlides/notesSlide1.xml" Id="R82b8c371e4ab49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ccfd605d14fba" /><Relationship Type="http://schemas.openxmlformats.org/officeDocument/2006/relationships/notesSlide" Target="/ppt/notesSlides/notesSlide2.xml" Id="Red1be0cae35d47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0a82bf8fb4c48" /><Relationship Type="http://schemas.openxmlformats.org/officeDocument/2006/relationships/notesSlide" Target="/ppt/notesSlides/notesSlide3.xml" Id="R3bd0c51c37ca4a9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a0cd701434df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SOY TU HIJO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Antes de hacer, antes de andar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ANTES DE HACER NADA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ERES HIJO AMADO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identidad se recibe:</a:t>
            </a:r>
          </a:p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 se compite ni se demuestra.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MEZCLARSE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llega al Jordán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y se mezcla con el pueblo.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Hijo amado comienza abajo,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 nuestro lado.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BAJAR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Juan se resiste; Jesús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no utiliza su rango.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justicia de Dios toma forma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de solidaridad.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ABRIR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Al salir del agua,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cielo se abre.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Donde Jesús baja,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Dios elimina la distancia.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RECIBIR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Antes de misión y desierto,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escucha al Padre.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depende del éxito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ni de la aprobación.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SERVIR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voz recibida no crea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privilegio ni superioridad.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Quien se sabe amado puede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servir sin competir.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«Soy tu hijo; en tu voz puedo descansar»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La canción relee el Bautismo desde cuatro dones recibidos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Is 43,1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DIGNIDAD RECIBIDA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«Te he llamado por tu nombre: tú eres mío.»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pertenencia precede a logros y errores: Dios nos llama por el nombre.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Sal 2,7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UNA VOZ QUE NOMBRA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«Tú eres mi Hijo; yo te he engendrado hoy.»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misión de Jesús nace de su relación con el Padre, no de demostrar su valor.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Rom 8,15–16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ESPÍRITU DE HIJOS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«Habéis recibido un Espíritu de hijos que nos hace gritar: ¡Abba!»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Unidos a Cristo, no vivimos desde el miedo, sino desde la confianza.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1 Jn 3,1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FAMILIA RECIBIDA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«Mirad qué amor: nos llamamos hijos de Dios, y lo somos.»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identidad filial no aísla: nos hace hermanos y responsables unos de otros.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Nombre recibido  ·  voz que sostiene  ·  Espíritu filial  ·  fraternidad que sirve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cambia si dejo de ganarme el amor y empiezo a vivir desde él?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Del nombre que nos imponemos a la voz que nos sostiene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«Soy tu hijo»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me da descanso o me provoca resistencia?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NOMBRAR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 a dos caras: «lo que hago para valer» / «lo que necesito oír».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intento demostrar para sentir que merezco amor?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Mt 3,13–17 en tres voces y localizar cinco movimientos del relato.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sucede antes de que Jesús empiece su misión?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En tríos, contrastar tres voces: exigencia, comparación y Padre. Pasar es válido.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voz pesa más en mis decisiones?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SERVIR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Elegir un servicio sin buscar reconocimiento. Orar junto a un cuenco de agua.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haré esta semana sin necesitar quedar por encima?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compartir es libre; cuidar la historia familiar y convertir el amor recibido en fraternidad.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2026-07-13T16:15:52.1380000Z</dcterms:created>
  <dcterms:modified xsi:type="dcterms:W3CDTF">2026-07-13T16:15:52.1380000Z</dcterms:modified>
</coreProperties>
</file>