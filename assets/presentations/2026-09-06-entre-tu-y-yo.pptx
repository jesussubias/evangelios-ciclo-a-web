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44ded3ae914780" /><Relationship Type="http://schemas.openxmlformats.org/officeDocument/2006/relationships/extended-properties" Target="/docProps/app.xml" Id="Rea6168bdea324d71" /><Relationship Type="http://schemas.openxmlformats.org/officeDocument/2006/relationships/officeDocument" Target="/ppt/presentation.xml" Id="R7ca75f99da4740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db072ebdb2495f"/>
  </p:sldMasterIdLst>
  <p:notesMasterIdLst>
    <p:notesMasterId xmlns:r="http://schemas.openxmlformats.org/officeDocument/2006/relationships" r:id="R434c672fcb0a4606"/>
  </p:notesMasterIdLst>
  <p:sldIdLst>
    <p:sldId xmlns:r="http://schemas.openxmlformats.org/officeDocument/2006/relationships" id="256" r:id="R17030595dfb94707"/>
    <p:sldId xmlns:r="http://schemas.openxmlformats.org/officeDocument/2006/relationships" id="257" r:id="R915f73c5d72840da"/>
    <p:sldId xmlns:r="http://schemas.openxmlformats.org/officeDocument/2006/relationships" id="258" r:id="R554cdf6f26df42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9b745e5e1541e8" /><Relationship Type="http://schemas.openxmlformats.org/officeDocument/2006/relationships/slideMaster" Target="/ppt/slideMasters/slideMaster1.xml" Id="R8cdb072ebdb2495f" /><Relationship Type="http://schemas.openxmlformats.org/officeDocument/2006/relationships/notesMaster" Target="/ppt/notesMasters/notesMaster1.xml" Id="R434c672fcb0a4606" /><Relationship Type="http://schemas.openxmlformats.org/officeDocument/2006/relationships/presProps" Target="/ppt/presProps.xml" Id="R5dce065fa5eb4ba3" /><Relationship Type="http://schemas.openxmlformats.org/officeDocument/2006/relationships/viewProps" Target="/ppt/viewProps.xml" Id="R1433e0d2866f4b5b" /><Relationship Type="http://schemas.openxmlformats.org/officeDocument/2006/relationships/tableStyles" Target="/ppt/tableStyles.xml" Id="R292c7f8d18f74c32" /><Relationship Type="http://schemas.openxmlformats.org/officeDocument/2006/relationships/slide" Target="/ppt/slides/slide1.xml" Id="R17030595dfb94707" /><Relationship Type="http://schemas.openxmlformats.org/officeDocument/2006/relationships/slide" Target="/ppt/slides/slide2.xml" Id="R915f73c5d72840da" /><Relationship Type="http://schemas.openxmlformats.org/officeDocument/2006/relationships/slide" Target="/ppt/slides/slide3.xml" Id="R554cdf6f26df42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087f0b4ec942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29bfb105524500" /><Relationship Type="http://schemas.openxmlformats.org/officeDocument/2006/relationships/notesMaster" Target="/ppt/notesMasters/notesMaster1.xml" Id="R0c8eb7c7eefb40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76721a286949a6" /><Relationship Type="http://schemas.openxmlformats.org/officeDocument/2006/relationships/notesMaster" Target="/ppt/notesMasters/notesMaster1.xml" Id="R7f7be76396e846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65c40e4e14b5e" /><Relationship Type="http://schemas.openxmlformats.org/officeDocument/2006/relationships/notesMaster" Target="/ppt/notesMasters/notesMaster1.xml" Id="Rc048270990fd4f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Jesús propone una corrección fraterna que busca recuperar a la persona, no exhibirla ni derrotarla. La conversación empieza cara a cara, con verdad y escucha. Si no basta, se busca ayuda; y la comunidad discierne recordando que Cristo está en 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«Entre tú y yo», aportada por el usuario el 29-08-2026; instrucciones de producción musical eliminadas.</a:t>
            </a:r>
          </a:p>
          <a:p xmlns:a="http://schemas.openxmlformats.org/drawingml/2006/main">
            <a:r>
              <a:t>- Reina-Valera 1909: Mt 18,15–20.</a:t>
            </a:r>
          </a:p>
          <a:p xmlns:a="http://schemas.openxmlformats.org/drawingml/2006/main">
            <a:r>
              <a:t>- Imagen de fondo generada con OpenAI ImageGen para esta presentación; sin recurso web externo.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resonancias muestran una verdad que no guarda odio, una reconciliación que no se aplaza, una corrección ejercida con mansedumbre y un perdón que no niega la queja ni la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Reina-Valera 1909: Lev 19,17; Mt 5,23–24; Gal 6,1; Col 3,13.</a:t>
            </a:r>
          </a:p>
          <a:p xmlns:a="http://schemas.openxmlformats.org/drawingml/2006/main">
            <a:r>
              <a:t>- Letra de «Entre tú y yo», aportada por el usuario el 29-08-2026.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«Entre tú y yo», copias de Mt 18,15–20 y tarjetas opcionales. Compartir y pasar son opciones válidas. Hablar a solas no obliga a exponerse a abuso, amenaza o desigualdad de poder: ante riesgo, priorizar protección, límites y ayuda competente.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«Entre tú y yo», aportada por el usuario el 29-08-2026.</a:t>
            </a:r>
          </a:p>
          <a:p xmlns:a="http://schemas.openxmlformats.org/drawingml/2006/main">
            <a:r>
              <a:t>- Reina-Valera 1909: Mt 18,15–20.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a15d3866e44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7db65f65741af" /><Relationship Type="http://schemas.openxmlformats.org/officeDocument/2006/relationships/slideLayout" Target="/ppt/slideLayouts/slideLayout1.xml" Id="R1a2d7731deaf4a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d7731deaf4a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69497acea43b4" /><Relationship Type="http://schemas.openxmlformats.org/officeDocument/2006/relationships/image" Target="/ppt/media/image.png" Id="Rb0d247c0d7b8449d" /><Relationship Type="http://schemas.openxmlformats.org/officeDocument/2006/relationships/notesSlide" Target="/ppt/notesSlides/notesSlide1.xml" Id="R74f2224a549745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53475fbfe4eaf" /><Relationship Type="http://schemas.openxmlformats.org/officeDocument/2006/relationships/notesSlide" Target="/ppt/notesSlides/notesSlide2.xml" Id="R13dbcf8a54234c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08dbbec67444d" /><Relationship Type="http://schemas.openxmlformats.org/officeDocument/2006/relationships/notesSlide" Target="/ppt/notesSlides/notesSlide3.xml" Id="R25846d4de5654d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247c0d7b8449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ENTRE TÚ Y YO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Decir la verdad para ganar al hermano, no la discusión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GANAR AL HERMANO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VALE MÁS QUE GANAR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corrección empieza entre tú y yo.</a:t>
            </a:r>
          </a:p>
          <a:p xmlns:a="http://schemas.openxmlformats.org/drawingml/2006/main">
            <a:pPr algn="ctr"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verdad busca escuchar y abrir camino.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PREPARAR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Separar hechos y heridas.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Entrar sin una sentencia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ya escrita.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Hablar entre tú y yo.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Evitar rumor, bandos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escaparates.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Hay más de una historia.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Dejar espacio al dolor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que no conocía.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PEDIR AYUDA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Uno o dos pueden cuidar.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Buscar verdad, límites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protección.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REUNIR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está en medio.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Orar y acordar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un siguiente paso.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he venido a convencerte; he venido a no perderte.»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corrige sin humillar, llama a reconciliar y restaura con mansedumbre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Lev 19,17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HABLAR SIN</a:t>
            </a:r>
          </a:p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GUARDAR ODIO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«Ingenuamente reprenderás</a:t>
            </a:r>
          </a:p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a tu prójimo.»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Nombrar lo ocurrido evita que el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rencor y el rumor hablen por nosotros.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Mt 5,23–24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VOLVER AL HERMANO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«Vuelve primero en amistad</a:t>
            </a:r>
          </a:p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con tu hermano.»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fe no convierte una herida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pendiente en simple apariencia.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Gal 6,1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RESTAURAR CON</a:t>
            </a:r>
          </a:p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MANSEDUMBRE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«Restaurad... con espíritu</a:t>
            </a:r>
          </a:p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de mansedumbre.»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Corregir busca levantar, no castigar,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y recuerda la fragilidad propia.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Col 3,13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PERDONAR SIN</a:t>
            </a:r>
          </a:p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NEGAR LA QUEJA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«Si alguno tuviere queja</a:t>
            </a:r>
          </a:p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del otro.»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perdón abre futuro sin borrar</a:t>
            </a:r>
          </a:p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verdad, límites ni responsabilidad.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Herida nombrada · conversación directa · escucha compartida · presencia recibida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conversación necesito preparar para buscar a la persona y no la victoria?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las razones ensayadas a una conversación que puede recuperar el vínculo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«Entre tú y yo»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desenmascara mi manera de querer ganar?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hechos / interpretación / herida / deseo.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parte conozco y qué parte estoy suponiendo?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18,15–20 y marcar conversación, escucha, ayuda, comunidad y presencia.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significa «ganar a tu hermano»?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PRACTICAR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 ficticio: preparar una primera frase, una pregunta honesta y un límite claro.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decir la verdad sin controlar, exponer ni formar bandos?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una conversación, un momento, un apoyo y un siguiente paso revisable.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paso puedo dar sin ponerme en riesgo?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hablar a solas no obliga a exponerse; ante abuso o riesgo, primero protección y ayuda.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2026-08-29T09:32:21.6370000Z</dcterms:created>
  <dcterms:modified xsi:type="dcterms:W3CDTF">2026-08-29T09:32:21.6370000Z</dcterms:modified>
</coreProperties>
</file>