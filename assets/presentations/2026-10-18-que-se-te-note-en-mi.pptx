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7a3dd2f9654f57" /><Relationship Type="http://schemas.openxmlformats.org/officeDocument/2006/relationships/extended-properties" Target="/docProps/app.xml" Id="Ra2e58311e9c84730" /><Relationship Type="http://schemas.openxmlformats.org/officeDocument/2006/relationships/officeDocument" Target="/ppt/presentation.xml" Id="R7de3009bc53a4ee6" /></Relationships>
</file>

<file path=ppt/presentation.xml><?xml version="1.0" encoding="utf-8"?>
<p:presentation xmlns:p="http://schemas.openxmlformats.org/presentationml/2006/main">
  <p:sldMasterIdLst>
    <p:sldMasterId xmlns:r="http://schemas.openxmlformats.org/officeDocument/2006/relationships" id="2147483648" r:id="R35975ea587c249df"/>
  </p:sldMasterIdLst>
  <p:notesMasterIdLst>
    <p:notesMasterId xmlns:r="http://schemas.openxmlformats.org/officeDocument/2006/relationships" r:id="R7d4e508e1ab64f91"/>
  </p:notesMasterIdLst>
  <p:sldIdLst>
    <p:sldId xmlns:r="http://schemas.openxmlformats.org/officeDocument/2006/relationships" id="256" r:id="R508f8778c78d4fd0"/>
    <p:sldId xmlns:r="http://schemas.openxmlformats.org/officeDocument/2006/relationships" id="257" r:id="Rc32474d8e2d649e7"/>
    <p:sldId xmlns:r="http://schemas.openxmlformats.org/officeDocument/2006/relationships" id="258" r:id="R07b4f358f4d647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086167784744cfd" /><Relationship Type="http://schemas.openxmlformats.org/officeDocument/2006/relationships/slideMaster" Target="/ppt/slideMasters/slideMaster1.xml" Id="R35975ea587c249df" /><Relationship Type="http://schemas.openxmlformats.org/officeDocument/2006/relationships/notesMaster" Target="/ppt/notesMasters/notesMaster1.xml" Id="R7d4e508e1ab64f91" /><Relationship Type="http://schemas.openxmlformats.org/officeDocument/2006/relationships/presProps" Target="/ppt/presProps.xml" Id="R257370082f2a4476" /><Relationship Type="http://schemas.openxmlformats.org/officeDocument/2006/relationships/viewProps" Target="/ppt/viewProps.xml" Id="Rdd0ae7b79e6f4df8" /><Relationship Type="http://schemas.openxmlformats.org/officeDocument/2006/relationships/tableStyles" Target="/ppt/tableStyles.xml" Id="R50ab69f57a624dfb" /><Relationship Type="http://schemas.openxmlformats.org/officeDocument/2006/relationships/slide" Target="/ppt/slides/slide1.xml" Id="R508f8778c78d4fd0" /><Relationship Type="http://schemas.openxmlformats.org/officeDocument/2006/relationships/slide" Target="/ppt/slides/slide2.xml" Id="Rc32474d8e2d649e7" /><Relationship Type="http://schemas.openxmlformats.org/officeDocument/2006/relationships/slide" Target="/ppt/slides/slide3.xml" Id="R07b4f358f4d647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bf66477f2848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d80cdf7c234dbf" /><Relationship Type="http://schemas.openxmlformats.org/officeDocument/2006/relationships/notesMaster" Target="/ppt/notesMasters/notesMaster1.xml" Id="Re7e67d3d152b4c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aeb3ab0bfe4ae1" /><Relationship Type="http://schemas.openxmlformats.org/officeDocument/2006/relationships/notesMaster" Target="/ppt/notesMasters/notesMaster1.xml" Id="R2e2a57730d0c40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ec12fa48014901" /><Relationship Type="http://schemas.openxmlformats.org/officeDocument/2006/relationships/notesMaster" Target="/ppt/notesMasters/notesMaster1.xml" Id="R1e0ad26cf67243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de octubre de 2026. XXIX Domingo del Tiempo Ordinario, ciclo A. Mt 22,15–21.</a:t>
            </a:r>
          </a:p>
          <a:p xmlns:a="http://schemas.openxmlformats.org/drawingml/2006/main">
            <a:r>
              <a:t>Canción: Que se te note en mí. Letra y audio proporcionados por el autor.</a:t>
            </a:r>
          </a:p>
          <a:p xmlns:a="http://schemas.openxmlformats.org/drawingml/2006/main">
            <a:r>
              <a:t>Jesús mira el denario sin quedar atrapado en la alternativa que le proponen. La responsabilidad con la ciudad tiene su lugar, y la vida entera permanece abierta a Dios. La canción sitúa esa pregunta en decisiones pequeñas: buscar aprobación, repetir una burla o dedicar nuestra atención a quien tenemos delante. El vínculo con Gn 1,26–27 es una resonancia bíblica que proponemos para la reunión, no una explicación que Mateo añada al diálogo. Reconocer al otro como imagen de Dios invita a tratarlo con dignidad incluso cuando discrepamos.</a:t>
            </a:r>
          </a:p>
          <a:p xmlns:a="http://schemas.openxmlformats.org/drawingml/2006/main">
            <a:r>
              <a:t>Escuchar a quien piensa distinto sin exigir acuerdo. No señalar a personas ausentes ni mostrar conversaciones privadas. Trabajar con el caso ficticio si se prefiere. Cada persona puede compartir solo lo que desee, guardar silencio o no responder.</a:t>
            </a:r>
          </a:p>
          <a:p xmlns:a="http://schemas.openxmlformats.org/drawingml/2006/main">
            <a:r>
              <a:t>Texto bíblico: https://www.conferenciaepiscopal.es/liturgia/ao29.pdf</a:t>
            </a:r>
          </a:p>
          <a:p xmlns:a="http://schemas.openxmlformats.org/drawingml/2006/main">
            <a:r>
              <a:t>La imagen es una recreación generada con IA, no un registro histórico.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textos de las tarjetas son paráfrasis pastorales, no citas literales. La relación entre la imagen de la moneda y Gn 1,26–27 se ofrece como resonancia, no como afirmación explícita de Mateo.</a:t>
            </a:r>
          </a:p>
          <a:p xmlns:a="http://schemas.openxmlformats.org/drawingml/2006/main">
            <a:r>
              <a:t>Gn 1,26–27. Dios crea a la humanidad a su imagen (paráfrasis). La dignidad alcanza también a quien piensa distinto. Esta relación con la moneda es una resonancia pastoral.</a:t>
            </a:r>
          </a:p>
          <a:p xmlns:a="http://schemas.openxmlformats.org/drawingml/2006/main">
            <a:r>
              <a:t>Rom 12,2. Renovar la manera de pensar permite discernir lo que agrada a Dios (paráfrasis). Revisar las decisiones que tomamos solo por encajar o conseguir aprobación.</a:t>
            </a:r>
          </a:p>
          <a:p xmlns:a="http://schemas.openxmlformats.org/drawingml/2006/main">
            <a:r>
              <a:t>Rom 13,7–10. Dar lo debido y mantener la deuda del amor mutuo (paráfrasis). La fe se vive también al contribuir al bien común. El amor al prójimo orienta esa responsabilidad.</a:t>
            </a:r>
          </a:p>
          <a:p xmlns:a="http://schemas.openxmlformats.org/drawingml/2006/main">
            <a:r>
              <a:t>1 Jn 4,20–21. El amor a Dios pide amar al hermano que vemos (paráfrasis). La relación con Dios se juega en el modo de tratar a la persona concreta que tenemos delante.</a:t>
            </a:r>
          </a:p>
          <a:p xmlns:a="http://schemas.openxmlformats.org/drawingml/2006/main">
            <a:r>
              <a:t>Fuentes: https://www.conferenciaepiscopal.es/biblia/genesis/#cap1</a:t>
            </a:r>
          </a:p>
          <a:p xmlns:a="http://schemas.openxmlformats.org/drawingml/2006/main">
            <a:r>
              <a:t>https://www.conferenciaepiscopal.es/biblia/corpus-romanos/#cap12</a:t>
            </a:r>
          </a:p>
          <a:p xmlns:a="http://schemas.openxmlformats.org/drawingml/2006/main">
            <a:r>
              <a:t>https://www.conferenciaepiscopal.es/biblia/corpus-romanos/#cap13</a:t>
            </a:r>
          </a:p>
          <a:p xmlns:a="http://schemas.openxmlformats.org/drawingml/2006/main">
            <a:r>
              <a:t>https://www.conferenciaepiscopal.es/biblia/juan-cartas-1-3/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00–08 min. Escuchar. Oír «Que se te note en mí» completa y dejar un breve silencio.</a:t>
            </a:r>
          </a:p>
          <a:p xmlns:a="http://schemas.openxmlformats.org/drawingml/2006/main">
            <a:r>
              <a:t>¿Qué verso se parece a algo que estoy viviendo?</a:t>
            </a:r>
          </a:p>
          <a:p xmlns:a="http://schemas.openxmlformats.org/drawingml/2006/main">
            <a:r>
              <a:t/>
            </a:r>
          </a:p>
          <a:p xmlns:a="http://schemas.openxmlformats.org/drawingml/2006/main">
            <a:r>
              <a:t>08–20 min. Reconocer. Recordar una ocasión en que buscamos aprobación o escondimos lo que nos pasaba. Cada persona decide si quiere compartirla.</a:t>
            </a:r>
          </a:p>
          <a:p xmlns:a="http://schemas.openxmlformats.org/drawingml/2006/main">
            <a:r>
              <a:t>¿Qué cedo de mí por miedo a no encajar?</a:t>
            </a:r>
          </a:p>
          <a:p xmlns:a="http://schemas.openxmlformats.org/drawingml/2006/main">
            <a:r>
              <a:t/>
            </a:r>
          </a:p>
          <a:p xmlns:a="http://schemas.openxmlformats.org/drawingml/2006/main">
            <a:r>
              <a:t>20–38 min. Iluminar. Leer Mt 22,15–21. Observar la trampa, la moneda y la respuesta. Leer Gn 1,26–27 como resonancia, distinguiéndolo del diálogo de Mateo.</a:t>
            </a:r>
          </a:p>
          <a:p xmlns:a="http://schemas.openxmlformats.org/drawingml/2006/main">
            <a:r>
              <a:t>¿Qué merece mi responsabilidad y qué está ocupando el lugar de Dios?</a:t>
            </a:r>
          </a:p>
          <a:p xmlns:a="http://schemas.openxmlformats.org/drawingml/2006/main">
            <a:r>
              <a:t/>
            </a:r>
          </a:p>
          <a:p xmlns:a="http://schemas.openxmlformats.org/drawingml/2006/main">
            <a:r>
              <a:t>38–58 min. Discernir. Caso ficticio: en un chat compartimos una broma que humilla a alguien que piensa distinto. Proponer cómo frenarla y cómo reparar el daño sin humillar a quien la envió.</a:t>
            </a:r>
          </a:p>
          <a:p xmlns:a="http://schemas.openxmlformats.org/drawingml/2006/main">
            <a:r>
              <a:t>¿Cómo cuidar a la persona sin renunciar a decir lo que pienso?</a:t>
            </a:r>
          </a:p>
          <a:p xmlns:a="http://schemas.openxmlformats.org/drawingml/2006/main">
            <a:r>
              <a:t/>
            </a:r>
          </a:p>
          <a:p xmlns:a="http://schemas.openxmlformats.org/drawingml/2006/main">
            <a:r>
              <a:t>58–70 min. Responder. Elegir un gesto de escucha o reparación realizable esta semana. Concretar con quién y cuándo, y acordar una revisión. Cerrar con «Que se te note en nosotros».</a:t>
            </a:r>
          </a:p>
          <a:p xmlns:a="http://schemas.openxmlformats.org/drawingml/2006/main">
            <a:r>
              <a:t>¿Qué voy a cambiar en mi trato con una persona concreta?</a:t>
            </a:r>
          </a:p>
          <a:p xmlns:a="http://schemas.openxmlformats.org/drawingml/2006/main">
            <a:r>
              <a:t/>
            </a:r>
          </a:p>
          <a:p xmlns:a="http://schemas.openxmlformats.org/drawingml/2006/main">
            <a:r>
              <a:t>Escuchar a quien piensa distinto sin exigir acuerdo. No señalar a personas ausentes ni mostrar conversaciones privadas. Trabajar con el caso ficticio si se prefiere. Cada persona puede compartir solo lo que desee, guardar silencio o no responder.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a3018c1d1448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8984ad926148dc" /><Relationship Type="http://schemas.openxmlformats.org/officeDocument/2006/relationships/slideLayout" Target="/ppt/slideLayouts/slideLayout1.xml" Id="Rcf53b7e5612043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53b7e5612043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de37cc3e6d64df4" /><Relationship Type="http://schemas.openxmlformats.org/officeDocument/2006/relationships/image" Target="/ppt/media/image.png" Id="R0c2dd1d4a4fa43c9" /><Relationship Type="http://schemas.openxmlformats.org/officeDocument/2006/relationships/notesSlide" Target="/ppt/notesSlides/notesSlide1.xml" Id="R3ce014fb765f43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1e377b01eb64677" /><Relationship Type="http://schemas.openxmlformats.org/officeDocument/2006/relationships/notesSlide" Target="/ppt/notesSlides/notesSlide2.xml" Id="Rc37617f601a446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08137da360f483e" /><Relationship Type="http://schemas.openxmlformats.org/officeDocument/2006/relationships/notesSlide" Target="/ppt/notesSlides/notesSlide3.xml" Id="Rdfbfbffda5134a2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43" name="Imagen 41">
            <a:extLst xmlns:a="http://schemas.openxmlformats.org/drawingml/2006/main">
              <a:ext uri="{FF2B5EF4-FFF2-40B4-BE49-F238E27FC236}">
                <a16:creationId xmlns:a16="http://schemas.microsoft.com/office/drawing/2014/main" id="{68F6AD37-FACF-485A-BD44-307C679949AF}"/>
              </a:ext>
            </a:extLst>
          </p:cNvPr>
          <p:cNvPicPr>
            <a:picLocks xmlns:a="http://schemas.openxmlformats.org/drawingml/2006/main" noChangeAspect="1"/>
          </p:cNvPicPr>
          <p:nvPr/>
        </p:nvPicPr>
        <p:blipFill>
          <a:blip xmlns:r="http://schemas.openxmlformats.org/officeDocument/2006/relationships" xmlns:a="http://schemas.openxmlformats.org/drawingml/2006/main" r:embed="R0c2dd1d4a4fa43c9"/>
          <a:srcRect xmlns:a="http://schemas.openxmlformats.org/drawingml/2006/main" l="0" t="27" r="0" b="27"/>
          <a:stretch xmlns:a="http://schemas.openxmlformats.org/drawingml/2006/main">
            <a:fillRect l="0" t="0" r="0" b="0"/>
          </a:stretch>
        </p:blipFill>
        <p:spPr>
          <a:xfrm xmlns:a="http://schemas.openxmlformats.org/drawingml/2006/main" flipH="0" flipV="0">
            <a:off x="0" y="0"/>
            <a:ext cx="12192000" cy="6858000"/>
          </a:xfrm>
          <a:prstGeom xmlns:a="http://schemas.openxmlformats.org/drawingml/2006/main" prst="rect">
            <a:avLst/>
          </a:prstGeom>
        </p:spPr>
      </p:pic>
      <p:sp>
        <p:nvSpPr>
          <p:cNvPr id="2" name="Rectángulo 1">
            <a:extLst xmlns:a="http://schemas.openxmlformats.org/drawingml/2006/main">
              <a:ext uri="{FF2B5EF4-FFF2-40B4-BE49-F238E27FC236}">
                <a16:creationId xmlns:a16="http://schemas.microsoft.com/office/drawing/2014/main" id="{B76F925A-853B-4B63-B630-E7E0361BA3FF}"/>
              </a:ext>
            </a:extLst>
          </p:cNvPr>
          <p:cNvSpPr>
            <a:spLocks xmlns:a="http://schemas.openxmlformats.org/drawingml/2006/main" noGrp="1"/>
          </p:cNvSpPr>
          <p:nvPr/>
        </p:nvSpPr>
        <p:spPr>
          <a:xfrm xmlns:a="http://schemas.openxmlformats.org/drawingml/2006/main">
            <a:off x="0" y="0"/>
            <a:ext cx="12192000" cy="1123950"/>
          </a:xfrm>
          <a:prstGeom xmlns:a="http://schemas.openxmlformats.org/drawingml/2006/main" prst="rect">
            <a:avLst/>
          </a:prstGeom>
          <a:noFill xmlns:a="http://schemas.openxmlformats.org/drawingml/2006/main"/>
          <a:ln xmlns:a="http://schemas.openxmlformats.org/drawingml/2006/main" w="0">
            <a:noFill/>
          </a:ln>
        </p:spPr>
      </p:sp>
      <p:sp>
        <p:nvSpPr>
          <p:cNvPr id="3" name="Rectángulo 2">
            <a:extLst xmlns:a="http://schemas.openxmlformats.org/drawingml/2006/main">
              <a:ext uri="{FF2B5EF4-FFF2-40B4-BE49-F238E27FC236}">
                <a16:creationId xmlns:a16="http://schemas.microsoft.com/office/drawing/2014/main" id="{FB1C263C-5E91-44EE-907E-89FD02816680}"/>
              </a:ext>
            </a:extLst>
          </p:cNvPr>
          <p:cNvSpPr>
            <a:spLocks xmlns:a="http://schemas.openxmlformats.org/drawingml/2006/main" noGrp="1"/>
          </p:cNvSpPr>
          <p:nvPr/>
        </p:nvSpPr>
        <p:spPr>
          <a:xfrm xmlns:a="http://schemas.openxmlformats.org/drawingml/2006/main">
            <a:off x="0" y="4457700"/>
            <a:ext cx="12192000" cy="2400300"/>
          </a:xfrm>
          <a:prstGeom xmlns:a="http://schemas.openxmlformats.org/drawingml/2006/main" prst="rect">
            <a:avLst/>
          </a:prstGeom>
          <a:noFill xmlns:a="http://schemas.openxmlformats.org/drawingml/2006/main"/>
          <a:ln xmlns:a="http://schemas.openxmlformats.org/drawingml/2006/main" w="0">
            <a:noFill/>
          </a:ln>
        </p:spPr>
      </p:sp>
      <p:sp>
        <p:nvSpPr>
          <p:cNvPr id="4" name="Rectángulo 3">
            <a:extLst xmlns:a="http://schemas.openxmlformats.org/drawingml/2006/main">
              <a:ext uri="{FF2B5EF4-FFF2-40B4-BE49-F238E27FC236}">
                <a16:creationId xmlns:a16="http://schemas.microsoft.com/office/drawing/2014/main" id="{B76D6CD6-C65C-4094-B79C-E893F1944BC9}"/>
              </a:ext>
            </a:extLst>
          </p:cNvPr>
          <p:cNvSpPr>
            <a:spLocks xmlns:a="http://schemas.openxmlformats.org/drawingml/2006/main" noGrp="1"/>
          </p:cNvSpPr>
          <p:nvPr/>
        </p:nvSpPr>
        <p:spPr>
          <a:xfrm xmlns:a="http://schemas.openxmlformats.org/drawingml/2006/main">
            <a:off x="514350" y="22860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2400" b="1" i="0">
                <a:solidFill>
                  <a:srgbClr val="FFFFFF"/>
                </a:solidFill>
                <a:latin typeface="Calibri"/>
                <a:ea typeface="Calibri"/>
                <a:cs typeface="Calibri"/>
              </a:defRPr>
            </a:defPPr>
          </a:lstStyle>
          <a:p xmlns:a="http://schemas.openxmlformats.org/drawingml/2006/main">
            <a:pPr algn="l">
              <a:buNone/>
              <a:defRPr sz="2400" b="1" i="0">
                <a:solidFill>
                  <a:srgbClr val="FFFFFF"/>
                </a:solidFill>
                <a:latin typeface="Calibri"/>
                <a:ea typeface="Calibri"/>
                <a:cs typeface="Calibri"/>
              </a:defRPr>
            </a:pPr>
            <a:r>
              <a:rPr sz="2400" b="1" i="0">
                <a:solidFill>
                  <a:srgbClr val="FFFFFF"/>
                </a:solidFill>
                <a:latin typeface="Calibri"/>
                <a:ea typeface="Calibri"/>
                <a:cs typeface="Calibri"/>
              </a:rPr>
              <a:t>QUE SE TE NOTE EN MÍ</a:t>
            </a:r>
          </a:p>
        </p:txBody>
      </p:sp>
      <p:sp>
        <p:nvSpPr>
          <p:cNvPr id="5" name="Rectángulo 4">
            <a:extLst xmlns:a="http://schemas.openxmlformats.org/drawingml/2006/main">
              <a:ext uri="{FF2B5EF4-FFF2-40B4-BE49-F238E27FC236}">
                <a16:creationId xmlns:a16="http://schemas.microsoft.com/office/drawing/2014/main" id="{5912B2F9-7ECB-4D03-9D83-96A67B67EAEA}"/>
              </a:ext>
            </a:extLst>
          </p:cNvPr>
          <p:cNvSpPr>
            <a:spLocks xmlns:a="http://schemas.openxmlformats.org/drawingml/2006/main" noGrp="1"/>
          </p:cNvSpPr>
          <p:nvPr/>
        </p:nvSpPr>
        <p:spPr>
          <a:xfrm xmlns:a="http://schemas.openxmlformats.org/drawingml/2006/main">
            <a:off x="533400" y="66675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275" b="0" i="0">
                <a:solidFill>
                  <a:srgbClr val="F5E7C3"/>
                </a:solidFill>
                <a:latin typeface="Calibri"/>
                <a:ea typeface="Calibri"/>
                <a:cs typeface="Calibri"/>
              </a:defRPr>
            </a:defPPr>
          </a:lstStyle>
          <a:p xmlns:a="http://schemas.openxmlformats.org/drawingml/2006/main">
            <a:pPr algn="l">
              <a:buNone/>
              <a:defRPr sz="1275" b="0" i="0">
                <a:solidFill>
                  <a:srgbClr val="F5E7C3"/>
                </a:solidFill>
                <a:latin typeface="Calibri"/>
                <a:ea typeface="Calibri"/>
                <a:cs typeface="Calibri"/>
              </a:defRPr>
            </a:pPr>
            <a:r>
              <a:rPr sz="1275" b="0" i="0">
                <a:solidFill>
                  <a:srgbClr val="F5E7C3"/>
                </a:solidFill>
                <a:latin typeface="Calibri"/>
                <a:ea typeface="Calibri"/>
                <a:cs typeface="Calibri"/>
              </a:rPr>
              <a:t>La imagen de Dios en nuestra manera de tratar al otro</a:t>
            </a:r>
          </a:p>
        </p:txBody>
      </p:sp>
      <p:sp>
        <p:nvSpPr>
          <p:cNvPr id="6" name="Rectángulo: esquinas redondeadas 5">
            <a:extLst xmlns:a="http://schemas.openxmlformats.org/drawingml/2006/main">
              <a:ext uri="{FF2B5EF4-FFF2-40B4-BE49-F238E27FC236}">
                <a16:creationId xmlns:a16="http://schemas.microsoft.com/office/drawing/2014/main" id="{6BA613D3-A121-4C21-8A6A-26CE265C21D6}"/>
              </a:ext>
            </a:extLst>
          </p:cNvPr>
          <p:cNvSpPr>
            <a:spLocks xmlns:a="http://schemas.openxmlformats.org/drawingml/2006/main" noGrp="1"/>
          </p:cNvSpPr>
          <p:nvPr/>
        </p:nvSpPr>
        <p:spPr>
          <a:xfrm xmlns:a="http://schemas.openxmlformats.org/drawingml/2006/main">
            <a:off x="762000" y="1381125"/>
            <a:ext cx="4305300" cy="1581150"/>
          </a:xfrm>
          <a:prstGeom xmlns:a="http://schemas.openxmlformats.org/drawingml/2006/main" prst="roundRect">
            <a:avLst>
              <a:gd name="adj" fmla="val 7229"/>
            </a:avLst>
          </a:prstGeom>
          <a:noFill xmlns:a="http://schemas.openxmlformats.org/drawingml/2006/main"/>
          <a:ln xmlns:a="http://schemas.openxmlformats.org/drawingml/2006/main" w="9525">
            <a:solidFill>
              <a:srgbClr val="C7B379"/>
            </a:solidFill>
            <a:prstDash val="solid"/>
          </a:ln>
        </p:spPr>
      </p:sp>
      <p:sp>
        <p:nvSpPr>
          <p:cNvPr id="7" name="Rectángulo 6">
            <a:extLst xmlns:a="http://schemas.openxmlformats.org/drawingml/2006/main">
              <a:ext uri="{FF2B5EF4-FFF2-40B4-BE49-F238E27FC236}">
                <a16:creationId xmlns:a16="http://schemas.microsoft.com/office/drawing/2014/main" id="{D33900F7-2BFB-4C08-9991-E4DBC79CDB0C}"/>
              </a:ext>
            </a:extLst>
          </p:cNvPr>
          <p:cNvSpPr>
            <a:spLocks xmlns:a="http://schemas.openxmlformats.org/drawingml/2006/main" noGrp="1"/>
          </p:cNvSpPr>
          <p:nvPr/>
        </p:nvSpPr>
        <p:spPr>
          <a:xfrm xmlns:a="http://schemas.openxmlformats.org/drawingml/2006/main">
            <a:off x="1333500" y="1552575"/>
            <a:ext cx="3162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ctr">
              <a:defRPr sz="1875" b="1" i="0">
                <a:solidFill>
                  <a:srgbClr val="F5E7C3"/>
                </a:solidFill>
                <a:latin typeface="Calibri"/>
                <a:ea typeface="Calibri"/>
                <a:cs typeface="Calibri"/>
              </a:defRPr>
            </a:defPPr>
          </a:lstStyle>
          <a:p xmlns:a="http://schemas.openxmlformats.org/drawingml/2006/main">
            <a:pPr algn="ctr">
              <a:buNone/>
              <a:defRPr sz="1875" b="1" i="0">
                <a:ln w="0">
                  <a:noFill/>
                  <a:prstDash val="solid"/>
                </a:ln>
                <a:solidFill>
                  <a:srgbClr val="F5E7C3"/>
                </a:solidFill>
                <a:latin typeface="Calibri"/>
                <a:ea typeface="Calibri"/>
                <a:cs typeface="Calibri"/>
              </a:defRPr>
            </a:pPr>
            <a:r>
              <a:rPr sz="1875" b="1" i="0">
                <a:ln w="0">
                  <a:noFill/>
                  <a:prstDash val="solid"/>
                </a:ln>
                <a:solidFill>
                  <a:srgbClr val="F5E7C3"/>
                </a:solidFill>
                <a:effectLst>
                  <a:outerShdw blurRad="38100" dist="19050" dir="2700000" algn="tl" rotWithShape="0">
                    <a:schemeClr val="dk1">
                      <a:alpha val="40000"/>
                    </a:schemeClr>
                  </a:outerShdw>
                </a:effectLst>
                <a:latin typeface="Calibri"/>
                <a:ea typeface="Calibri"/>
                <a:cs typeface="Calibri"/>
              </a:rPr>
              <a:t>SU IMAGEN</a:t>
            </a:r>
          </a:p>
          <a:p xmlns:a="http://schemas.openxmlformats.org/drawingml/2006/main">
            <a:pPr algn="ctr">
              <a:buNone/>
              <a:defRPr sz="1875" b="1" i="0">
                <a:ln w="0">
                  <a:noFill/>
                  <a:prstDash val="solid"/>
                </a:ln>
                <a:solidFill>
                  <a:srgbClr val="F5E7C3"/>
                </a:solidFill>
                <a:latin typeface="Calibri"/>
                <a:ea typeface="Calibri"/>
                <a:cs typeface="Calibri"/>
              </a:defRPr>
            </a:pPr>
            <a:r>
              <a:rPr sz="1875" b="1" i="0">
                <a:ln w="0">
                  <a:noFill/>
                  <a:prstDash val="solid"/>
                </a:ln>
                <a:solidFill>
                  <a:srgbClr val="F5E7C3"/>
                </a:solidFill>
                <a:effectLst>
                  <a:outerShdw blurRad="38100" dist="19050" dir="2700000" algn="tl" rotWithShape="0">
                    <a:schemeClr val="dk1">
                      <a:alpha val="40000"/>
                    </a:schemeClr>
                  </a:outerShdw>
                </a:effectLst>
                <a:latin typeface="Calibri"/>
                <a:ea typeface="Calibri"/>
                <a:cs typeface="Calibri"/>
              </a:rPr>
              <a:t>EN EL OTRO</a:t>
            </a:r>
          </a:p>
        </p:txBody>
      </p:sp>
      <p:sp>
        <p:nvSpPr>
          <p:cNvPr id="8" name="Rectángulo 7">
            <a:extLst xmlns:a="http://schemas.openxmlformats.org/drawingml/2006/main">
              <a:ext uri="{FF2B5EF4-FFF2-40B4-BE49-F238E27FC236}">
                <a16:creationId xmlns:a16="http://schemas.microsoft.com/office/drawing/2014/main" id="{8F9A3AF1-988D-4987-A2AF-F5D5DBBF33B9}"/>
              </a:ext>
            </a:extLst>
          </p:cNvPr>
          <p:cNvSpPr>
            <a:spLocks xmlns:a="http://schemas.openxmlformats.org/drawingml/2006/main" noGrp="1"/>
          </p:cNvSpPr>
          <p:nvPr/>
        </p:nvSpPr>
        <p:spPr>
          <a:xfrm xmlns:a="http://schemas.openxmlformats.org/drawingml/2006/main">
            <a:off x="1123950" y="2200275"/>
            <a:ext cx="3848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200" b="0" i="0">
                <a:solidFill>
                  <a:srgbClr val="FFFFFF"/>
                </a:solidFill>
                <a:latin typeface="Calibri"/>
                <a:ea typeface="Calibri"/>
                <a:cs typeface="Calibri"/>
              </a:defRPr>
            </a:defPPr>
          </a:lstStyle>
          <a:p xmlns:a="http://schemas.openxmlformats.org/drawingml/2006/main">
            <a:pPr algn="l">
              <a:buNone/>
              <a:defRPr sz="1200" b="0" i="0">
                <a:ln w="0">
                  <a:noFill/>
                  <a:prstDash val="solid"/>
                </a:ln>
                <a:solidFill>
                  <a:srgbClr val="FFFFFF"/>
                </a:solidFill>
                <a:latin typeface="Calibri"/>
                <a:ea typeface="Calibri"/>
                <a:cs typeface="Calibri"/>
              </a:defRPr>
            </a:pPr>
            <a:r>
              <a:rPr sz="1200" b="0" i="0">
                <a:ln w="0">
                  <a:noFill/>
                  <a:prstDash val="solid"/>
                </a:ln>
                <a:solidFill>
                  <a:srgbClr val="FFFFFF"/>
                </a:solidFill>
                <a:effectLst>
                  <a:outerShdw blurRad="38100" dist="19050" dir="2700000" algn="tl" rotWithShape="0">
                    <a:schemeClr val="dk1">
                      <a:alpha val="40000"/>
                    </a:schemeClr>
                  </a:outerShdw>
                </a:effectLst>
                <a:latin typeface="Calibri"/>
                <a:ea typeface="Calibri"/>
                <a:cs typeface="Calibri"/>
              </a:rPr>
              <a:t>La fe se hace visible</a:t>
            </a:r>
          </a:p>
          <a:p xmlns:a="http://schemas.openxmlformats.org/drawingml/2006/main">
            <a:pPr algn="l">
              <a:buNone/>
              <a:defRPr sz="1200" b="0" i="0">
                <a:ln w="0">
                  <a:noFill/>
                  <a:prstDash val="solid"/>
                </a:ln>
                <a:solidFill>
                  <a:srgbClr val="FFFFFF"/>
                </a:solidFill>
                <a:latin typeface="Calibri"/>
                <a:ea typeface="Calibri"/>
                <a:cs typeface="Calibri"/>
              </a:defRPr>
            </a:pPr>
            <a:r>
              <a:rPr sz="1200" b="0" i="0">
                <a:ln w="0">
                  <a:noFill/>
                  <a:prstDash val="solid"/>
                </a:ln>
                <a:solidFill>
                  <a:srgbClr val="FFFFFF"/>
                </a:solidFill>
                <a:effectLst>
                  <a:outerShdw blurRad="38100" dist="19050" dir="2700000" algn="tl" rotWithShape="0">
                    <a:schemeClr val="dk1">
                      <a:alpha val="40000"/>
                    </a:schemeClr>
                  </a:outerShdw>
                </a:effectLst>
                <a:latin typeface="Calibri"/>
                <a:ea typeface="Calibri"/>
                <a:cs typeface="Calibri"/>
              </a:rPr>
              <a:t>en nuestra forma de cuidar.</a:t>
            </a:r>
          </a:p>
        </p:txBody>
      </p:sp>
      <p:sp>
        <p:nvSpPr>
          <p:cNvPr id="9" name="Conector recto 8">
            <a:extLst xmlns:a="http://schemas.openxmlformats.org/drawingml/2006/main">
              <a:ext uri="{FF2B5EF4-FFF2-40B4-BE49-F238E27FC236}">
                <a16:creationId xmlns:a16="http://schemas.microsoft.com/office/drawing/2014/main" id="{766AD396-925D-4C92-B794-935B24E5E35D}"/>
              </a:ext>
            </a:extLst>
          </p:cNvPr>
          <p:cNvSpPr>
            <a:spLocks xmlns:a="http://schemas.openxmlformats.org/drawingml/2006/main" noGrp="1"/>
          </p:cNvSpPr>
          <p:nvPr/>
        </p:nvSpPr>
        <p:spPr>
          <a:xfrm xmlns:a="http://schemas.openxmlformats.org/drawingml/2006/main" flipV="1">
            <a:off x="676275" y="4600575"/>
            <a:ext cx="10753725" cy="47625"/>
          </a:xfrm>
          <a:prstGeom xmlns:a="http://schemas.openxmlformats.org/drawingml/2006/main" prst="line">
            <a:avLst/>
          </a:prstGeom>
          <a:noFill xmlns:a="http://schemas.openxmlformats.org/drawingml/2006/main"/>
          <a:ln xmlns:a="http://schemas.openxmlformats.org/drawingml/2006/main" w="19050">
            <a:solidFill>
              <a:srgbClr val="CDA64F"/>
            </a:solidFill>
            <a:prstDash val="solid"/>
          </a:ln>
        </p:spPr>
      </p:sp>
      <p:sp>
        <p:nvSpPr>
          <p:cNvPr id="10" name="Elipse 9">
            <a:extLst xmlns:a="http://schemas.openxmlformats.org/drawingml/2006/main">
              <a:ext uri="{FF2B5EF4-FFF2-40B4-BE49-F238E27FC236}">
                <a16:creationId xmlns:a16="http://schemas.microsoft.com/office/drawing/2014/main" id="{125F3B06-0623-45FC-A98E-F08D0AB8A03C}"/>
              </a:ext>
            </a:extLst>
          </p:cNvPr>
          <p:cNvSpPr>
            <a:spLocks xmlns:a="http://schemas.openxmlformats.org/drawingml/2006/main" noGrp="1"/>
          </p:cNvSpPr>
          <p:nvPr/>
        </p:nvSpPr>
        <p:spPr>
          <a:xfrm xmlns:a="http://schemas.openxmlformats.org/drawingml/2006/main">
            <a:off x="438150" y="4486275"/>
            <a:ext cx="228600" cy="22860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11" name="Rectángulo 10">
            <a:extLst xmlns:a="http://schemas.openxmlformats.org/drawingml/2006/main">
              <a:ext uri="{FF2B5EF4-FFF2-40B4-BE49-F238E27FC236}">
                <a16:creationId xmlns:a16="http://schemas.microsoft.com/office/drawing/2014/main" id="{665761AE-B378-4760-9A4B-681322582544}"/>
              </a:ext>
            </a:extLst>
          </p:cNvPr>
          <p:cNvSpPr>
            <a:spLocks xmlns:a="http://schemas.openxmlformats.org/drawingml/2006/main" noGrp="1"/>
          </p:cNvSpPr>
          <p:nvPr/>
        </p:nvSpPr>
        <p:spPr>
          <a:xfrm xmlns:a="http://schemas.openxmlformats.org/drawingml/2006/main">
            <a:off x="438150" y="4495800"/>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750" b="1">
                <a:solidFill>
                  <a:srgbClr val="07151F"/>
                </a:solidFill>
              </a:defRPr>
            </a:pPr>
            <a:r>
              <a:rPr sz="750" b="1">
                <a:solidFill>
                  <a:srgbClr val="07151F"/>
                </a:solidFill>
              </a:rPr>
              <a:t>1</a:t>
            </a:r>
          </a:p>
        </p:txBody>
      </p:sp>
      <p:sp>
        <p:nvSpPr>
          <p:cNvPr id="12" name="Rectángulo 11">
            <a:extLst xmlns:a="http://schemas.openxmlformats.org/drawingml/2006/main">
              <a:ext uri="{FF2B5EF4-FFF2-40B4-BE49-F238E27FC236}">
                <a16:creationId xmlns:a16="http://schemas.microsoft.com/office/drawing/2014/main" id="{12613CD1-C39B-4AAF-BBCE-27BE81326D1D}"/>
              </a:ext>
            </a:extLst>
          </p:cNvPr>
          <p:cNvSpPr>
            <a:spLocks xmlns:a="http://schemas.openxmlformats.org/drawingml/2006/main" noGrp="1"/>
          </p:cNvSpPr>
          <p:nvPr/>
        </p:nvSpPr>
        <p:spPr>
          <a:xfrm xmlns:a="http://schemas.openxmlformats.org/drawingml/2006/main">
            <a:off x="428625" y="4686300"/>
            <a:ext cx="2124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200" b="1" i="0">
                <a:solidFill>
                  <a:srgbClr val="F5E7C3"/>
                </a:solidFill>
                <a:latin typeface="Calibri"/>
                <a:ea typeface="Calibri"/>
                <a:cs typeface="Calibri"/>
              </a:defRPr>
            </a:defPPr>
          </a:lstStyle>
          <a:p xmlns:a="http://schemas.openxmlformats.org/drawingml/2006/main">
            <a:pPr algn="l">
              <a:buNone/>
              <a:defRPr sz="1200" b="1" i="0">
                <a:solidFill>
                  <a:srgbClr val="F5E7C3"/>
                </a:solidFill>
                <a:latin typeface="Calibri"/>
                <a:ea typeface="Calibri"/>
                <a:cs typeface="Calibri"/>
              </a:defRPr>
            </a:pPr>
            <a:r>
              <a:rPr sz="1200" b="1" i="0">
                <a:solidFill>
                  <a:srgbClr val="F5E7C3"/>
                </a:solidFill>
                <a:latin typeface="Calibri"/>
                <a:ea typeface="Calibri"/>
                <a:cs typeface="Calibri"/>
              </a:rPr>
              <a:t>PARAR</a:t>
            </a:r>
          </a:p>
        </p:txBody>
      </p:sp>
      <p:sp>
        <p:nvSpPr>
          <p:cNvPr id="13" name="Rectángulo 12">
            <a:extLst xmlns:a="http://schemas.openxmlformats.org/drawingml/2006/main">
              <a:ext uri="{FF2B5EF4-FFF2-40B4-BE49-F238E27FC236}">
                <a16:creationId xmlns:a16="http://schemas.microsoft.com/office/drawing/2014/main" id="{73132C27-ABFD-4365-B43B-986B5714A5FA}"/>
              </a:ext>
            </a:extLst>
          </p:cNvPr>
          <p:cNvSpPr>
            <a:spLocks xmlns:a="http://schemas.openxmlformats.org/drawingml/2006/main" noGrp="1"/>
          </p:cNvSpPr>
          <p:nvPr/>
        </p:nvSpPr>
        <p:spPr>
          <a:xfrm xmlns:a="http://schemas.openxmlformats.org/drawingml/2006/main">
            <a:off x="428625" y="4981575"/>
            <a:ext cx="2124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125" b="1" i="0">
                <a:solidFill>
                  <a:srgbClr val="FFFFFF"/>
                </a:solidFill>
                <a:latin typeface="Calibri"/>
                <a:ea typeface="Calibri"/>
                <a:cs typeface="Calibri"/>
              </a:defRPr>
            </a:defPPr>
          </a:lstStyle>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¿A qué doy mi atención?</a:t>
            </a:r>
          </a:p>
        </p:txBody>
      </p:sp>
      <p:sp>
        <p:nvSpPr>
          <p:cNvPr id="14" name="Conector recto 13">
            <a:extLst xmlns:a="http://schemas.openxmlformats.org/drawingml/2006/main">
              <a:ext uri="{FF2B5EF4-FFF2-40B4-BE49-F238E27FC236}">
                <a16:creationId xmlns:a16="http://schemas.microsoft.com/office/drawing/2014/main" id="{743C9350-C4A1-4490-AD9D-DD5C3BAC772D}"/>
              </a:ext>
            </a:extLst>
          </p:cNvPr>
          <p:cNvSpPr>
            <a:spLocks xmlns:a="http://schemas.openxmlformats.org/drawingml/2006/main" noGrp="1"/>
          </p:cNvSpPr>
          <p:nvPr/>
        </p:nvSpPr>
        <p:spPr>
          <a:xfrm xmlns:a="http://schemas.openxmlformats.org/drawingml/2006/main">
            <a:off x="428625" y="5505450"/>
            <a:ext cx="2009775" cy="9525"/>
          </a:xfrm>
          <a:prstGeom xmlns:a="http://schemas.openxmlformats.org/drawingml/2006/main" prst="line">
            <a:avLst/>
          </a:prstGeom>
          <a:noFill xmlns:a="http://schemas.openxmlformats.org/drawingml/2006/main"/>
          <a:ln xmlns:a="http://schemas.openxmlformats.org/drawingml/2006/main" w="9525">
            <a:solidFill>
              <a:srgbClr val="6E858D"/>
            </a:solidFill>
            <a:prstDash val="solid"/>
          </a:ln>
        </p:spPr>
      </p:sp>
      <p:sp>
        <p:nvSpPr>
          <p:cNvPr id="15" name="Rectángulo 14">
            <a:extLst xmlns:a="http://schemas.openxmlformats.org/drawingml/2006/main">
              <a:ext uri="{FF2B5EF4-FFF2-40B4-BE49-F238E27FC236}">
                <a16:creationId xmlns:a16="http://schemas.microsoft.com/office/drawing/2014/main" id="{1D8BD664-2AAB-48D3-BBB2-62EFB4D7A226}"/>
              </a:ext>
            </a:extLst>
          </p:cNvPr>
          <p:cNvSpPr>
            <a:spLocks xmlns:a="http://schemas.openxmlformats.org/drawingml/2006/main" noGrp="1"/>
          </p:cNvSpPr>
          <p:nvPr/>
        </p:nvSpPr>
        <p:spPr>
          <a:xfrm xmlns:a="http://schemas.openxmlformats.org/drawingml/2006/main">
            <a:off x="428625" y="5572125"/>
            <a:ext cx="2124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050" b="0" i="0">
                <a:solidFill>
                  <a:srgbClr val="DCE3E3"/>
                </a:solidFill>
                <a:latin typeface="Calibri"/>
                <a:ea typeface="Calibri"/>
                <a:cs typeface="Calibri"/>
              </a:defRPr>
            </a:defPPr>
          </a:lstStyle>
          <a:p xmlns:a="http://schemas.openxmlformats.org/drawingml/2006/main">
            <a:pPr algn="l">
              <a:buNone/>
              <a:defRPr sz="1050" b="0" i="0">
                <a:solidFill>
                  <a:srgbClr val="DCE3E3"/>
                </a:solidFill>
                <a:latin typeface="Calibri"/>
                <a:ea typeface="Calibri"/>
                <a:cs typeface="Calibri"/>
              </a:defRPr>
            </a:pPr>
            <a:r>
              <a:rPr sz="1050" b="0" i="0">
                <a:solidFill>
                  <a:srgbClr val="DCE3E3"/>
                </a:solidFill>
                <a:latin typeface="Calibri"/>
                <a:ea typeface="Calibri"/>
                <a:cs typeface="Calibri"/>
              </a:rPr>
              <a:t>Mirar qué me absorbe</a:t>
            </a:r>
          </a:p>
          <a:p xmlns:a="http://schemas.openxmlformats.org/drawingml/2006/main">
            <a:pPr algn="l">
              <a:buNone/>
              <a:defRPr sz="1050" b="0" i="0">
                <a:solidFill>
                  <a:srgbClr val="DCE3E3"/>
                </a:solidFill>
                <a:latin typeface="Calibri"/>
                <a:ea typeface="Calibri"/>
                <a:cs typeface="Calibri"/>
              </a:defRPr>
            </a:pPr>
            <a:r>
              <a:rPr sz="1050" b="0" i="0">
                <a:solidFill>
                  <a:srgbClr val="DCE3E3"/>
                </a:solidFill>
                <a:latin typeface="Calibri"/>
                <a:ea typeface="Calibri"/>
                <a:cs typeface="Calibri"/>
              </a:rPr>
              <a:t>y qué aprobación busco.</a:t>
            </a:r>
          </a:p>
        </p:txBody>
      </p:sp>
      <p:sp>
        <p:nvSpPr>
          <p:cNvPr id="16" name="Elipse 15">
            <a:extLst xmlns:a="http://schemas.openxmlformats.org/drawingml/2006/main">
              <a:ext uri="{FF2B5EF4-FFF2-40B4-BE49-F238E27FC236}">
                <a16:creationId xmlns:a16="http://schemas.microsoft.com/office/drawing/2014/main" id="{B66FFF91-9CA2-4037-A956-A2DE54CB47C7}"/>
              </a:ext>
            </a:extLst>
          </p:cNvPr>
          <p:cNvSpPr>
            <a:spLocks xmlns:a="http://schemas.openxmlformats.org/drawingml/2006/main" noGrp="1"/>
          </p:cNvSpPr>
          <p:nvPr/>
        </p:nvSpPr>
        <p:spPr>
          <a:xfrm xmlns:a="http://schemas.openxmlformats.org/drawingml/2006/main">
            <a:off x="2733675" y="4486275"/>
            <a:ext cx="228600" cy="22860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17" name="Rectángulo 16">
            <a:extLst xmlns:a="http://schemas.openxmlformats.org/drawingml/2006/main">
              <a:ext uri="{FF2B5EF4-FFF2-40B4-BE49-F238E27FC236}">
                <a16:creationId xmlns:a16="http://schemas.microsoft.com/office/drawing/2014/main" id="{3DE679FA-D2A8-430A-B3B4-C3932A72B274}"/>
              </a:ext>
            </a:extLst>
          </p:cNvPr>
          <p:cNvSpPr>
            <a:spLocks xmlns:a="http://schemas.openxmlformats.org/drawingml/2006/main" noGrp="1"/>
          </p:cNvSpPr>
          <p:nvPr/>
        </p:nvSpPr>
        <p:spPr>
          <a:xfrm xmlns:a="http://schemas.openxmlformats.org/drawingml/2006/main">
            <a:off x="2733675" y="4495800"/>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750" b="1">
                <a:solidFill>
                  <a:srgbClr val="07151F"/>
                </a:solidFill>
              </a:defRPr>
            </a:pPr>
            <a:r>
              <a:rPr sz="750" b="1">
                <a:solidFill>
                  <a:srgbClr val="07151F"/>
                </a:solidFill>
              </a:rPr>
              <a:t>2</a:t>
            </a:r>
          </a:p>
        </p:txBody>
      </p:sp>
      <p:sp>
        <p:nvSpPr>
          <p:cNvPr id="18" name="Rectángulo 17">
            <a:extLst xmlns:a="http://schemas.openxmlformats.org/drawingml/2006/main">
              <a:ext uri="{FF2B5EF4-FFF2-40B4-BE49-F238E27FC236}">
                <a16:creationId xmlns:a16="http://schemas.microsoft.com/office/drawing/2014/main" id="{C6E15EEF-3684-4338-8BA0-DF2F682EFD08}"/>
              </a:ext>
            </a:extLst>
          </p:cNvPr>
          <p:cNvSpPr>
            <a:spLocks xmlns:a="http://schemas.openxmlformats.org/drawingml/2006/main" noGrp="1"/>
          </p:cNvSpPr>
          <p:nvPr/>
        </p:nvSpPr>
        <p:spPr>
          <a:xfrm xmlns:a="http://schemas.openxmlformats.org/drawingml/2006/main">
            <a:off x="2724150" y="4686300"/>
            <a:ext cx="2124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200" b="1" i="0">
                <a:solidFill>
                  <a:srgbClr val="F5E7C3"/>
                </a:solidFill>
                <a:latin typeface="Calibri"/>
                <a:ea typeface="Calibri"/>
                <a:cs typeface="Calibri"/>
              </a:defRPr>
            </a:defPPr>
          </a:lstStyle>
          <a:p xmlns:a="http://schemas.openxmlformats.org/drawingml/2006/main">
            <a:pPr algn="l">
              <a:buNone/>
              <a:defRPr sz="1200" b="1" i="0">
                <a:solidFill>
                  <a:srgbClr val="F5E7C3"/>
                </a:solidFill>
                <a:latin typeface="Calibri"/>
                <a:ea typeface="Calibri"/>
                <a:cs typeface="Calibri"/>
              </a:defRPr>
            </a:pPr>
            <a:r>
              <a:rPr sz="1200" b="1" i="0">
                <a:solidFill>
                  <a:srgbClr val="F5E7C3"/>
                </a:solidFill>
                <a:latin typeface="Calibri"/>
                <a:ea typeface="Calibri"/>
                <a:cs typeface="Calibri"/>
              </a:rPr>
              <a:t>RECORDAR</a:t>
            </a:r>
          </a:p>
        </p:txBody>
      </p:sp>
      <p:sp>
        <p:nvSpPr>
          <p:cNvPr id="19" name="Rectángulo 18">
            <a:extLst xmlns:a="http://schemas.openxmlformats.org/drawingml/2006/main">
              <a:ext uri="{FF2B5EF4-FFF2-40B4-BE49-F238E27FC236}">
                <a16:creationId xmlns:a16="http://schemas.microsoft.com/office/drawing/2014/main" id="{C5A39A7D-9CD1-42F2-A7DB-5F0014AC231C}"/>
              </a:ext>
            </a:extLst>
          </p:cNvPr>
          <p:cNvSpPr>
            <a:spLocks xmlns:a="http://schemas.openxmlformats.org/drawingml/2006/main" noGrp="1"/>
          </p:cNvSpPr>
          <p:nvPr/>
        </p:nvSpPr>
        <p:spPr>
          <a:xfrm xmlns:a="http://schemas.openxmlformats.org/drawingml/2006/main">
            <a:off x="2724150" y="4981575"/>
            <a:ext cx="2124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125" b="1" i="0">
                <a:solidFill>
                  <a:srgbClr val="FFFFFF"/>
                </a:solidFill>
                <a:latin typeface="Calibri"/>
                <a:ea typeface="Calibri"/>
                <a:cs typeface="Calibri"/>
              </a:defRPr>
            </a:defPPr>
          </a:lstStyle>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Su amor me precede.</a:t>
            </a:r>
          </a:p>
        </p:txBody>
      </p:sp>
      <p:sp>
        <p:nvSpPr>
          <p:cNvPr id="20" name="Conector recto 19">
            <a:extLst xmlns:a="http://schemas.openxmlformats.org/drawingml/2006/main">
              <a:ext uri="{FF2B5EF4-FFF2-40B4-BE49-F238E27FC236}">
                <a16:creationId xmlns:a16="http://schemas.microsoft.com/office/drawing/2014/main" id="{C915E308-4F55-4006-BE35-D83ACB192400}"/>
              </a:ext>
            </a:extLst>
          </p:cNvPr>
          <p:cNvSpPr>
            <a:spLocks xmlns:a="http://schemas.openxmlformats.org/drawingml/2006/main" noGrp="1"/>
          </p:cNvSpPr>
          <p:nvPr/>
        </p:nvSpPr>
        <p:spPr>
          <a:xfrm xmlns:a="http://schemas.openxmlformats.org/drawingml/2006/main">
            <a:off x="2724150" y="5505450"/>
            <a:ext cx="2009775" cy="9525"/>
          </a:xfrm>
          <a:prstGeom xmlns:a="http://schemas.openxmlformats.org/drawingml/2006/main" prst="line">
            <a:avLst/>
          </a:prstGeom>
          <a:noFill xmlns:a="http://schemas.openxmlformats.org/drawingml/2006/main"/>
          <a:ln xmlns:a="http://schemas.openxmlformats.org/drawingml/2006/main" w="9525">
            <a:solidFill>
              <a:srgbClr val="6E858D"/>
            </a:solidFill>
            <a:prstDash val="solid"/>
          </a:ln>
        </p:spPr>
      </p:sp>
      <p:sp>
        <p:nvSpPr>
          <p:cNvPr id="21" name="Rectángulo 20">
            <a:extLst xmlns:a="http://schemas.openxmlformats.org/drawingml/2006/main">
              <a:ext uri="{FF2B5EF4-FFF2-40B4-BE49-F238E27FC236}">
                <a16:creationId xmlns:a16="http://schemas.microsoft.com/office/drawing/2014/main" id="{CEE927DE-097C-47A0-8B22-8024ECD0F3DD}"/>
              </a:ext>
            </a:extLst>
          </p:cNvPr>
          <p:cNvSpPr>
            <a:spLocks xmlns:a="http://schemas.openxmlformats.org/drawingml/2006/main" noGrp="1"/>
          </p:cNvSpPr>
          <p:nvPr/>
        </p:nvSpPr>
        <p:spPr>
          <a:xfrm xmlns:a="http://schemas.openxmlformats.org/drawingml/2006/main">
            <a:off x="2724150" y="5572125"/>
            <a:ext cx="2124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050" b="0" i="0">
                <a:solidFill>
                  <a:srgbClr val="DCE3E3"/>
                </a:solidFill>
                <a:latin typeface="Calibri"/>
                <a:ea typeface="Calibri"/>
                <a:cs typeface="Calibri"/>
              </a:defRPr>
            </a:defPPr>
          </a:lstStyle>
          <a:p xmlns:a="http://schemas.openxmlformats.org/drawingml/2006/main">
            <a:pPr algn="l">
              <a:buNone/>
              <a:defRPr sz="1050" b="0" i="0">
                <a:solidFill>
                  <a:srgbClr val="DCE3E3"/>
                </a:solidFill>
                <a:latin typeface="Calibri"/>
                <a:ea typeface="Calibri"/>
                <a:cs typeface="Calibri"/>
              </a:defRPr>
            </a:pPr>
            <a:r>
              <a:rPr sz="1050" b="0" i="0">
                <a:solidFill>
                  <a:srgbClr val="DCE3E3"/>
                </a:solidFill>
                <a:latin typeface="Calibri"/>
                <a:ea typeface="Calibri"/>
                <a:cs typeface="Calibri"/>
              </a:rPr>
              <a:t>Dejar de aparentar</a:t>
            </a:r>
          </a:p>
          <a:p xmlns:a="http://schemas.openxmlformats.org/drawingml/2006/main">
            <a:pPr algn="l">
              <a:buNone/>
              <a:defRPr sz="1050" b="0" i="0">
                <a:solidFill>
                  <a:srgbClr val="DCE3E3"/>
                </a:solidFill>
                <a:latin typeface="Calibri"/>
                <a:ea typeface="Calibri"/>
                <a:cs typeface="Calibri"/>
              </a:defRPr>
            </a:pPr>
            <a:r>
              <a:rPr sz="1050" b="0" i="0">
                <a:solidFill>
                  <a:srgbClr val="DCE3E3"/>
                </a:solidFill>
                <a:latin typeface="Calibri"/>
                <a:ea typeface="Calibri"/>
                <a:cs typeface="Calibri"/>
              </a:rPr>
              <a:t>para saberme querido.</a:t>
            </a:r>
          </a:p>
        </p:txBody>
      </p:sp>
      <p:sp>
        <p:nvSpPr>
          <p:cNvPr id="22" name="Elipse 21">
            <a:extLst xmlns:a="http://schemas.openxmlformats.org/drawingml/2006/main">
              <a:ext uri="{FF2B5EF4-FFF2-40B4-BE49-F238E27FC236}">
                <a16:creationId xmlns:a16="http://schemas.microsoft.com/office/drawing/2014/main" id="{26BBFF55-7514-457A-AE5C-C740E04E88B6}"/>
              </a:ext>
            </a:extLst>
          </p:cNvPr>
          <p:cNvSpPr>
            <a:spLocks xmlns:a="http://schemas.openxmlformats.org/drawingml/2006/main" noGrp="1"/>
          </p:cNvSpPr>
          <p:nvPr/>
        </p:nvSpPr>
        <p:spPr>
          <a:xfrm xmlns:a="http://schemas.openxmlformats.org/drawingml/2006/main">
            <a:off x="5029200" y="4486275"/>
            <a:ext cx="228600" cy="22860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23" name="Rectángulo 22">
            <a:extLst xmlns:a="http://schemas.openxmlformats.org/drawingml/2006/main">
              <a:ext uri="{FF2B5EF4-FFF2-40B4-BE49-F238E27FC236}">
                <a16:creationId xmlns:a16="http://schemas.microsoft.com/office/drawing/2014/main" id="{B5775468-8B8E-4ABF-B92E-67DADC5F8167}"/>
              </a:ext>
            </a:extLst>
          </p:cNvPr>
          <p:cNvSpPr>
            <a:spLocks xmlns:a="http://schemas.openxmlformats.org/drawingml/2006/main" noGrp="1"/>
          </p:cNvSpPr>
          <p:nvPr/>
        </p:nvSpPr>
        <p:spPr>
          <a:xfrm xmlns:a="http://schemas.openxmlformats.org/drawingml/2006/main">
            <a:off x="5029200" y="4495800"/>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750" b="1">
                <a:solidFill>
                  <a:srgbClr val="07151F"/>
                </a:solidFill>
              </a:defRPr>
            </a:pPr>
            <a:r>
              <a:rPr sz="750" b="1">
                <a:solidFill>
                  <a:srgbClr val="07151F"/>
                </a:solidFill>
              </a:rPr>
              <a:t>3</a:t>
            </a:r>
          </a:p>
        </p:txBody>
      </p:sp>
      <p:sp>
        <p:nvSpPr>
          <p:cNvPr id="24" name="Rectángulo 23">
            <a:extLst xmlns:a="http://schemas.openxmlformats.org/drawingml/2006/main">
              <a:ext uri="{FF2B5EF4-FFF2-40B4-BE49-F238E27FC236}">
                <a16:creationId xmlns:a16="http://schemas.microsoft.com/office/drawing/2014/main" id="{D935F955-A505-483F-A10A-C7C65AD1F56D}"/>
              </a:ext>
            </a:extLst>
          </p:cNvPr>
          <p:cNvSpPr>
            <a:spLocks xmlns:a="http://schemas.openxmlformats.org/drawingml/2006/main" noGrp="1"/>
          </p:cNvSpPr>
          <p:nvPr/>
        </p:nvSpPr>
        <p:spPr>
          <a:xfrm xmlns:a="http://schemas.openxmlformats.org/drawingml/2006/main">
            <a:off x="5019675" y="4686300"/>
            <a:ext cx="2124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200" b="1" i="0">
                <a:solidFill>
                  <a:srgbClr val="F5E7C3"/>
                </a:solidFill>
                <a:latin typeface="Calibri"/>
                <a:ea typeface="Calibri"/>
                <a:cs typeface="Calibri"/>
              </a:defRPr>
            </a:defPPr>
          </a:lstStyle>
          <a:p xmlns:a="http://schemas.openxmlformats.org/drawingml/2006/main">
            <a:pPr algn="l">
              <a:buNone/>
              <a:defRPr sz="1200" b="1" i="0">
                <a:solidFill>
                  <a:srgbClr val="F5E7C3"/>
                </a:solidFill>
                <a:latin typeface="Calibri"/>
                <a:ea typeface="Calibri"/>
                <a:cs typeface="Calibri"/>
              </a:defRPr>
            </a:pPr>
            <a:r>
              <a:rPr sz="1200" b="1" i="0">
                <a:solidFill>
                  <a:srgbClr val="F5E7C3"/>
                </a:solidFill>
                <a:latin typeface="Calibri"/>
                <a:ea typeface="Calibri"/>
                <a:cs typeface="Calibri"/>
              </a:rPr>
              <a:t>DISTINGUIR</a:t>
            </a:r>
          </a:p>
        </p:txBody>
      </p:sp>
      <p:sp>
        <p:nvSpPr>
          <p:cNvPr id="25" name="Rectángulo 24">
            <a:extLst xmlns:a="http://schemas.openxmlformats.org/drawingml/2006/main">
              <a:ext uri="{FF2B5EF4-FFF2-40B4-BE49-F238E27FC236}">
                <a16:creationId xmlns:a16="http://schemas.microsoft.com/office/drawing/2014/main" id="{B35129EB-3FA7-4669-BF9F-26DE8F4BD2F2}"/>
              </a:ext>
            </a:extLst>
          </p:cNvPr>
          <p:cNvSpPr>
            <a:spLocks xmlns:a="http://schemas.openxmlformats.org/drawingml/2006/main" noGrp="1"/>
          </p:cNvSpPr>
          <p:nvPr/>
        </p:nvSpPr>
        <p:spPr>
          <a:xfrm xmlns:a="http://schemas.openxmlformats.org/drawingml/2006/main">
            <a:off x="5019675" y="4981575"/>
            <a:ext cx="2124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125" b="1" i="0">
                <a:solidFill>
                  <a:srgbClr val="FFFFFF"/>
                </a:solidFill>
                <a:latin typeface="Calibri"/>
                <a:ea typeface="Calibri"/>
                <a:cs typeface="Calibri"/>
              </a:defRPr>
            </a:defPPr>
          </a:lstStyle>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Mi esfuerzo a la ciudad.</a:t>
            </a:r>
          </a:p>
        </p:txBody>
      </p:sp>
      <p:sp>
        <p:nvSpPr>
          <p:cNvPr id="26" name="Conector recto 25">
            <a:extLst xmlns:a="http://schemas.openxmlformats.org/drawingml/2006/main">
              <a:ext uri="{FF2B5EF4-FFF2-40B4-BE49-F238E27FC236}">
                <a16:creationId xmlns:a16="http://schemas.microsoft.com/office/drawing/2014/main" id="{7679B2FF-34E5-4D19-851E-EC869FF001DC}"/>
              </a:ext>
            </a:extLst>
          </p:cNvPr>
          <p:cNvSpPr>
            <a:spLocks xmlns:a="http://schemas.openxmlformats.org/drawingml/2006/main" noGrp="1"/>
          </p:cNvSpPr>
          <p:nvPr/>
        </p:nvSpPr>
        <p:spPr>
          <a:xfrm xmlns:a="http://schemas.openxmlformats.org/drawingml/2006/main">
            <a:off x="5019675" y="5505450"/>
            <a:ext cx="2009775" cy="9525"/>
          </a:xfrm>
          <a:prstGeom xmlns:a="http://schemas.openxmlformats.org/drawingml/2006/main" prst="line">
            <a:avLst/>
          </a:prstGeom>
          <a:noFill xmlns:a="http://schemas.openxmlformats.org/drawingml/2006/main"/>
          <a:ln xmlns:a="http://schemas.openxmlformats.org/drawingml/2006/main" w="9525">
            <a:solidFill>
              <a:srgbClr val="6E858D"/>
            </a:solidFill>
            <a:prstDash val="solid"/>
          </a:ln>
        </p:spPr>
      </p:sp>
      <p:sp>
        <p:nvSpPr>
          <p:cNvPr id="27" name="Rectángulo 26">
            <a:extLst xmlns:a="http://schemas.openxmlformats.org/drawingml/2006/main">
              <a:ext uri="{FF2B5EF4-FFF2-40B4-BE49-F238E27FC236}">
                <a16:creationId xmlns:a16="http://schemas.microsoft.com/office/drawing/2014/main" id="{42D02D78-9FF2-44F5-B00A-5FE232E32BC7}"/>
              </a:ext>
            </a:extLst>
          </p:cNvPr>
          <p:cNvSpPr>
            <a:spLocks xmlns:a="http://schemas.openxmlformats.org/drawingml/2006/main" noGrp="1"/>
          </p:cNvSpPr>
          <p:nvPr/>
        </p:nvSpPr>
        <p:spPr>
          <a:xfrm xmlns:a="http://schemas.openxmlformats.org/drawingml/2006/main">
            <a:off x="5019675" y="5572125"/>
            <a:ext cx="2124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050" b="0" i="0">
                <a:solidFill>
                  <a:srgbClr val="DCE3E3"/>
                </a:solidFill>
                <a:latin typeface="Calibri"/>
                <a:ea typeface="Calibri"/>
                <a:cs typeface="Calibri"/>
              </a:defRPr>
            </a:defPPr>
          </a:lstStyle>
          <a:p xmlns:a="http://schemas.openxmlformats.org/drawingml/2006/main">
            <a:pPr algn="l">
              <a:buNone/>
              <a:defRPr sz="1050" b="0" i="0">
                <a:solidFill>
                  <a:srgbClr val="DCE3E3"/>
                </a:solidFill>
                <a:latin typeface="Calibri"/>
                <a:ea typeface="Calibri"/>
                <a:cs typeface="Calibri"/>
              </a:defRPr>
            </a:pPr>
            <a:r>
              <a:rPr sz="1050" b="0" i="0">
                <a:solidFill>
                  <a:srgbClr val="DCE3E3"/>
                </a:solidFill>
                <a:latin typeface="Calibri"/>
                <a:ea typeface="Calibri"/>
                <a:cs typeface="Calibri"/>
              </a:rPr>
              <a:t>Contribuir al bien común</a:t>
            </a:r>
          </a:p>
          <a:p xmlns:a="http://schemas.openxmlformats.org/drawingml/2006/main">
            <a:pPr algn="l">
              <a:buNone/>
              <a:defRPr sz="1050" b="0" i="0">
                <a:solidFill>
                  <a:srgbClr val="DCE3E3"/>
                </a:solidFill>
                <a:latin typeface="Calibri"/>
                <a:ea typeface="Calibri"/>
                <a:cs typeface="Calibri"/>
              </a:defRPr>
            </a:pPr>
            <a:r>
              <a:rPr sz="1050" b="0" i="0">
                <a:solidFill>
                  <a:srgbClr val="DCE3E3"/>
                </a:solidFill>
                <a:latin typeface="Calibri"/>
                <a:ea typeface="Calibri"/>
                <a:cs typeface="Calibri"/>
              </a:rPr>
              <a:t>sin vender mi conciencia.</a:t>
            </a:r>
          </a:p>
        </p:txBody>
      </p:sp>
      <p:sp>
        <p:nvSpPr>
          <p:cNvPr id="28" name="Elipse 27">
            <a:extLst xmlns:a="http://schemas.openxmlformats.org/drawingml/2006/main">
              <a:ext uri="{FF2B5EF4-FFF2-40B4-BE49-F238E27FC236}">
                <a16:creationId xmlns:a16="http://schemas.microsoft.com/office/drawing/2014/main" id="{BE26EAC8-47A2-4607-BEFE-2460A2FFCF43}"/>
              </a:ext>
            </a:extLst>
          </p:cNvPr>
          <p:cNvSpPr>
            <a:spLocks xmlns:a="http://schemas.openxmlformats.org/drawingml/2006/main" noGrp="1"/>
          </p:cNvSpPr>
          <p:nvPr/>
        </p:nvSpPr>
        <p:spPr>
          <a:xfrm xmlns:a="http://schemas.openxmlformats.org/drawingml/2006/main">
            <a:off x="7324725" y="4486275"/>
            <a:ext cx="228600" cy="22860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29" name="Rectángulo 28">
            <a:extLst xmlns:a="http://schemas.openxmlformats.org/drawingml/2006/main">
              <a:ext uri="{FF2B5EF4-FFF2-40B4-BE49-F238E27FC236}">
                <a16:creationId xmlns:a16="http://schemas.microsoft.com/office/drawing/2014/main" id="{8B3C1128-2625-4751-800D-21D264F87A57}"/>
              </a:ext>
            </a:extLst>
          </p:cNvPr>
          <p:cNvSpPr>
            <a:spLocks xmlns:a="http://schemas.openxmlformats.org/drawingml/2006/main" noGrp="1"/>
          </p:cNvSpPr>
          <p:nvPr/>
        </p:nvSpPr>
        <p:spPr>
          <a:xfrm xmlns:a="http://schemas.openxmlformats.org/drawingml/2006/main">
            <a:off x="7324725" y="4495800"/>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750" b="1">
                <a:solidFill>
                  <a:srgbClr val="07151F"/>
                </a:solidFill>
              </a:defRPr>
            </a:pPr>
            <a:r>
              <a:rPr sz="750" b="1">
                <a:solidFill>
                  <a:srgbClr val="07151F"/>
                </a:solidFill>
              </a:rPr>
              <a:t>4</a:t>
            </a:r>
          </a:p>
        </p:txBody>
      </p:sp>
      <p:sp>
        <p:nvSpPr>
          <p:cNvPr id="30" name="Rectángulo 29">
            <a:extLst xmlns:a="http://schemas.openxmlformats.org/drawingml/2006/main">
              <a:ext uri="{FF2B5EF4-FFF2-40B4-BE49-F238E27FC236}">
                <a16:creationId xmlns:a16="http://schemas.microsoft.com/office/drawing/2014/main" id="{02290257-ADD7-4E95-946B-FC1D86FB62AD}"/>
              </a:ext>
            </a:extLst>
          </p:cNvPr>
          <p:cNvSpPr>
            <a:spLocks xmlns:a="http://schemas.openxmlformats.org/drawingml/2006/main" noGrp="1"/>
          </p:cNvSpPr>
          <p:nvPr/>
        </p:nvSpPr>
        <p:spPr>
          <a:xfrm xmlns:a="http://schemas.openxmlformats.org/drawingml/2006/main">
            <a:off x="7315200" y="4686300"/>
            <a:ext cx="2124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200" b="1" i="0">
                <a:solidFill>
                  <a:srgbClr val="F5E7C3"/>
                </a:solidFill>
                <a:latin typeface="Calibri"/>
                <a:ea typeface="Calibri"/>
                <a:cs typeface="Calibri"/>
              </a:defRPr>
            </a:defPPr>
          </a:lstStyle>
          <a:p xmlns:a="http://schemas.openxmlformats.org/drawingml/2006/main">
            <a:pPr algn="l">
              <a:buNone/>
              <a:defRPr sz="1200" b="1" i="0">
                <a:solidFill>
                  <a:srgbClr val="F5E7C3"/>
                </a:solidFill>
                <a:latin typeface="Calibri"/>
                <a:ea typeface="Calibri"/>
                <a:cs typeface="Calibri"/>
              </a:defRPr>
            </a:pPr>
            <a:r>
              <a:rPr sz="1200" b="1" i="0">
                <a:solidFill>
                  <a:srgbClr val="F5E7C3"/>
                </a:solidFill>
                <a:latin typeface="Calibri"/>
                <a:ea typeface="Calibri"/>
                <a:cs typeface="Calibri"/>
              </a:rPr>
              <a:t>RECONOCER</a:t>
            </a:r>
          </a:p>
        </p:txBody>
      </p:sp>
      <p:sp>
        <p:nvSpPr>
          <p:cNvPr id="31" name="Rectángulo 30">
            <a:extLst xmlns:a="http://schemas.openxmlformats.org/drawingml/2006/main">
              <a:ext uri="{FF2B5EF4-FFF2-40B4-BE49-F238E27FC236}">
                <a16:creationId xmlns:a16="http://schemas.microsoft.com/office/drawing/2014/main" id="{B00D536D-D621-4236-AF48-F610F2F9BBC5}"/>
              </a:ext>
            </a:extLst>
          </p:cNvPr>
          <p:cNvSpPr>
            <a:spLocks xmlns:a="http://schemas.openxmlformats.org/drawingml/2006/main" noGrp="1"/>
          </p:cNvSpPr>
          <p:nvPr/>
        </p:nvSpPr>
        <p:spPr>
          <a:xfrm xmlns:a="http://schemas.openxmlformats.org/drawingml/2006/main">
            <a:off x="7315200" y="4981575"/>
            <a:ext cx="2124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125" b="1" i="0">
                <a:solidFill>
                  <a:srgbClr val="FFFFFF"/>
                </a:solidFill>
                <a:latin typeface="Calibri"/>
                <a:ea typeface="Calibri"/>
                <a:cs typeface="Calibri"/>
              </a:defRPr>
            </a:defPPr>
          </a:lstStyle>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Su imagen vive en el otro.</a:t>
            </a:r>
          </a:p>
        </p:txBody>
      </p:sp>
      <p:sp>
        <p:nvSpPr>
          <p:cNvPr id="32" name="Conector recto 31">
            <a:extLst xmlns:a="http://schemas.openxmlformats.org/drawingml/2006/main">
              <a:ext uri="{FF2B5EF4-FFF2-40B4-BE49-F238E27FC236}">
                <a16:creationId xmlns:a16="http://schemas.microsoft.com/office/drawing/2014/main" id="{8C8B5876-7F3F-4B03-90C7-DD63DB089F0D}"/>
              </a:ext>
            </a:extLst>
          </p:cNvPr>
          <p:cNvSpPr>
            <a:spLocks xmlns:a="http://schemas.openxmlformats.org/drawingml/2006/main" noGrp="1"/>
          </p:cNvSpPr>
          <p:nvPr/>
        </p:nvSpPr>
        <p:spPr>
          <a:xfrm xmlns:a="http://schemas.openxmlformats.org/drawingml/2006/main">
            <a:off x="7315200" y="5505450"/>
            <a:ext cx="2009775" cy="9525"/>
          </a:xfrm>
          <a:prstGeom xmlns:a="http://schemas.openxmlformats.org/drawingml/2006/main" prst="line">
            <a:avLst/>
          </a:prstGeom>
          <a:noFill xmlns:a="http://schemas.openxmlformats.org/drawingml/2006/main"/>
          <a:ln xmlns:a="http://schemas.openxmlformats.org/drawingml/2006/main" w="9525">
            <a:solidFill>
              <a:srgbClr val="6E858D"/>
            </a:solidFill>
            <a:prstDash val="solid"/>
          </a:ln>
        </p:spPr>
      </p:sp>
      <p:sp>
        <p:nvSpPr>
          <p:cNvPr id="33" name="Rectángulo 32">
            <a:extLst xmlns:a="http://schemas.openxmlformats.org/drawingml/2006/main">
              <a:ext uri="{FF2B5EF4-FFF2-40B4-BE49-F238E27FC236}">
                <a16:creationId xmlns:a16="http://schemas.microsoft.com/office/drawing/2014/main" id="{F935BB92-EC79-495F-BBBD-30B0F3EAC7D9}"/>
              </a:ext>
            </a:extLst>
          </p:cNvPr>
          <p:cNvSpPr>
            <a:spLocks xmlns:a="http://schemas.openxmlformats.org/drawingml/2006/main" noGrp="1"/>
          </p:cNvSpPr>
          <p:nvPr/>
        </p:nvSpPr>
        <p:spPr>
          <a:xfrm xmlns:a="http://schemas.openxmlformats.org/drawingml/2006/main">
            <a:off x="7315200" y="5572125"/>
            <a:ext cx="2124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050" b="0" i="0">
                <a:solidFill>
                  <a:srgbClr val="DCE3E3"/>
                </a:solidFill>
                <a:latin typeface="Calibri"/>
                <a:ea typeface="Calibri"/>
                <a:cs typeface="Calibri"/>
              </a:defRPr>
            </a:defPPr>
          </a:lstStyle>
          <a:p xmlns:a="http://schemas.openxmlformats.org/drawingml/2006/main">
            <a:pPr algn="l">
              <a:buNone/>
              <a:defRPr sz="1050" b="0" i="0">
                <a:solidFill>
                  <a:srgbClr val="DCE3E3"/>
                </a:solidFill>
                <a:latin typeface="Calibri"/>
                <a:ea typeface="Calibri"/>
                <a:cs typeface="Calibri"/>
              </a:defRPr>
            </a:pPr>
            <a:r>
              <a:rPr sz="1050" b="0" i="0">
                <a:solidFill>
                  <a:srgbClr val="DCE3E3"/>
                </a:solidFill>
                <a:latin typeface="Calibri"/>
                <a:ea typeface="Calibri"/>
                <a:cs typeface="Calibri"/>
              </a:rPr>
              <a:t>Cuidar su dignidad</a:t>
            </a:r>
          </a:p>
          <a:p xmlns:a="http://schemas.openxmlformats.org/drawingml/2006/main">
            <a:pPr algn="l">
              <a:buNone/>
              <a:defRPr sz="1050" b="0" i="0">
                <a:solidFill>
                  <a:srgbClr val="DCE3E3"/>
                </a:solidFill>
                <a:latin typeface="Calibri"/>
                <a:ea typeface="Calibri"/>
                <a:cs typeface="Calibri"/>
              </a:defRPr>
            </a:pPr>
            <a:r>
              <a:rPr sz="1050" b="0" i="0">
                <a:solidFill>
                  <a:srgbClr val="DCE3E3"/>
                </a:solidFill>
                <a:latin typeface="Calibri"/>
                <a:ea typeface="Calibri"/>
                <a:cs typeface="Calibri"/>
              </a:rPr>
              <a:t>aunque pensemos distinto.</a:t>
            </a:r>
          </a:p>
        </p:txBody>
      </p:sp>
      <p:sp>
        <p:nvSpPr>
          <p:cNvPr id="34" name="Elipse 33">
            <a:extLst xmlns:a="http://schemas.openxmlformats.org/drawingml/2006/main">
              <a:ext uri="{FF2B5EF4-FFF2-40B4-BE49-F238E27FC236}">
                <a16:creationId xmlns:a16="http://schemas.microsoft.com/office/drawing/2014/main" id="{2FF2A9B7-688D-4C1E-AE74-25F236D3F30C}"/>
              </a:ext>
            </a:extLst>
          </p:cNvPr>
          <p:cNvSpPr>
            <a:spLocks xmlns:a="http://schemas.openxmlformats.org/drawingml/2006/main" noGrp="1"/>
          </p:cNvSpPr>
          <p:nvPr/>
        </p:nvSpPr>
        <p:spPr>
          <a:xfrm xmlns:a="http://schemas.openxmlformats.org/drawingml/2006/main">
            <a:off x="9620250" y="4486275"/>
            <a:ext cx="228600" cy="22860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35" name="Rectángulo 34">
            <a:extLst xmlns:a="http://schemas.openxmlformats.org/drawingml/2006/main">
              <a:ext uri="{FF2B5EF4-FFF2-40B4-BE49-F238E27FC236}">
                <a16:creationId xmlns:a16="http://schemas.microsoft.com/office/drawing/2014/main" id="{731CFFEA-8755-4D80-99D5-85B69C56CDDD}"/>
              </a:ext>
            </a:extLst>
          </p:cNvPr>
          <p:cNvSpPr>
            <a:spLocks xmlns:a="http://schemas.openxmlformats.org/drawingml/2006/main" noGrp="1"/>
          </p:cNvSpPr>
          <p:nvPr/>
        </p:nvSpPr>
        <p:spPr>
          <a:xfrm xmlns:a="http://schemas.openxmlformats.org/drawingml/2006/main">
            <a:off x="9620250" y="4495800"/>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750" b="1">
                <a:solidFill>
                  <a:srgbClr val="07151F"/>
                </a:solidFill>
              </a:defRPr>
            </a:pPr>
            <a:r>
              <a:rPr sz="750" b="1">
                <a:solidFill>
                  <a:srgbClr val="07151F"/>
                </a:solidFill>
              </a:rPr>
              <a:t>5</a:t>
            </a:r>
          </a:p>
        </p:txBody>
      </p:sp>
      <p:sp>
        <p:nvSpPr>
          <p:cNvPr id="36" name="Rectángulo 35">
            <a:extLst xmlns:a="http://schemas.openxmlformats.org/drawingml/2006/main">
              <a:ext uri="{FF2B5EF4-FFF2-40B4-BE49-F238E27FC236}">
                <a16:creationId xmlns:a16="http://schemas.microsoft.com/office/drawing/2014/main" id="{E4B35737-4FF5-4FFB-B35C-BF0791C43AD1}"/>
              </a:ext>
            </a:extLst>
          </p:cNvPr>
          <p:cNvSpPr>
            <a:spLocks xmlns:a="http://schemas.openxmlformats.org/drawingml/2006/main" noGrp="1"/>
          </p:cNvSpPr>
          <p:nvPr/>
        </p:nvSpPr>
        <p:spPr>
          <a:xfrm xmlns:a="http://schemas.openxmlformats.org/drawingml/2006/main">
            <a:off x="9610725" y="4686300"/>
            <a:ext cx="2124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200" b="1" i="0">
                <a:solidFill>
                  <a:srgbClr val="F5E7C3"/>
                </a:solidFill>
                <a:latin typeface="Calibri"/>
                <a:ea typeface="Calibri"/>
                <a:cs typeface="Calibri"/>
              </a:defRPr>
            </a:defPPr>
          </a:lstStyle>
          <a:p xmlns:a="http://schemas.openxmlformats.org/drawingml/2006/main">
            <a:pPr algn="l">
              <a:buNone/>
              <a:defRPr sz="1200" b="1" i="0">
                <a:solidFill>
                  <a:srgbClr val="F5E7C3"/>
                </a:solidFill>
                <a:latin typeface="Calibri"/>
                <a:ea typeface="Calibri"/>
                <a:cs typeface="Calibri"/>
              </a:defRPr>
            </a:pPr>
            <a:r>
              <a:rPr sz="1200" b="1" i="0">
                <a:solidFill>
                  <a:srgbClr val="F5E7C3"/>
                </a:solidFill>
                <a:latin typeface="Calibri"/>
                <a:ea typeface="Calibri"/>
                <a:cs typeface="Calibri"/>
              </a:rPr>
              <a:t>CUIDAR</a:t>
            </a:r>
          </a:p>
        </p:txBody>
      </p:sp>
      <p:sp>
        <p:nvSpPr>
          <p:cNvPr id="37" name="Rectángulo 36">
            <a:extLst xmlns:a="http://schemas.openxmlformats.org/drawingml/2006/main">
              <a:ext uri="{FF2B5EF4-FFF2-40B4-BE49-F238E27FC236}">
                <a16:creationId xmlns:a16="http://schemas.microsoft.com/office/drawing/2014/main" id="{D3C05DC6-EEF3-47D1-8D15-FD1B08633B3F}"/>
              </a:ext>
            </a:extLst>
          </p:cNvPr>
          <p:cNvSpPr>
            <a:spLocks xmlns:a="http://schemas.openxmlformats.org/drawingml/2006/main" noGrp="1"/>
          </p:cNvSpPr>
          <p:nvPr/>
        </p:nvSpPr>
        <p:spPr>
          <a:xfrm xmlns:a="http://schemas.openxmlformats.org/drawingml/2006/main">
            <a:off x="9610725" y="4981575"/>
            <a:ext cx="2124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125" b="1" i="0">
                <a:solidFill>
                  <a:srgbClr val="FFFFFF"/>
                </a:solidFill>
                <a:latin typeface="Calibri"/>
                <a:ea typeface="Calibri"/>
                <a:cs typeface="Calibri"/>
              </a:defRPr>
            </a:defPPr>
          </a:lstStyle>
          <a:p xmlns:a="http://schemas.openxmlformats.org/drawingml/2006/main">
            <a:pPr algn="l">
              <a:buNone/>
              <a:defRPr sz="1125" b="1" i="0">
                <a:solidFill>
                  <a:srgbClr val="FFFFFF"/>
                </a:solidFill>
                <a:latin typeface="Calibri"/>
                <a:ea typeface="Calibri"/>
                <a:cs typeface="Calibri"/>
              </a:defRPr>
            </a:pPr>
            <a:r>
              <a:rPr sz="1125" b="1" i="0">
                <a:solidFill>
                  <a:srgbClr val="FFFFFF"/>
                </a:solidFill>
                <a:latin typeface="Calibri"/>
                <a:ea typeface="Calibri"/>
                <a:cs typeface="Calibri"/>
              </a:rPr>
              <a:t>Que se note al amar.</a:t>
            </a:r>
          </a:p>
        </p:txBody>
      </p:sp>
      <p:sp>
        <p:nvSpPr>
          <p:cNvPr id="38" name="Conector recto 37">
            <a:extLst xmlns:a="http://schemas.openxmlformats.org/drawingml/2006/main">
              <a:ext uri="{FF2B5EF4-FFF2-40B4-BE49-F238E27FC236}">
                <a16:creationId xmlns:a16="http://schemas.microsoft.com/office/drawing/2014/main" id="{3579FD05-578B-414A-A46E-83F30DAF291E}"/>
              </a:ext>
            </a:extLst>
          </p:cNvPr>
          <p:cNvSpPr>
            <a:spLocks xmlns:a="http://schemas.openxmlformats.org/drawingml/2006/main" noGrp="1"/>
          </p:cNvSpPr>
          <p:nvPr/>
        </p:nvSpPr>
        <p:spPr>
          <a:xfrm xmlns:a="http://schemas.openxmlformats.org/drawingml/2006/main">
            <a:off x="9610725" y="5505450"/>
            <a:ext cx="2009775" cy="9525"/>
          </a:xfrm>
          <a:prstGeom xmlns:a="http://schemas.openxmlformats.org/drawingml/2006/main" prst="line">
            <a:avLst/>
          </a:prstGeom>
          <a:noFill xmlns:a="http://schemas.openxmlformats.org/drawingml/2006/main"/>
          <a:ln xmlns:a="http://schemas.openxmlformats.org/drawingml/2006/main" w="9525">
            <a:solidFill>
              <a:srgbClr val="6E858D"/>
            </a:solidFill>
            <a:prstDash val="solid"/>
          </a:ln>
        </p:spPr>
      </p:sp>
      <p:sp>
        <p:nvSpPr>
          <p:cNvPr id="39" name="Rectángulo 38">
            <a:extLst xmlns:a="http://schemas.openxmlformats.org/drawingml/2006/main">
              <a:ext uri="{FF2B5EF4-FFF2-40B4-BE49-F238E27FC236}">
                <a16:creationId xmlns:a16="http://schemas.microsoft.com/office/drawing/2014/main" id="{C276F3AF-1F6D-406C-A755-D267075D4397}"/>
              </a:ext>
            </a:extLst>
          </p:cNvPr>
          <p:cNvSpPr>
            <a:spLocks xmlns:a="http://schemas.openxmlformats.org/drawingml/2006/main" noGrp="1"/>
          </p:cNvSpPr>
          <p:nvPr/>
        </p:nvSpPr>
        <p:spPr>
          <a:xfrm xmlns:a="http://schemas.openxmlformats.org/drawingml/2006/main">
            <a:off x="9610725" y="5572125"/>
            <a:ext cx="2124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050" b="0" i="0">
                <a:solidFill>
                  <a:srgbClr val="DCE3E3"/>
                </a:solidFill>
                <a:latin typeface="Calibri"/>
                <a:ea typeface="Calibri"/>
                <a:cs typeface="Calibri"/>
              </a:defRPr>
            </a:defPPr>
          </a:lstStyle>
          <a:p xmlns:a="http://schemas.openxmlformats.org/drawingml/2006/main">
            <a:pPr algn="l">
              <a:buNone/>
              <a:defRPr sz="1050" b="0" i="0">
                <a:solidFill>
                  <a:srgbClr val="DCE3E3"/>
                </a:solidFill>
                <a:latin typeface="Calibri"/>
                <a:ea typeface="Calibri"/>
                <a:cs typeface="Calibri"/>
              </a:defRPr>
            </a:pPr>
            <a:r>
              <a:rPr sz="1050" b="0" i="0">
                <a:solidFill>
                  <a:srgbClr val="DCE3E3"/>
                </a:solidFill>
                <a:latin typeface="Calibri"/>
                <a:ea typeface="Calibri"/>
                <a:cs typeface="Calibri"/>
              </a:rPr>
              <a:t>Escuchar hasta el final</a:t>
            </a:r>
          </a:p>
          <a:p xmlns:a="http://schemas.openxmlformats.org/drawingml/2006/main">
            <a:pPr algn="l">
              <a:buNone/>
              <a:defRPr sz="1050" b="0" i="0">
                <a:solidFill>
                  <a:srgbClr val="DCE3E3"/>
                </a:solidFill>
                <a:latin typeface="Calibri"/>
                <a:ea typeface="Calibri"/>
                <a:cs typeface="Calibri"/>
              </a:defRPr>
            </a:pPr>
            <a:r>
              <a:rPr sz="1050" b="0" i="0">
                <a:solidFill>
                  <a:srgbClr val="DCE3E3"/>
                </a:solidFill>
                <a:latin typeface="Calibri"/>
                <a:ea typeface="Calibri"/>
                <a:cs typeface="Calibri"/>
              </a:rPr>
              <a:t>y reparar lo que hirió.</a:t>
            </a:r>
          </a:p>
        </p:txBody>
      </p:sp>
      <p:sp>
        <p:nvSpPr>
          <p:cNvPr id="40" name="Rectángulo 39">
            <a:extLst xmlns:a="http://schemas.openxmlformats.org/drawingml/2006/main">
              <a:ext uri="{FF2B5EF4-FFF2-40B4-BE49-F238E27FC236}">
                <a16:creationId xmlns:a16="http://schemas.microsoft.com/office/drawing/2014/main" id="{BBFA0AF3-1233-4EED-9907-CF97B9DDE100}"/>
              </a:ext>
            </a:extLst>
          </p:cNvPr>
          <p:cNvSpPr>
            <a:spLocks xmlns:a="http://schemas.openxmlformats.org/drawingml/2006/main" noGrp="1"/>
          </p:cNvSpPr>
          <p:nvPr/>
        </p:nvSpPr>
        <p:spPr>
          <a:xfrm xmlns:a="http://schemas.openxmlformats.org/drawingml/2006/main">
            <a:off x="7239000" y="4095750"/>
            <a:ext cx="438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350" b="1" i="0">
                <a:solidFill>
                  <a:srgbClr val="F5E7C3"/>
                </a:solidFill>
                <a:latin typeface="Calibri"/>
                <a:ea typeface="Calibri"/>
                <a:cs typeface="Calibri"/>
              </a:defRPr>
            </a:defPPr>
          </a:lstStyle>
          <a:p xmlns:a="http://schemas.openxmlformats.org/drawingml/2006/main">
            <a:pPr algn="l">
              <a:buNone/>
              <a:defRPr sz="1350" b="1" i="0">
                <a:solidFill>
                  <a:srgbClr val="F5E7C3"/>
                </a:solidFill>
                <a:latin typeface="Calibri"/>
                <a:ea typeface="Calibri"/>
                <a:cs typeface="Calibri"/>
              </a:defRPr>
            </a:pPr>
            <a:r>
              <a:rPr sz="1350" b="1" i="0">
                <a:solidFill>
                  <a:srgbClr val="F5E7C3"/>
                </a:solidFill>
                <a:latin typeface="Calibri"/>
                <a:ea typeface="Calibri"/>
                <a:cs typeface="Calibri"/>
              </a:rPr>
              <a:t>«Que se te note en nosotros.»</a:t>
            </a:r>
          </a:p>
        </p:txBody>
      </p:sp>
      <p:sp>
        <p:nvSpPr>
          <p:cNvPr id="41" name="Rectángulo 40">
            <a:extLst xmlns:a="http://schemas.openxmlformats.org/drawingml/2006/main">
              <a:ext uri="{FF2B5EF4-FFF2-40B4-BE49-F238E27FC236}">
                <a16:creationId xmlns:a16="http://schemas.microsoft.com/office/drawing/2014/main" id="{F331B9A7-E894-478D-B98F-65FC4F15579D}"/>
              </a:ext>
            </a:extLst>
          </p:cNvPr>
          <p:cNvSpPr>
            <a:spLocks xmlns:a="http://schemas.openxmlformats.org/drawingml/2006/main" noGrp="1"/>
          </p:cNvSpPr>
          <p:nvPr/>
        </p:nvSpPr>
        <p:spPr>
          <a:xfrm xmlns:a="http://schemas.openxmlformats.org/drawingml/2006/main">
            <a:off x="11334750" y="642937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825" b="0">
                <a:solidFill>
                  <a:srgbClr val="B8C3C7"/>
                </a:solidFill>
              </a:defRPr>
            </a:pPr>
            <a:r>
              <a:rPr sz="825" b="0">
                <a:solidFill>
                  <a:srgbClr val="B8C3C7"/>
                </a:solidFill>
              </a:rPr>
              <a:t>01</a:t>
            </a:r>
          </a:p>
        </p:txBody>
      </p:sp>
    </p:spTree>
    <p:extLst>
      <p:ext uri="{BB962C8B-B14F-4D97-AF65-F5344CB8AC3E}">
        <p14:creationId xmlns:p14="http://schemas.microsoft.com/office/powerpoint/2010/main" val="1115045511"/>
      </p:ext>
    </p:extLst>
  </p:cSld>
</p:sld>
</file>

<file path=ppt/slides/slide2.xml><?xml version="1.0" encoding="utf-8"?>
<p:sld xmlns:p="http://schemas.openxmlformats.org/presentationml/2006/main">
  <p:cSld>
    <p:bg>
      <p:bgPr>
        <a:solidFill xmlns:a="http://schemas.openxmlformats.org/drawingml/2006/main">
          <a:srgbClr val="F4F0E7"/>
        </a:solidFill>
      </p:bgPr>
    </p:bg>
    <p:spTree>
      <p:nvGrpSpPr>
        <p:cNvPr id="1" name=""/>
        <p:cNvGrpSpPr/>
        <p:nvPr/>
      </p:nvGrpSpPr>
      <p:grpSpPr>
        <a:xfrm xmlns:a="http://schemas.openxmlformats.org/drawingml/2006/main"/>
      </p:grpSpPr>
      <p:sp>
        <p:nvSpPr>
          <p:cNvPr id="40" name="Rectángulo 39">
            <a:extLst xmlns:a="http://schemas.openxmlformats.org/drawingml/2006/main">
              <a:ext uri="{FF2B5EF4-FFF2-40B4-BE49-F238E27FC236}">
                <a16:creationId xmlns:a16="http://schemas.microsoft.com/office/drawing/2014/main" id="{72F37E03-C2AE-4457-92CB-8FFA9A737EB8}"/>
              </a:ext>
            </a:extLst>
          </p:cNvPr>
          <p:cNvSpPr>
            <a:spLocks xmlns:a="http://schemas.openxmlformats.org/drawingml/2006/main" noGrp="1"/>
          </p:cNvSpPr>
          <p:nvPr/>
        </p:nvSpPr>
        <p:spPr>
          <a:xfrm xmlns:a="http://schemas.openxmlformats.org/drawingml/2006/main">
            <a:off x="514350" y="26670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2250" b="1">
                <a:solidFill>
                  <a:srgbClr val="07151F"/>
                </a:solidFill>
              </a:defRPr>
            </a:pPr>
            <a:r>
              <a:rPr sz="2250" b="1">
                <a:solidFill>
                  <a:srgbClr val="07151F"/>
                </a:solidFill>
              </a:rPr>
              <a:t>CUATRO RESONANCIAS BÍBLICAS</a:t>
            </a:r>
          </a:p>
        </p:txBody>
      </p:sp>
      <p:sp>
        <p:nvSpPr>
          <p:cNvPr id="2" name="Rectángulo 1">
            <a:extLst xmlns:a="http://schemas.openxmlformats.org/drawingml/2006/main">
              <a:ext uri="{FF2B5EF4-FFF2-40B4-BE49-F238E27FC236}">
                <a16:creationId xmlns:a16="http://schemas.microsoft.com/office/drawing/2014/main" id="{A32D06E0-C229-427F-A845-5B0388C551EF}"/>
              </a:ext>
            </a:extLst>
          </p:cNvPr>
          <p:cNvSpPr>
            <a:spLocks xmlns:a="http://schemas.openxmlformats.org/drawingml/2006/main" noGrp="1"/>
          </p:cNvSpPr>
          <p:nvPr/>
        </p:nvSpPr>
        <p:spPr>
          <a:xfrm xmlns:a="http://schemas.openxmlformats.org/drawingml/2006/main">
            <a:off x="533400" y="68580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200" b="0" i="0">
                <a:solidFill>
                  <a:srgbClr val="4D646B"/>
                </a:solidFill>
                <a:latin typeface="Calibri"/>
                <a:ea typeface="Calibri"/>
                <a:cs typeface="Calibri"/>
              </a:defRPr>
            </a:defPPr>
          </a:lstStyle>
          <a:p xmlns:a="http://schemas.openxmlformats.org/drawingml/2006/main">
            <a:pPr algn="l">
              <a:buNone/>
              <a:defRPr sz="1200" b="0" i="0">
                <a:solidFill>
                  <a:srgbClr val="4D646B"/>
                </a:solidFill>
                <a:latin typeface="Calibri"/>
                <a:ea typeface="Calibri"/>
                <a:cs typeface="Calibri"/>
              </a:defRPr>
            </a:pPr>
            <a:r>
              <a:rPr sz="1200" b="0" i="0">
                <a:solidFill>
                  <a:srgbClr val="4D646B"/>
                </a:solidFill>
                <a:latin typeface="Calibri"/>
                <a:ea typeface="Calibri"/>
                <a:cs typeface="Calibri"/>
              </a:rPr>
              <a:t>La imagen recibida y el amor que se hace visible</a:t>
            </a:r>
          </a:p>
        </p:txBody>
      </p:sp>
      <p:sp>
        <p:nvSpPr>
          <p:cNvPr id="3" name="Conector recto 2">
            <a:extLst xmlns:a="http://schemas.openxmlformats.org/drawingml/2006/main">
              <a:ext uri="{FF2B5EF4-FFF2-40B4-BE49-F238E27FC236}">
                <a16:creationId xmlns:a16="http://schemas.microsoft.com/office/drawing/2014/main" id="{011AFFC2-C892-49BF-B5B8-38CA089B6987}"/>
              </a:ext>
            </a:extLst>
          </p:cNvPr>
          <p:cNvSpPr>
            <a:spLocks xmlns:a="http://schemas.openxmlformats.org/drawingml/2006/main" noGrp="1"/>
          </p:cNvSpPr>
          <p:nvPr/>
        </p:nvSpPr>
        <p:spPr>
          <a:xfrm xmlns:a="http://schemas.openxmlformats.org/drawingml/2006/main">
            <a:off x="533400" y="1066800"/>
            <a:ext cx="11125200" cy="9525"/>
          </a:xfrm>
          <a:prstGeom xmlns:a="http://schemas.openxmlformats.org/drawingml/2006/main" prst="line">
            <a:avLst/>
          </a:prstGeom>
          <a:noFill xmlns:a="http://schemas.openxmlformats.org/drawingml/2006/main"/>
          <a:ln xmlns:a="http://schemas.openxmlformats.org/drawingml/2006/main" w="28575">
            <a:solidFill>
              <a:srgbClr val="D9A441"/>
            </a:solidFill>
            <a:prstDash val="solid"/>
          </a:ln>
        </p:spPr>
      </p:sp>
      <p:sp>
        <p:nvSpPr>
          <p:cNvPr id="4" name="Rectángulo: esquinas redondeadas 3">
            <a:extLst xmlns:a="http://schemas.openxmlformats.org/drawingml/2006/main">
              <a:ext uri="{FF2B5EF4-FFF2-40B4-BE49-F238E27FC236}">
                <a16:creationId xmlns:a16="http://schemas.microsoft.com/office/drawing/2014/main" id="{ED4C0F0B-03BD-4136-B8C9-08B2D21A40B5}"/>
              </a:ext>
            </a:extLst>
          </p:cNvPr>
          <p:cNvSpPr>
            <a:spLocks xmlns:a="http://schemas.openxmlformats.org/drawingml/2006/main" noGrp="1"/>
          </p:cNvSpPr>
          <p:nvPr/>
        </p:nvSpPr>
        <p:spPr>
          <a:xfrm xmlns:a="http://schemas.openxmlformats.org/drawingml/2006/main">
            <a:off x="533400" y="1381125"/>
            <a:ext cx="2533650" cy="3905250"/>
          </a:xfrm>
          <a:prstGeom xmlns:a="http://schemas.openxmlformats.org/drawingml/2006/main" prst="roundRect">
            <a:avLst>
              <a:gd name="adj" fmla="val 4511"/>
            </a:avLst>
          </a:prstGeom>
          <a:solidFill xmlns:a="http://schemas.openxmlformats.org/drawingml/2006/main">
            <a:srgbClr val="0D2A38"/>
          </a:solidFill>
          <a:ln xmlns:a="http://schemas.openxmlformats.org/drawingml/2006/main" w="9525">
            <a:solidFill>
              <a:srgbClr val="D8C48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Rectángulo 4">
            <a:extLst xmlns:a="http://schemas.openxmlformats.org/drawingml/2006/main">
              <a:ext uri="{FF2B5EF4-FFF2-40B4-BE49-F238E27FC236}">
                <a16:creationId xmlns:a16="http://schemas.microsoft.com/office/drawing/2014/main" id="{4E9E5A45-0DB9-40E5-9BE5-787146AD3254}"/>
              </a:ext>
            </a:extLst>
          </p:cNvPr>
          <p:cNvSpPr>
            <a:spLocks xmlns:a="http://schemas.openxmlformats.org/drawingml/2006/main" noGrp="1"/>
          </p:cNvSpPr>
          <p:nvPr/>
        </p:nvSpPr>
        <p:spPr>
          <a:xfrm xmlns:a="http://schemas.openxmlformats.org/drawingml/2006/main">
            <a:off x="723900" y="1581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D9A441"/>
                </a:solidFill>
              </a:defRPr>
            </a:pPr>
            <a:r>
              <a:rPr sz="975" b="1">
                <a:solidFill>
                  <a:srgbClr val="D9A441"/>
                </a:solidFill>
              </a:rPr>
              <a:t>01</a:t>
            </a:r>
          </a:p>
        </p:txBody>
      </p:sp>
      <p:sp>
        <p:nvSpPr>
          <p:cNvPr id="6" name="Rectángulo 5">
            <a:extLst xmlns:a="http://schemas.openxmlformats.org/drawingml/2006/main">
              <a:ext uri="{FF2B5EF4-FFF2-40B4-BE49-F238E27FC236}">
                <a16:creationId xmlns:a16="http://schemas.microsoft.com/office/drawing/2014/main" id="{E40C7DFE-33ED-454A-AB51-137E5FDD06E2}"/>
              </a:ext>
            </a:extLst>
          </p:cNvPr>
          <p:cNvSpPr>
            <a:spLocks xmlns:a="http://schemas.openxmlformats.org/drawingml/2006/main" noGrp="1"/>
          </p:cNvSpPr>
          <p:nvPr/>
        </p:nvSpPr>
        <p:spPr>
          <a:xfrm xmlns:a="http://schemas.openxmlformats.org/drawingml/2006/main">
            <a:off x="1219200" y="15621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200" b="1" i="0">
                <a:solidFill>
                  <a:srgbClr val="F5E7C3"/>
                </a:solidFill>
                <a:latin typeface="Calibri"/>
                <a:ea typeface="Calibri"/>
                <a:cs typeface="Calibri"/>
              </a:defRPr>
            </a:defPPr>
          </a:lstStyle>
          <a:p xmlns:a="http://schemas.openxmlformats.org/drawingml/2006/main">
            <a:pPr algn="l">
              <a:buNone/>
              <a:defRPr sz="1200" b="1" i="0">
                <a:solidFill>
                  <a:srgbClr val="F5E7C3"/>
                </a:solidFill>
                <a:latin typeface="Calibri"/>
                <a:ea typeface="Calibri"/>
                <a:cs typeface="Calibri"/>
              </a:defRPr>
            </a:pPr>
            <a:r>
              <a:rPr sz="1200" b="1" i="0">
                <a:solidFill>
                  <a:srgbClr val="F5E7C3"/>
                </a:solidFill>
                <a:latin typeface="Calibri"/>
                <a:ea typeface="Calibri"/>
                <a:cs typeface="Calibri"/>
              </a:rPr>
              <a:t>Gn 1,26–27</a:t>
            </a:r>
          </a:p>
        </p:txBody>
      </p:sp>
      <p:sp>
        <p:nvSpPr>
          <p:cNvPr id="7" name="Conector recto 6">
            <a:extLst xmlns:a="http://schemas.openxmlformats.org/drawingml/2006/main">
              <a:ext uri="{FF2B5EF4-FFF2-40B4-BE49-F238E27FC236}">
                <a16:creationId xmlns:a16="http://schemas.microsoft.com/office/drawing/2014/main" id="{713B4E51-C338-4275-8ED9-A48BAEF756DB}"/>
              </a:ext>
            </a:extLst>
          </p:cNvPr>
          <p:cNvSpPr>
            <a:spLocks xmlns:a="http://schemas.openxmlformats.org/drawingml/2006/main" noGrp="1"/>
          </p:cNvSpPr>
          <p:nvPr/>
        </p:nvSpPr>
        <p:spPr>
          <a:xfrm xmlns:a="http://schemas.openxmlformats.org/drawingml/2006/main">
            <a:off x="723900" y="1971675"/>
            <a:ext cx="2152650" cy="9525"/>
          </a:xfrm>
          <a:prstGeom xmlns:a="http://schemas.openxmlformats.org/drawingml/2006/main" prst="line">
            <a:avLst/>
          </a:prstGeom>
          <a:noFill xmlns:a="http://schemas.openxmlformats.org/drawingml/2006/main"/>
          <a:ln xmlns:a="http://schemas.openxmlformats.org/drawingml/2006/main" w="9525">
            <a:solidFill>
              <a:srgbClr val="96A5A2"/>
            </a:solidFill>
            <a:prstDash val="solid"/>
          </a:ln>
        </p:spPr>
      </p:sp>
      <p:sp>
        <p:nvSpPr>
          <p:cNvPr id="8" name="Rectángulo 7">
            <a:extLst xmlns:a="http://schemas.openxmlformats.org/drawingml/2006/main">
              <a:ext uri="{FF2B5EF4-FFF2-40B4-BE49-F238E27FC236}">
                <a16:creationId xmlns:a16="http://schemas.microsoft.com/office/drawing/2014/main" id="{80C421F1-9F2E-477F-BA2B-79164E95E194}"/>
              </a:ext>
            </a:extLst>
          </p:cNvPr>
          <p:cNvSpPr>
            <a:spLocks xmlns:a="http://schemas.openxmlformats.org/drawingml/2006/main" noGrp="1"/>
          </p:cNvSpPr>
          <p:nvPr/>
        </p:nvSpPr>
        <p:spPr>
          <a:xfrm xmlns:a="http://schemas.openxmlformats.org/drawingml/2006/main">
            <a:off x="723900" y="2133600"/>
            <a:ext cx="2152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425" b="1" i="0">
                <a:solidFill>
                  <a:srgbClr val="FFFFFF"/>
                </a:solidFill>
                <a:latin typeface="Calibri"/>
                <a:ea typeface="Calibri"/>
                <a:cs typeface="Calibri"/>
              </a:defRPr>
            </a:defPPr>
          </a:lstStyle>
          <a:p xmlns:a="http://schemas.openxmlformats.org/drawingml/2006/main">
            <a:pPr algn="l">
              <a:buNone/>
              <a:defRPr sz="1425" b="1" i="0">
                <a:solidFill>
                  <a:srgbClr val="FFFFFF"/>
                </a:solidFill>
                <a:latin typeface="Calibri"/>
                <a:ea typeface="Calibri"/>
                <a:cs typeface="Calibri"/>
              </a:defRPr>
            </a:pPr>
            <a:r>
              <a:rPr sz="1425" b="1" i="0">
                <a:solidFill>
                  <a:srgbClr val="FFFFFF"/>
                </a:solidFill>
                <a:latin typeface="Calibri"/>
                <a:ea typeface="Calibri"/>
                <a:cs typeface="Calibri"/>
              </a:rPr>
              <a:t>IMAGEN</a:t>
            </a:r>
          </a:p>
          <a:p xmlns:a="http://schemas.openxmlformats.org/drawingml/2006/main">
            <a:pPr algn="l">
              <a:buNone/>
              <a:defRPr sz="1425" b="1" i="0">
                <a:solidFill>
                  <a:srgbClr val="FFFFFF"/>
                </a:solidFill>
                <a:latin typeface="Calibri"/>
                <a:ea typeface="Calibri"/>
                <a:cs typeface="Calibri"/>
              </a:defRPr>
            </a:pPr>
            <a:r>
              <a:rPr sz="1425" b="1" i="0">
                <a:solidFill>
                  <a:srgbClr val="FFFFFF"/>
                </a:solidFill>
                <a:latin typeface="Calibri"/>
                <a:ea typeface="Calibri"/>
                <a:cs typeface="Calibri"/>
              </a:rPr>
              <a:t>DE DIOS</a:t>
            </a:r>
          </a:p>
        </p:txBody>
      </p:sp>
      <p:sp>
        <p:nvSpPr>
          <p:cNvPr id="9" name="Rectángulo 8">
            <a:extLst xmlns:a="http://schemas.openxmlformats.org/drawingml/2006/main">
              <a:ext uri="{FF2B5EF4-FFF2-40B4-BE49-F238E27FC236}">
                <a16:creationId xmlns:a16="http://schemas.microsoft.com/office/drawing/2014/main" id="{1537AC9D-01DD-431D-A0B8-2736697D5147}"/>
              </a:ext>
            </a:extLst>
          </p:cNvPr>
          <p:cNvSpPr>
            <a:spLocks xmlns:a="http://schemas.openxmlformats.org/drawingml/2006/main" noGrp="1"/>
          </p:cNvSpPr>
          <p:nvPr/>
        </p:nvSpPr>
        <p:spPr>
          <a:xfrm xmlns:a="http://schemas.openxmlformats.org/drawingml/2006/main">
            <a:off x="723900" y="2771775"/>
            <a:ext cx="2152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350" b="1" i="0">
                <a:solidFill>
                  <a:srgbClr val="F5E7C3"/>
                </a:solidFill>
                <a:latin typeface="Calibri"/>
                <a:ea typeface="Calibri"/>
                <a:cs typeface="Calibri"/>
              </a:defRPr>
            </a:defPPr>
          </a:lstStyle>
          <a:p xmlns:a="http://schemas.openxmlformats.org/drawingml/2006/main">
            <a:pPr algn="l">
              <a:buNone/>
              <a:defRPr sz="1350" b="1" i="0">
                <a:solidFill>
                  <a:srgbClr val="F5E7C3"/>
                </a:solidFill>
                <a:latin typeface="Calibri"/>
                <a:ea typeface="Calibri"/>
                <a:cs typeface="Calibri"/>
              </a:defRPr>
            </a:pPr>
            <a:r>
              <a:rPr sz="1350" b="1" i="0">
                <a:solidFill>
                  <a:srgbClr val="F5E7C3"/>
                </a:solidFill>
                <a:latin typeface="Calibri"/>
                <a:ea typeface="Calibri"/>
                <a:cs typeface="Calibri"/>
              </a:rPr>
              <a:t>La humanidad lleva</a:t>
            </a:r>
          </a:p>
          <a:p xmlns:a="http://schemas.openxmlformats.org/drawingml/2006/main">
            <a:pPr algn="l">
              <a:buNone/>
              <a:defRPr sz="1350" b="1" i="0">
                <a:solidFill>
                  <a:srgbClr val="F5E7C3"/>
                </a:solidFill>
                <a:latin typeface="Calibri"/>
                <a:ea typeface="Calibri"/>
                <a:cs typeface="Calibri"/>
              </a:defRPr>
            </a:pPr>
            <a:r>
              <a:rPr sz="1350" b="1" i="0">
                <a:solidFill>
                  <a:srgbClr val="F5E7C3"/>
                </a:solidFill>
                <a:latin typeface="Calibri"/>
                <a:ea typeface="Calibri"/>
                <a:cs typeface="Calibri"/>
              </a:rPr>
              <a:t>la imagen de Dios.</a:t>
            </a:r>
          </a:p>
        </p:txBody>
      </p:sp>
      <p:sp>
        <p:nvSpPr>
          <p:cNvPr id="10" name="Conector recto 9">
            <a:extLst xmlns:a="http://schemas.openxmlformats.org/drawingml/2006/main">
              <a:ext uri="{FF2B5EF4-FFF2-40B4-BE49-F238E27FC236}">
                <a16:creationId xmlns:a16="http://schemas.microsoft.com/office/drawing/2014/main" id="{E31F0AC1-698A-4C06-85A6-017D121203CD}"/>
              </a:ext>
            </a:extLst>
          </p:cNvPr>
          <p:cNvSpPr>
            <a:spLocks xmlns:a="http://schemas.openxmlformats.org/drawingml/2006/main" noGrp="1"/>
          </p:cNvSpPr>
          <p:nvPr/>
        </p:nvSpPr>
        <p:spPr>
          <a:xfrm xmlns:a="http://schemas.openxmlformats.org/drawingml/2006/main">
            <a:off x="723900" y="3857625"/>
            <a:ext cx="571500" cy="9525"/>
          </a:xfrm>
          <a:prstGeom xmlns:a="http://schemas.openxmlformats.org/drawingml/2006/main" prst="line">
            <a:avLst/>
          </a:prstGeom>
          <a:noFill xmlns:a="http://schemas.openxmlformats.org/drawingml/2006/main"/>
          <a:ln xmlns:a="http://schemas.openxmlformats.org/drawingml/2006/main" w="28575">
            <a:solidFill>
              <a:srgbClr val="D9A441"/>
            </a:solidFill>
            <a:prstDash val="solid"/>
          </a:ln>
        </p:spPr>
      </p:sp>
      <p:sp>
        <p:nvSpPr>
          <p:cNvPr id="11" name="Rectángulo 10">
            <a:extLst xmlns:a="http://schemas.openxmlformats.org/drawingml/2006/main">
              <a:ext uri="{FF2B5EF4-FFF2-40B4-BE49-F238E27FC236}">
                <a16:creationId xmlns:a16="http://schemas.microsoft.com/office/drawing/2014/main" id="{51FA8C67-5C0F-4F4B-BCAC-CA72A523F22C}"/>
              </a:ext>
            </a:extLst>
          </p:cNvPr>
          <p:cNvSpPr>
            <a:spLocks xmlns:a="http://schemas.openxmlformats.org/drawingml/2006/main" noGrp="1"/>
          </p:cNvSpPr>
          <p:nvPr/>
        </p:nvSpPr>
        <p:spPr>
          <a:xfrm xmlns:a="http://schemas.openxmlformats.org/drawingml/2006/main">
            <a:off x="723900" y="4057650"/>
            <a:ext cx="21526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125" b="0" i="0">
                <a:solidFill>
                  <a:srgbClr val="FFFFFF"/>
                </a:solidFill>
                <a:latin typeface="Calibri"/>
                <a:ea typeface="Calibri"/>
                <a:cs typeface="Calibri"/>
              </a:defRPr>
            </a:defPPr>
          </a:lstStyle>
          <a:p xmlns:a="http://schemas.openxmlformats.org/drawingml/2006/main">
            <a:pPr algn="l">
              <a:buNone/>
              <a:defRPr sz="1125" b="0" i="0">
                <a:solidFill>
                  <a:srgbClr val="FFFFFF"/>
                </a:solidFill>
                <a:latin typeface="Calibri"/>
                <a:ea typeface="Calibri"/>
                <a:cs typeface="Calibri"/>
              </a:defRPr>
            </a:pPr>
            <a:r>
              <a:rPr sz="1125" b="0" i="0">
                <a:solidFill>
                  <a:srgbClr val="FFFFFF"/>
                </a:solidFill>
                <a:latin typeface="Calibri"/>
                <a:ea typeface="Calibri"/>
                <a:cs typeface="Calibri"/>
              </a:rPr>
              <a:t>También quien discrepa</a:t>
            </a:r>
          </a:p>
          <a:p xmlns:a="http://schemas.openxmlformats.org/drawingml/2006/main">
            <a:pPr algn="l">
              <a:buNone/>
              <a:defRPr sz="1125" b="0" i="0">
                <a:solidFill>
                  <a:srgbClr val="FFFFFF"/>
                </a:solidFill>
                <a:latin typeface="Calibri"/>
                <a:ea typeface="Calibri"/>
                <a:cs typeface="Calibri"/>
              </a:defRPr>
            </a:pPr>
            <a:r>
              <a:rPr sz="1125" b="0" i="0">
                <a:solidFill>
                  <a:srgbClr val="FFFFFF"/>
                </a:solidFill>
                <a:latin typeface="Calibri"/>
                <a:ea typeface="Calibri"/>
                <a:cs typeface="Calibri"/>
              </a:rPr>
              <a:t>merece nuestro respeto.</a:t>
            </a:r>
          </a:p>
        </p:txBody>
      </p:sp>
      <p:sp>
        <p:nvSpPr>
          <p:cNvPr id="12" name="Rectángulo: esquinas redondeadas 11">
            <a:extLst xmlns:a="http://schemas.openxmlformats.org/drawingml/2006/main">
              <a:ext uri="{FF2B5EF4-FFF2-40B4-BE49-F238E27FC236}">
                <a16:creationId xmlns:a16="http://schemas.microsoft.com/office/drawing/2014/main" id="{B54CCF2A-F82C-4629-9AEC-6C0E8321B467}"/>
              </a:ext>
            </a:extLst>
          </p:cNvPr>
          <p:cNvSpPr>
            <a:spLocks xmlns:a="http://schemas.openxmlformats.org/drawingml/2006/main" noGrp="1"/>
          </p:cNvSpPr>
          <p:nvPr/>
        </p:nvSpPr>
        <p:spPr>
          <a:xfrm xmlns:a="http://schemas.openxmlformats.org/drawingml/2006/main">
            <a:off x="3333750" y="1381125"/>
            <a:ext cx="2533650" cy="3905250"/>
          </a:xfrm>
          <a:prstGeom xmlns:a="http://schemas.openxmlformats.org/drawingml/2006/main" prst="roundRect">
            <a:avLst>
              <a:gd name="adj" fmla="val 4511"/>
            </a:avLst>
          </a:prstGeom>
          <a:solidFill xmlns:a="http://schemas.openxmlformats.org/drawingml/2006/main">
            <a:srgbClr val="496B4A"/>
          </a:solidFill>
          <a:ln xmlns:a="http://schemas.openxmlformats.org/drawingml/2006/main" w="9525">
            <a:solidFill>
              <a:srgbClr val="D8C48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Rectángulo 12">
            <a:extLst xmlns:a="http://schemas.openxmlformats.org/drawingml/2006/main">
              <a:ext uri="{FF2B5EF4-FFF2-40B4-BE49-F238E27FC236}">
                <a16:creationId xmlns:a16="http://schemas.microsoft.com/office/drawing/2014/main" id="{355A478B-DBB8-47C8-8164-6A9D50E1DFFD}"/>
              </a:ext>
            </a:extLst>
          </p:cNvPr>
          <p:cNvSpPr>
            <a:spLocks xmlns:a="http://schemas.openxmlformats.org/drawingml/2006/main" noGrp="1"/>
          </p:cNvSpPr>
          <p:nvPr/>
        </p:nvSpPr>
        <p:spPr>
          <a:xfrm xmlns:a="http://schemas.openxmlformats.org/drawingml/2006/main">
            <a:off x="3524250" y="1581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D9A441"/>
                </a:solidFill>
              </a:defRPr>
            </a:pPr>
            <a:r>
              <a:rPr sz="975" b="1">
                <a:solidFill>
                  <a:srgbClr val="D9A441"/>
                </a:solidFill>
              </a:rPr>
              <a:t>02</a:t>
            </a:r>
          </a:p>
        </p:txBody>
      </p:sp>
      <p:sp>
        <p:nvSpPr>
          <p:cNvPr id="14" name="Rectángulo 13">
            <a:extLst xmlns:a="http://schemas.openxmlformats.org/drawingml/2006/main">
              <a:ext uri="{FF2B5EF4-FFF2-40B4-BE49-F238E27FC236}">
                <a16:creationId xmlns:a16="http://schemas.microsoft.com/office/drawing/2014/main" id="{E71B0A35-DB7C-48DB-9465-948C04C0742A}"/>
              </a:ext>
            </a:extLst>
          </p:cNvPr>
          <p:cNvSpPr>
            <a:spLocks xmlns:a="http://schemas.openxmlformats.org/drawingml/2006/main" noGrp="1"/>
          </p:cNvSpPr>
          <p:nvPr/>
        </p:nvSpPr>
        <p:spPr>
          <a:xfrm xmlns:a="http://schemas.openxmlformats.org/drawingml/2006/main">
            <a:off x="4019550" y="15621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200" b="1" i="0">
                <a:solidFill>
                  <a:srgbClr val="F5E7C3"/>
                </a:solidFill>
                <a:latin typeface="Calibri"/>
                <a:ea typeface="Calibri"/>
                <a:cs typeface="Calibri"/>
              </a:defRPr>
            </a:defPPr>
          </a:lstStyle>
          <a:p xmlns:a="http://schemas.openxmlformats.org/drawingml/2006/main">
            <a:pPr algn="l">
              <a:buNone/>
              <a:defRPr sz="1200" b="1" i="0">
                <a:solidFill>
                  <a:srgbClr val="F5E7C3"/>
                </a:solidFill>
                <a:latin typeface="Calibri"/>
                <a:ea typeface="Calibri"/>
                <a:cs typeface="Calibri"/>
              </a:defRPr>
            </a:pPr>
            <a:r>
              <a:rPr sz="1200" b="1" i="0">
                <a:solidFill>
                  <a:srgbClr val="F5E7C3"/>
                </a:solidFill>
                <a:latin typeface="Calibri"/>
                <a:ea typeface="Calibri"/>
                <a:cs typeface="Calibri"/>
              </a:rPr>
              <a:t>Rom 12,2</a:t>
            </a:r>
          </a:p>
        </p:txBody>
      </p:sp>
      <p:sp>
        <p:nvSpPr>
          <p:cNvPr id="15" name="Conector recto 14">
            <a:extLst xmlns:a="http://schemas.openxmlformats.org/drawingml/2006/main">
              <a:ext uri="{FF2B5EF4-FFF2-40B4-BE49-F238E27FC236}">
                <a16:creationId xmlns:a16="http://schemas.microsoft.com/office/drawing/2014/main" id="{66CA8D28-498A-402B-98C3-16AAF5309041}"/>
              </a:ext>
            </a:extLst>
          </p:cNvPr>
          <p:cNvSpPr>
            <a:spLocks xmlns:a="http://schemas.openxmlformats.org/drawingml/2006/main" noGrp="1"/>
          </p:cNvSpPr>
          <p:nvPr/>
        </p:nvSpPr>
        <p:spPr>
          <a:xfrm xmlns:a="http://schemas.openxmlformats.org/drawingml/2006/main">
            <a:off x="3524250" y="1971675"/>
            <a:ext cx="2152650" cy="9525"/>
          </a:xfrm>
          <a:prstGeom xmlns:a="http://schemas.openxmlformats.org/drawingml/2006/main" prst="line">
            <a:avLst/>
          </a:prstGeom>
          <a:noFill xmlns:a="http://schemas.openxmlformats.org/drawingml/2006/main"/>
          <a:ln xmlns:a="http://schemas.openxmlformats.org/drawingml/2006/main" w="9525">
            <a:solidFill>
              <a:srgbClr val="96A5A2"/>
            </a:solidFill>
            <a:prstDash val="solid"/>
          </a:ln>
        </p:spPr>
      </p:sp>
      <p:sp>
        <p:nvSpPr>
          <p:cNvPr id="16" name="Rectángulo 15">
            <a:extLst xmlns:a="http://schemas.openxmlformats.org/drawingml/2006/main">
              <a:ext uri="{FF2B5EF4-FFF2-40B4-BE49-F238E27FC236}">
                <a16:creationId xmlns:a16="http://schemas.microsoft.com/office/drawing/2014/main" id="{500BD432-5A8A-4615-A99B-AF730BB29017}"/>
              </a:ext>
            </a:extLst>
          </p:cNvPr>
          <p:cNvSpPr>
            <a:spLocks xmlns:a="http://schemas.openxmlformats.org/drawingml/2006/main" noGrp="1"/>
          </p:cNvSpPr>
          <p:nvPr/>
        </p:nvSpPr>
        <p:spPr>
          <a:xfrm xmlns:a="http://schemas.openxmlformats.org/drawingml/2006/main">
            <a:off x="3524250" y="2133600"/>
            <a:ext cx="2152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425" b="1" i="0">
                <a:solidFill>
                  <a:srgbClr val="FFFFFF"/>
                </a:solidFill>
                <a:latin typeface="Calibri"/>
                <a:ea typeface="Calibri"/>
                <a:cs typeface="Calibri"/>
              </a:defRPr>
            </a:defPPr>
          </a:lstStyle>
          <a:p xmlns:a="http://schemas.openxmlformats.org/drawingml/2006/main">
            <a:pPr algn="l">
              <a:buNone/>
              <a:defRPr sz="1425" b="1" i="0">
                <a:solidFill>
                  <a:srgbClr val="FFFFFF"/>
                </a:solidFill>
                <a:latin typeface="Calibri"/>
                <a:ea typeface="Calibri"/>
                <a:cs typeface="Calibri"/>
              </a:defRPr>
            </a:pPr>
            <a:r>
              <a:rPr sz="1425" b="1" i="0">
                <a:solidFill>
                  <a:srgbClr val="FFFFFF"/>
                </a:solidFill>
                <a:latin typeface="Calibri"/>
                <a:ea typeface="Calibri"/>
                <a:cs typeface="Calibri"/>
              </a:rPr>
              <a:t>UNA MIRADA</a:t>
            </a:r>
          </a:p>
          <a:p xmlns:a="http://schemas.openxmlformats.org/drawingml/2006/main">
            <a:pPr algn="l">
              <a:buNone/>
              <a:defRPr sz="1425" b="1" i="0">
                <a:solidFill>
                  <a:srgbClr val="FFFFFF"/>
                </a:solidFill>
                <a:latin typeface="Calibri"/>
                <a:ea typeface="Calibri"/>
                <a:cs typeface="Calibri"/>
              </a:defRPr>
            </a:pPr>
            <a:r>
              <a:rPr sz="1425" b="1" i="0">
                <a:solidFill>
                  <a:srgbClr val="FFFFFF"/>
                </a:solidFill>
                <a:latin typeface="Calibri"/>
                <a:ea typeface="Calibri"/>
                <a:cs typeface="Calibri"/>
              </a:rPr>
              <a:t>LIBRE</a:t>
            </a:r>
          </a:p>
        </p:txBody>
      </p:sp>
      <p:sp>
        <p:nvSpPr>
          <p:cNvPr id="17" name="Rectángulo 16">
            <a:extLst xmlns:a="http://schemas.openxmlformats.org/drawingml/2006/main">
              <a:ext uri="{FF2B5EF4-FFF2-40B4-BE49-F238E27FC236}">
                <a16:creationId xmlns:a16="http://schemas.microsoft.com/office/drawing/2014/main" id="{2A29B886-2F11-434C-AEB0-140D65C3FF10}"/>
              </a:ext>
            </a:extLst>
          </p:cNvPr>
          <p:cNvSpPr>
            <a:spLocks xmlns:a="http://schemas.openxmlformats.org/drawingml/2006/main" noGrp="1"/>
          </p:cNvSpPr>
          <p:nvPr/>
        </p:nvSpPr>
        <p:spPr>
          <a:xfrm xmlns:a="http://schemas.openxmlformats.org/drawingml/2006/main">
            <a:off x="3524250" y="2771775"/>
            <a:ext cx="2152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350" b="1" i="0">
                <a:solidFill>
                  <a:srgbClr val="F5E7C3"/>
                </a:solidFill>
                <a:latin typeface="Calibri"/>
                <a:ea typeface="Calibri"/>
                <a:cs typeface="Calibri"/>
              </a:defRPr>
            </a:defPPr>
          </a:lstStyle>
          <a:p xmlns:a="http://schemas.openxmlformats.org/drawingml/2006/main">
            <a:pPr algn="l">
              <a:buNone/>
              <a:defRPr sz="1350" b="1" i="0">
                <a:solidFill>
                  <a:srgbClr val="F5E7C3"/>
                </a:solidFill>
                <a:latin typeface="Calibri"/>
                <a:ea typeface="Calibri"/>
                <a:cs typeface="Calibri"/>
              </a:defRPr>
            </a:pPr>
            <a:r>
              <a:rPr sz="1350" b="1" i="0">
                <a:solidFill>
                  <a:srgbClr val="F5E7C3"/>
                </a:solidFill>
                <a:latin typeface="Calibri"/>
                <a:ea typeface="Calibri"/>
                <a:cs typeface="Calibri"/>
              </a:rPr>
              <a:t>Renovar la mirada</a:t>
            </a:r>
          </a:p>
          <a:p xmlns:a="http://schemas.openxmlformats.org/drawingml/2006/main">
            <a:pPr algn="l">
              <a:buNone/>
              <a:defRPr sz="1350" b="1" i="0">
                <a:solidFill>
                  <a:srgbClr val="F5E7C3"/>
                </a:solidFill>
                <a:latin typeface="Calibri"/>
                <a:ea typeface="Calibri"/>
                <a:cs typeface="Calibri"/>
              </a:defRPr>
            </a:pPr>
            <a:r>
              <a:rPr sz="1350" b="1" i="0">
                <a:solidFill>
                  <a:srgbClr val="F5E7C3"/>
                </a:solidFill>
                <a:latin typeface="Calibri"/>
                <a:ea typeface="Calibri"/>
                <a:cs typeface="Calibri"/>
              </a:rPr>
              <a:t>para poder discernir.</a:t>
            </a:r>
          </a:p>
        </p:txBody>
      </p:sp>
      <p:sp>
        <p:nvSpPr>
          <p:cNvPr id="18" name="Conector recto 17">
            <a:extLst xmlns:a="http://schemas.openxmlformats.org/drawingml/2006/main">
              <a:ext uri="{FF2B5EF4-FFF2-40B4-BE49-F238E27FC236}">
                <a16:creationId xmlns:a16="http://schemas.microsoft.com/office/drawing/2014/main" id="{58FF9ECC-73F3-426D-9AB0-734B1EDA3CB7}"/>
              </a:ext>
            </a:extLst>
          </p:cNvPr>
          <p:cNvSpPr>
            <a:spLocks xmlns:a="http://schemas.openxmlformats.org/drawingml/2006/main" noGrp="1"/>
          </p:cNvSpPr>
          <p:nvPr/>
        </p:nvSpPr>
        <p:spPr>
          <a:xfrm xmlns:a="http://schemas.openxmlformats.org/drawingml/2006/main">
            <a:off x="3524250" y="3857625"/>
            <a:ext cx="571500" cy="9525"/>
          </a:xfrm>
          <a:prstGeom xmlns:a="http://schemas.openxmlformats.org/drawingml/2006/main" prst="line">
            <a:avLst/>
          </a:prstGeom>
          <a:noFill xmlns:a="http://schemas.openxmlformats.org/drawingml/2006/main"/>
          <a:ln xmlns:a="http://schemas.openxmlformats.org/drawingml/2006/main" w="28575">
            <a:solidFill>
              <a:srgbClr val="D9A441"/>
            </a:solidFill>
            <a:prstDash val="solid"/>
          </a:ln>
        </p:spPr>
      </p:sp>
      <p:sp>
        <p:nvSpPr>
          <p:cNvPr id="19" name="Rectángulo 18">
            <a:extLst xmlns:a="http://schemas.openxmlformats.org/drawingml/2006/main">
              <a:ext uri="{FF2B5EF4-FFF2-40B4-BE49-F238E27FC236}">
                <a16:creationId xmlns:a16="http://schemas.microsoft.com/office/drawing/2014/main" id="{88D83548-307E-4D0D-A2BB-45A121312C82}"/>
              </a:ext>
            </a:extLst>
          </p:cNvPr>
          <p:cNvSpPr>
            <a:spLocks xmlns:a="http://schemas.openxmlformats.org/drawingml/2006/main" noGrp="1"/>
          </p:cNvSpPr>
          <p:nvPr/>
        </p:nvSpPr>
        <p:spPr>
          <a:xfrm xmlns:a="http://schemas.openxmlformats.org/drawingml/2006/main">
            <a:off x="3524250" y="4057650"/>
            <a:ext cx="21526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125" b="0" i="0">
                <a:solidFill>
                  <a:srgbClr val="FFFFFF"/>
                </a:solidFill>
                <a:latin typeface="Calibri"/>
                <a:ea typeface="Calibri"/>
                <a:cs typeface="Calibri"/>
              </a:defRPr>
            </a:defPPr>
          </a:lstStyle>
          <a:p xmlns:a="http://schemas.openxmlformats.org/drawingml/2006/main">
            <a:pPr algn="l">
              <a:buNone/>
              <a:defRPr sz="1125" b="0" i="0">
                <a:solidFill>
                  <a:srgbClr val="FFFFFF"/>
                </a:solidFill>
                <a:latin typeface="Calibri"/>
                <a:ea typeface="Calibri"/>
                <a:cs typeface="Calibri"/>
              </a:defRPr>
            </a:pPr>
            <a:r>
              <a:rPr sz="1125" b="0" i="0">
                <a:solidFill>
                  <a:srgbClr val="FFFFFF"/>
                </a:solidFill>
                <a:latin typeface="Calibri"/>
                <a:ea typeface="Calibri"/>
                <a:cs typeface="Calibri"/>
              </a:rPr>
              <a:t>Revisar lo que cedo</a:t>
            </a:r>
          </a:p>
          <a:p xmlns:a="http://schemas.openxmlformats.org/drawingml/2006/main">
            <a:pPr algn="l">
              <a:buNone/>
              <a:defRPr sz="1125" b="0" i="0">
                <a:solidFill>
                  <a:srgbClr val="FFFFFF"/>
                </a:solidFill>
                <a:latin typeface="Calibri"/>
                <a:ea typeface="Calibri"/>
                <a:cs typeface="Calibri"/>
              </a:defRPr>
            </a:pPr>
            <a:r>
              <a:rPr sz="1125" b="0" i="0">
                <a:solidFill>
                  <a:srgbClr val="FFFFFF"/>
                </a:solidFill>
                <a:latin typeface="Calibri"/>
                <a:ea typeface="Calibri"/>
                <a:cs typeface="Calibri"/>
              </a:rPr>
              <a:t>solo por encajar.</a:t>
            </a:r>
          </a:p>
        </p:txBody>
      </p:sp>
      <p:sp>
        <p:nvSpPr>
          <p:cNvPr id="20" name="Rectángulo: esquinas redondeadas 19">
            <a:extLst xmlns:a="http://schemas.openxmlformats.org/drawingml/2006/main">
              <a:ext uri="{FF2B5EF4-FFF2-40B4-BE49-F238E27FC236}">
                <a16:creationId xmlns:a16="http://schemas.microsoft.com/office/drawing/2014/main" id="{83F9E9AD-DC76-4724-B8B0-4CD903AF494D}"/>
              </a:ext>
            </a:extLst>
          </p:cNvPr>
          <p:cNvSpPr>
            <a:spLocks xmlns:a="http://schemas.openxmlformats.org/drawingml/2006/main" noGrp="1"/>
          </p:cNvSpPr>
          <p:nvPr/>
        </p:nvSpPr>
        <p:spPr>
          <a:xfrm xmlns:a="http://schemas.openxmlformats.org/drawingml/2006/main">
            <a:off x="6134100" y="1381125"/>
            <a:ext cx="2533650" cy="3905250"/>
          </a:xfrm>
          <a:prstGeom xmlns:a="http://schemas.openxmlformats.org/drawingml/2006/main" prst="roundRect">
            <a:avLst>
              <a:gd name="adj" fmla="val 4511"/>
            </a:avLst>
          </a:prstGeom>
          <a:solidFill xmlns:a="http://schemas.openxmlformats.org/drawingml/2006/main">
            <a:srgbClr val="865B45"/>
          </a:solidFill>
          <a:ln xmlns:a="http://schemas.openxmlformats.org/drawingml/2006/main" w="9525">
            <a:solidFill>
              <a:srgbClr val="D8C48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Rectángulo 20">
            <a:extLst xmlns:a="http://schemas.openxmlformats.org/drawingml/2006/main">
              <a:ext uri="{FF2B5EF4-FFF2-40B4-BE49-F238E27FC236}">
                <a16:creationId xmlns:a16="http://schemas.microsoft.com/office/drawing/2014/main" id="{D36563D4-1A9D-44B1-8E7D-442814D58A57}"/>
              </a:ext>
            </a:extLst>
          </p:cNvPr>
          <p:cNvSpPr>
            <a:spLocks xmlns:a="http://schemas.openxmlformats.org/drawingml/2006/main" noGrp="1"/>
          </p:cNvSpPr>
          <p:nvPr/>
        </p:nvSpPr>
        <p:spPr>
          <a:xfrm xmlns:a="http://schemas.openxmlformats.org/drawingml/2006/main">
            <a:off x="6324600" y="1581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D9A441"/>
                </a:solidFill>
              </a:defRPr>
            </a:pPr>
            <a:r>
              <a:rPr sz="975" b="1">
                <a:solidFill>
                  <a:srgbClr val="D9A441"/>
                </a:solidFill>
              </a:rPr>
              <a:t>03</a:t>
            </a:r>
          </a:p>
        </p:txBody>
      </p:sp>
      <p:sp>
        <p:nvSpPr>
          <p:cNvPr id="22" name="Rectángulo 21">
            <a:extLst xmlns:a="http://schemas.openxmlformats.org/drawingml/2006/main">
              <a:ext uri="{FF2B5EF4-FFF2-40B4-BE49-F238E27FC236}">
                <a16:creationId xmlns:a16="http://schemas.microsoft.com/office/drawing/2014/main" id="{727E3E34-3C0F-4D35-A6B6-B7F48852A0B6}"/>
              </a:ext>
            </a:extLst>
          </p:cNvPr>
          <p:cNvSpPr>
            <a:spLocks xmlns:a="http://schemas.openxmlformats.org/drawingml/2006/main" noGrp="1"/>
          </p:cNvSpPr>
          <p:nvPr/>
        </p:nvSpPr>
        <p:spPr>
          <a:xfrm xmlns:a="http://schemas.openxmlformats.org/drawingml/2006/main">
            <a:off x="6819900" y="15621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200" b="1" i="0">
                <a:solidFill>
                  <a:srgbClr val="F5E7C3"/>
                </a:solidFill>
                <a:latin typeface="Calibri"/>
                <a:ea typeface="Calibri"/>
                <a:cs typeface="Calibri"/>
              </a:defRPr>
            </a:defPPr>
          </a:lstStyle>
          <a:p xmlns:a="http://schemas.openxmlformats.org/drawingml/2006/main">
            <a:pPr algn="l">
              <a:buNone/>
              <a:defRPr sz="1200" b="1" i="0">
                <a:solidFill>
                  <a:srgbClr val="F5E7C3"/>
                </a:solidFill>
                <a:latin typeface="Calibri"/>
                <a:ea typeface="Calibri"/>
                <a:cs typeface="Calibri"/>
              </a:defRPr>
            </a:pPr>
            <a:r>
              <a:rPr sz="1200" b="1" i="0">
                <a:solidFill>
                  <a:srgbClr val="F5E7C3"/>
                </a:solidFill>
                <a:latin typeface="Calibri"/>
                <a:ea typeface="Calibri"/>
                <a:cs typeface="Calibri"/>
              </a:rPr>
              <a:t>Rom 13,7–10</a:t>
            </a:r>
          </a:p>
        </p:txBody>
      </p:sp>
      <p:sp>
        <p:nvSpPr>
          <p:cNvPr id="23" name="Conector recto 22">
            <a:extLst xmlns:a="http://schemas.openxmlformats.org/drawingml/2006/main">
              <a:ext uri="{FF2B5EF4-FFF2-40B4-BE49-F238E27FC236}">
                <a16:creationId xmlns:a16="http://schemas.microsoft.com/office/drawing/2014/main" id="{721D9E58-FFC0-47B8-98D6-BC3CC419F081}"/>
              </a:ext>
            </a:extLst>
          </p:cNvPr>
          <p:cNvSpPr>
            <a:spLocks xmlns:a="http://schemas.openxmlformats.org/drawingml/2006/main" noGrp="1"/>
          </p:cNvSpPr>
          <p:nvPr/>
        </p:nvSpPr>
        <p:spPr>
          <a:xfrm xmlns:a="http://schemas.openxmlformats.org/drawingml/2006/main">
            <a:off x="6324600" y="1971675"/>
            <a:ext cx="2152650" cy="9525"/>
          </a:xfrm>
          <a:prstGeom xmlns:a="http://schemas.openxmlformats.org/drawingml/2006/main" prst="line">
            <a:avLst/>
          </a:prstGeom>
          <a:noFill xmlns:a="http://schemas.openxmlformats.org/drawingml/2006/main"/>
          <a:ln xmlns:a="http://schemas.openxmlformats.org/drawingml/2006/main" w="9525">
            <a:solidFill>
              <a:srgbClr val="96A5A2"/>
            </a:solidFill>
            <a:prstDash val="solid"/>
          </a:ln>
        </p:spPr>
      </p:sp>
      <p:sp>
        <p:nvSpPr>
          <p:cNvPr id="24" name="Rectángulo 23">
            <a:extLst xmlns:a="http://schemas.openxmlformats.org/drawingml/2006/main">
              <a:ext uri="{FF2B5EF4-FFF2-40B4-BE49-F238E27FC236}">
                <a16:creationId xmlns:a16="http://schemas.microsoft.com/office/drawing/2014/main" id="{300E4868-92F9-40B4-9D0E-435EAB60A5D4}"/>
              </a:ext>
            </a:extLst>
          </p:cNvPr>
          <p:cNvSpPr>
            <a:spLocks xmlns:a="http://schemas.openxmlformats.org/drawingml/2006/main" noGrp="1"/>
          </p:cNvSpPr>
          <p:nvPr/>
        </p:nvSpPr>
        <p:spPr>
          <a:xfrm xmlns:a="http://schemas.openxmlformats.org/drawingml/2006/main">
            <a:off x="6324600" y="2133600"/>
            <a:ext cx="2152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425" b="1" i="0">
                <a:solidFill>
                  <a:srgbClr val="FFFFFF"/>
                </a:solidFill>
                <a:latin typeface="Calibri"/>
                <a:ea typeface="Calibri"/>
                <a:cs typeface="Calibri"/>
              </a:defRPr>
            </a:defPPr>
          </a:lstStyle>
          <a:p xmlns:a="http://schemas.openxmlformats.org/drawingml/2006/main">
            <a:pPr algn="l">
              <a:buNone/>
              <a:defRPr sz="1425" b="1" i="0">
                <a:solidFill>
                  <a:srgbClr val="FFFFFF"/>
                </a:solidFill>
                <a:latin typeface="Calibri"/>
                <a:ea typeface="Calibri"/>
                <a:cs typeface="Calibri"/>
              </a:defRPr>
            </a:pPr>
            <a:r>
              <a:rPr sz="1425" b="1" i="0">
                <a:solidFill>
                  <a:srgbClr val="FFFFFF"/>
                </a:solidFill>
                <a:latin typeface="Calibri"/>
                <a:ea typeface="Calibri"/>
                <a:cs typeface="Calibri"/>
              </a:rPr>
              <a:t>RESPONSABILIDAD</a:t>
            </a:r>
          </a:p>
          <a:p xmlns:a="http://schemas.openxmlformats.org/drawingml/2006/main">
            <a:pPr algn="l">
              <a:buNone/>
              <a:defRPr sz="1425" b="1" i="0">
                <a:solidFill>
                  <a:srgbClr val="FFFFFF"/>
                </a:solidFill>
                <a:latin typeface="Calibri"/>
                <a:ea typeface="Calibri"/>
                <a:cs typeface="Calibri"/>
              </a:defRPr>
            </a:pPr>
            <a:r>
              <a:rPr sz="1425" b="1" i="0">
                <a:solidFill>
                  <a:srgbClr val="FFFFFF"/>
                </a:solidFill>
                <a:latin typeface="Calibri"/>
                <a:ea typeface="Calibri"/>
                <a:cs typeface="Calibri"/>
              </a:rPr>
              <a:t>Y AMOR</a:t>
            </a:r>
          </a:p>
        </p:txBody>
      </p:sp>
      <p:sp>
        <p:nvSpPr>
          <p:cNvPr id="25" name="Rectángulo 24">
            <a:extLst xmlns:a="http://schemas.openxmlformats.org/drawingml/2006/main">
              <a:ext uri="{FF2B5EF4-FFF2-40B4-BE49-F238E27FC236}">
                <a16:creationId xmlns:a16="http://schemas.microsoft.com/office/drawing/2014/main" id="{BC582428-796B-4095-98B6-3C2A6FDD46FD}"/>
              </a:ext>
            </a:extLst>
          </p:cNvPr>
          <p:cNvSpPr>
            <a:spLocks xmlns:a="http://schemas.openxmlformats.org/drawingml/2006/main" noGrp="1"/>
          </p:cNvSpPr>
          <p:nvPr/>
        </p:nvSpPr>
        <p:spPr>
          <a:xfrm xmlns:a="http://schemas.openxmlformats.org/drawingml/2006/main">
            <a:off x="6324600" y="2771775"/>
            <a:ext cx="2152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350" b="1" i="0">
                <a:solidFill>
                  <a:srgbClr val="F5E7C3"/>
                </a:solidFill>
                <a:latin typeface="Calibri"/>
                <a:ea typeface="Calibri"/>
                <a:cs typeface="Calibri"/>
              </a:defRPr>
            </a:defPPr>
          </a:lstStyle>
          <a:p xmlns:a="http://schemas.openxmlformats.org/drawingml/2006/main">
            <a:pPr algn="l">
              <a:buNone/>
              <a:defRPr sz="1350" b="1" i="0">
                <a:solidFill>
                  <a:srgbClr val="F5E7C3"/>
                </a:solidFill>
                <a:latin typeface="Calibri"/>
                <a:ea typeface="Calibri"/>
                <a:cs typeface="Calibri"/>
              </a:defRPr>
            </a:pPr>
            <a:r>
              <a:rPr sz="1350" b="1" i="0">
                <a:solidFill>
                  <a:srgbClr val="F5E7C3"/>
                </a:solidFill>
                <a:latin typeface="Calibri"/>
                <a:ea typeface="Calibri"/>
                <a:cs typeface="Calibri"/>
              </a:rPr>
              <a:t>Dar lo que debemos</a:t>
            </a:r>
          </a:p>
          <a:p xmlns:a="http://schemas.openxmlformats.org/drawingml/2006/main">
            <a:pPr algn="l">
              <a:buNone/>
              <a:defRPr sz="1350" b="1" i="0">
                <a:solidFill>
                  <a:srgbClr val="F5E7C3"/>
                </a:solidFill>
                <a:latin typeface="Calibri"/>
                <a:ea typeface="Calibri"/>
                <a:cs typeface="Calibri"/>
              </a:defRPr>
            </a:pPr>
            <a:r>
              <a:rPr sz="1350" b="1" i="0">
                <a:solidFill>
                  <a:srgbClr val="F5E7C3"/>
                </a:solidFill>
                <a:latin typeface="Calibri"/>
                <a:ea typeface="Calibri"/>
                <a:cs typeface="Calibri"/>
              </a:rPr>
              <a:t>y seguir debiendo amor.</a:t>
            </a:r>
          </a:p>
        </p:txBody>
      </p:sp>
      <p:sp>
        <p:nvSpPr>
          <p:cNvPr id="26" name="Conector recto 25">
            <a:extLst xmlns:a="http://schemas.openxmlformats.org/drawingml/2006/main">
              <a:ext uri="{FF2B5EF4-FFF2-40B4-BE49-F238E27FC236}">
                <a16:creationId xmlns:a16="http://schemas.microsoft.com/office/drawing/2014/main" id="{20EA01E7-7751-4CD8-9B07-E89134EDD688}"/>
              </a:ext>
            </a:extLst>
          </p:cNvPr>
          <p:cNvSpPr>
            <a:spLocks xmlns:a="http://schemas.openxmlformats.org/drawingml/2006/main" noGrp="1"/>
          </p:cNvSpPr>
          <p:nvPr/>
        </p:nvSpPr>
        <p:spPr>
          <a:xfrm xmlns:a="http://schemas.openxmlformats.org/drawingml/2006/main">
            <a:off x="6324600" y="3857625"/>
            <a:ext cx="571500" cy="9525"/>
          </a:xfrm>
          <a:prstGeom xmlns:a="http://schemas.openxmlformats.org/drawingml/2006/main" prst="line">
            <a:avLst/>
          </a:prstGeom>
          <a:noFill xmlns:a="http://schemas.openxmlformats.org/drawingml/2006/main"/>
          <a:ln xmlns:a="http://schemas.openxmlformats.org/drawingml/2006/main" w="28575">
            <a:solidFill>
              <a:srgbClr val="D9A441"/>
            </a:solidFill>
            <a:prstDash val="solid"/>
          </a:ln>
        </p:spPr>
      </p:sp>
      <p:sp>
        <p:nvSpPr>
          <p:cNvPr id="27" name="Rectángulo 26">
            <a:extLst xmlns:a="http://schemas.openxmlformats.org/drawingml/2006/main">
              <a:ext uri="{FF2B5EF4-FFF2-40B4-BE49-F238E27FC236}">
                <a16:creationId xmlns:a16="http://schemas.microsoft.com/office/drawing/2014/main" id="{77EED197-C142-4BC9-AC15-FD8B4BE9CC63}"/>
              </a:ext>
            </a:extLst>
          </p:cNvPr>
          <p:cNvSpPr>
            <a:spLocks xmlns:a="http://schemas.openxmlformats.org/drawingml/2006/main" noGrp="1"/>
          </p:cNvSpPr>
          <p:nvPr/>
        </p:nvSpPr>
        <p:spPr>
          <a:xfrm xmlns:a="http://schemas.openxmlformats.org/drawingml/2006/main">
            <a:off x="6324600" y="4057650"/>
            <a:ext cx="21526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125" b="0" i="0">
                <a:solidFill>
                  <a:srgbClr val="FFFFFF"/>
                </a:solidFill>
                <a:latin typeface="Calibri"/>
                <a:ea typeface="Calibri"/>
                <a:cs typeface="Calibri"/>
              </a:defRPr>
            </a:defPPr>
          </a:lstStyle>
          <a:p xmlns:a="http://schemas.openxmlformats.org/drawingml/2006/main">
            <a:pPr algn="l">
              <a:buNone/>
              <a:defRPr sz="1125" b="0" i="0">
                <a:solidFill>
                  <a:srgbClr val="FFFFFF"/>
                </a:solidFill>
                <a:latin typeface="Calibri"/>
                <a:ea typeface="Calibri"/>
                <a:cs typeface="Calibri"/>
              </a:defRPr>
            </a:pPr>
            <a:r>
              <a:rPr sz="1125" b="0" i="0">
                <a:solidFill>
                  <a:srgbClr val="FFFFFF"/>
                </a:solidFill>
                <a:latin typeface="Calibri"/>
                <a:ea typeface="Calibri"/>
                <a:cs typeface="Calibri"/>
              </a:rPr>
              <a:t>Contribuir al bien común</a:t>
            </a:r>
          </a:p>
          <a:p xmlns:a="http://schemas.openxmlformats.org/drawingml/2006/main">
            <a:pPr algn="l">
              <a:buNone/>
              <a:defRPr sz="1125" b="0" i="0">
                <a:solidFill>
                  <a:srgbClr val="FFFFFF"/>
                </a:solidFill>
                <a:latin typeface="Calibri"/>
                <a:ea typeface="Calibri"/>
                <a:cs typeface="Calibri"/>
              </a:defRPr>
            </a:pPr>
            <a:r>
              <a:rPr sz="1125" b="0" i="0">
                <a:solidFill>
                  <a:srgbClr val="FFFFFF"/>
                </a:solidFill>
                <a:latin typeface="Calibri"/>
                <a:ea typeface="Calibri"/>
                <a:cs typeface="Calibri"/>
              </a:rPr>
              <a:t>y cuidar al prójimo.</a:t>
            </a:r>
          </a:p>
        </p:txBody>
      </p:sp>
      <p:sp>
        <p:nvSpPr>
          <p:cNvPr id="28" name="Rectángulo: esquinas redondeadas 27">
            <a:extLst xmlns:a="http://schemas.openxmlformats.org/drawingml/2006/main">
              <a:ext uri="{FF2B5EF4-FFF2-40B4-BE49-F238E27FC236}">
                <a16:creationId xmlns:a16="http://schemas.microsoft.com/office/drawing/2014/main" id="{77FC9282-B573-472C-9171-60922622F414}"/>
              </a:ext>
            </a:extLst>
          </p:cNvPr>
          <p:cNvSpPr>
            <a:spLocks xmlns:a="http://schemas.openxmlformats.org/drawingml/2006/main" noGrp="1"/>
          </p:cNvSpPr>
          <p:nvPr/>
        </p:nvSpPr>
        <p:spPr>
          <a:xfrm xmlns:a="http://schemas.openxmlformats.org/drawingml/2006/main">
            <a:off x="8934450" y="1381125"/>
            <a:ext cx="2533650" cy="3905250"/>
          </a:xfrm>
          <a:prstGeom xmlns:a="http://schemas.openxmlformats.org/drawingml/2006/main" prst="roundRect">
            <a:avLst>
              <a:gd name="adj" fmla="val 4511"/>
            </a:avLst>
          </a:prstGeom>
          <a:solidFill xmlns:a="http://schemas.openxmlformats.org/drawingml/2006/main">
            <a:srgbClr val="5A5135"/>
          </a:solidFill>
          <a:ln xmlns:a="http://schemas.openxmlformats.org/drawingml/2006/main" w="9525">
            <a:solidFill>
              <a:srgbClr val="D8C48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9" name="Rectángulo 28">
            <a:extLst xmlns:a="http://schemas.openxmlformats.org/drawingml/2006/main">
              <a:ext uri="{FF2B5EF4-FFF2-40B4-BE49-F238E27FC236}">
                <a16:creationId xmlns:a16="http://schemas.microsoft.com/office/drawing/2014/main" id="{2AC27A7E-3684-497B-92CE-AF102E6E0113}"/>
              </a:ext>
            </a:extLst>
          </p:cNvPr>
          <p:cNvSpPr>
            <a:spLocks xmlns:a="http://schemas.openxmlformats.org/drawingml/2006/main" noGrp="1"/>
          </p:cNvSpPr>
          <p:nvPr/>
        </p:nvSpPr>
        <p:spPr>
          <a:xfrm xmlns:a="http://schemas.openxmlformats.org/drawingml/2006/main">
            <a:off x="9124950" y="1581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D9A441"/>
                </a:solidFill>
              </a:defRPr>
            </a:pPr>
            <a:r>
              <a:rPr sz="975" b="1">
                <a:solidFill>
                  <a:srgbClr val="D9A441"/>
                </a:solidFill>
              </a:rPr>
              <a:t>04</a:t>
            </a:r>
          </a:p>
        </p:txBody>
      </p:sp>
      <p:sp>
        <p:nvSpPr>
          <p:cNvPr id="30" name="Rectángulo 29">
            <a:extLst xmlns:a="http://schemas.openxmlformats.org/drawingml/2006/main">
              <a:ext uri="{FF2B5EF4-FFF2-40B4-BE49-F238E27FC236}">
                <a16:creationId xmlns:a16="http://schemas.microsoft.com/office/drawing/2014/main" id="{541B0600-63A3-4D50-8DCD-C2A91BC9D679}"/>
              </a:ext>
            </a:extLst>
          </p:cNvPr>
          <p:cNvSpPr>
            <a:spLocks xmlns:a="http://schemas.openxmlformats.org/drawingml/2006/main" noGrp="1"/>
          </p:cNvSpPr>
          <p:nvPr/>
        </p:nvSpPr>
        <p:spPr>
          <a:xfrm xmlns:a="http://schemas.openxmlformats.org/drawingml/2006/main">
            <a:off x="9620250" y="15621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200" b="1" i="0">
                <a:solidFill>
                  <a:srgbClr val="F5E7C3"/>
                </a:solidFill>
                <a:latin typeface="Calibri"/>
                <a:ea typeface="Calibri"/>
                <a:cs typeface="Calibri"/>
              </a:defRPr>
            </a:defPPr>
          </a:lstStyle>
          <a:p xmlns:a="http://schemas.openxmlformats.org/drawingml/2006/main">
            <a:pPr algn="l">
              <a:buNone/>
              <a:defRPr sz="1200" b="1" i="0">
                <a:solidFill>
                  <a:srgbClr val="F5E7C3"/>
                </a:solidFill>
                <a:latin typeface="Calibri"/>
                <a:ea typeface="Calibri"/>
                <a:cs typeface="Calibri"/>
              </a:defRPr>
            </a:pPr>
            <a:r>
              <a:rPr sz="1200" b="1" i="0">
                <a:solidFill>
                  <a:srgbClr val="F5E7C3"/>
                </a:solidFill>
                <a:latin typeface="Calibri"/>
                <a:ea typeface="Calibri"/>
                <a:cs typeface="Calibri"/>
              </a:rPr>
              <a:t>1 Jn 4,20–21</a:t>
            </a:r>
          </a:p>
        </p:txBody>
      </p:sp>
      <p:sp>
        <p:nvSpPr>
          <p:cNvPr id="31" name="Conector recto 30">
            <a:extLst xmlns:a="http://schemas.openxmlformats.org/drawingml/2006/main">
              <a:ext uri="{FF2B5EF4-FFF2-40B4-BE49-F238E27FC236}">
                <a16:creationId xmlns:a16="http://schemas.microsoft.com/office/drawing/2014/main" id="{CD0F8830-070D-4550-BAC0-0FCBBE3D8134}"/>
              </a:ext>
            </a:extLst>
          </p:cNvPr>
          <p:cNvSpPr>
            <a:spLocks xmlns:a="http://schemas.openxmlformats.org/drawingml/2006/main" noGrp="1"/>
          </p:cNvSpPr>
          <p:nvPr/>
        </p:nvSpPr>
        <p:spPr>
          <a:xfrm xmlns:a="http://schemas.openxmlformats.org/drawingml/2006/main">
            <a:off x="9124950" y="1971675"/>
            <a:ext cx="2152650" cy="9525"/>
          </a:xfrm>
          <a:prstGeom xmlns:a="http://schemas.openxmlformats.org/drawingml/2006/main" prst="line">
            <a:avLst/>
          </a:prstGeom>
          <a:noFill xmlns:a="http://schemas.openxmlformats.org/drawingml/2006/main"/>
          <a:ln xmlns:a="http://schemas.openxmlformats.org/drawingml/2006/main" w="9525">
            <a:solidFill>
              <a:srgbClr val="96A5A2"/>
            </a:solidFill>
            <a:prstDash val="solid"/>
          </a:ln>
        </p:spPr>
      </p:sp>
      <p:sp>
        <p:nvSpPr>
          <p:cNvPr id="32" name="Rectángulo 31">
            <a:extLst xmlns:a="http://schemas.openxmlformats.org/drawingml/2006/main">
              <a:ext uri="{FF2B5EF4-FFF2-40B4-BE49-F238E27FC236}">
                <a16:creationId xmlns:a16="http://schemas.microsoft.com/office/drawing/2014/main" id="{2F68BC15-077A-4086-B47D-446BC43F3C05}"/>
              </a:ext>
            </a:extLst>
          </p:cNvPr>
          <p:cNvSpPr>
            <a:spLocks xmlns:a="http://schemas.openxmlformats.org/drawingml/2006/main" noGrp="1"/>
          </p:cNvSpPr>
          <p:nvPr/>
        </p:nvSpPr>
        <p:spPr>
          <a:xfrm xmlns:a="http://schemas.openxmlformats.org/drawingml/2006/main">
            <a:off x="9124950" y="2133600"/>
            <a:ext cx="2152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425" b="1" i="0">
                <a:solidFill>
                  <a:srgbClr val="FFFFFF"/>
                </a:solidFill>
                <a:latin typeface="Calibri"/>
                <a:ea typeface="Calibri"/>
                <a:cs typeface="Calibri"/>
              </a:defRPr>
            </a:defPPr>
          </a:lstStyle>
          <a:p xmlns:a="http://schemas.openxmlformats.org/drawingml/2006/main">
            <a:pPr algn="l">
              <a:buNone/>
              <a:defRPr sz="1425" b="1" i="0">
                <a:solidFill>
                  <a:srgbClr val="FFFFFF"/>
                </a:solidFill>
                <a:latin typeface="Calibri"/>
                <a:ea typeface="Calibri"/>
                <a:cs typeface="Calibri"/>
              </a:defRPr>
            </a:pPr>
            <a:r>
              <a:rPr sz="1425" b="1" i="0">
                <a:solidFill>
                  <a:srgbClr val="FFFFFF"/>
                </a:solidFill>
                <a:latin typeface="Calibri"/>
                <a:ea typeface="Calibri"/>
                <a:cs typeface="Calibri"/>
              </a:rPr>
              <a:t>EL HERMANO</a:t>
            </a:r>
          </a:p>
          <a:p xmlns:a="http://schemas.openxmlformats.org/drawingml/2006/main">
            <a:pPr algn="l">
              <a:buNone/>
              <a:defRPr sz="1425" b="1" i="0">
                <a:solidFill>
                  <a:srgbClr val="FFFFFF"/>
                </a:solidFill>
                <a:latin typeface="Calibri"/>
                <a:ea typeface="Calibri"/>
                <a:cs typeface="Calibri"/>
              </a:defRPr>
            </a:pPr>
            <a:r>
              <a:rPr sz="1425" b="1" i="0">
                <a:solidFill>
                  <a:srgbClr val="FFFFFF"/>
                </a:solidFill>
                <a:latin typeface="Calibri"/>
                <a:ea typeface="Calibri"/>
                <a:cs typeface="Calibri"/>
              </a:rPr>
              <a:t>VISIBLE</a:t>
            </a:r>
          </a:p>
        </p:txBody>
      </p:sp>
      <p:sp>
        <p:nvSpPr>
          <p:cNvPr id="33" name="Rectángulo 32">
            <a:extLst xmlns:a="http://schemas.openxmlformats.org/drawingml/2006/main">
              <a:ext uri="{FF2B5EF4-FFF2-40B4-BE49-F238E27FC236}">
                <a16:creationId xmlns:a16="http://schemas.microsoft.com/office/drawing/2014/main" id="{9B1D6005-D34A-4E37-9CFF-143BEC9BF1F3}"/>
              </a:ext>
            </a:extLst>
          </p:cNvPr>
          <p:cNvSpPr>
            <a:spLocks xmlns:a="http://schemas.openxmlformats.org/drawingml/2006/main" noGrp="1"/>
          </p:cNvSpPr>
          <p:nvPr/>
        </p:nvSpPr>
        <p:spPr>
          <a:xfrm xmlns:a="http://schemas.openxmlformats.org/drawingml/2006/main">
            <a:off x="9124950" y="2771775"/>
            <a:ext cx="2152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350" b="1" i="0">
                <a:solidFill>
                  <a:srgbClr val="F5E7C3"/>
                </a:solidFill>
                <a:latin typeface="Calibri"/>
                <a:ea typeface="Calibri"/>
                <a:cs typeface="Calibri"/>
              </a:defRPr>
            </a:defPPr>
          </a:lstStyle>
          <a:p xmlns:a="http://schemas.openxmlformats.org/drawingml/2006/main">
            <a:pPr algn="l">
              <a:buNone/>
              <a:defRPr sz="1350" b="1" i="0">
                <a:solidFill>
                  <a:srgbClr val="F5E7C3"/>
                </a:solidFill>
                <a:latin typeface="Calibri"/>
                <a:ea typeface="Calibri"/>
                <a:cs typeface="Calibri"/>
              </a:defRPr>
            </a:pPr>
            <a:r>
              <a:rPr sz="1350" b="1" i="0">
                <a:solidFill>
                  <a:srgbClr val="F5E7C3"/>
                </a:solidFill>
                <a:latin typeface="Calibri"/>
                <a:ea typeface="Calibri"/>
                <a:cs typeface="Calibri"/>
              </a:rPr>
              <a:t>Amar a Dios pide amar</a:t>
            </a:r>
          </a:p>
          <a:p xmlns:a="http://schemas.openxmlformats.org/drawingml/2006/main">
            <a:pPr algn="l">
              <a:buNone/>
              <a:defRPr sz="1350" b="1" i="0">
                <a:solidFill>
                  <a:srgbClr val="F5E7C3"/>
                </a:solidFill>
                <a:latin typeface="Calibri"/>
                <a:ea typeface="Calibri"/>
                <a:cs typeface="Calibri"/>
              </a:defRPr>
            </a:pPr>
            <a:r>
              <a:rPr sz="1350" b="1" i="0">
                <a:solidFill>
                  <a:srgbClr val="F5E7C3"/>
                </a:solidFill>
                <a:latin typeface="Calibri"/>
                <a:ea typeface="Calibri"/>
                <a:cs typeface="Calibri"/>
              </a:rPr>
              <a:t>al hermano que vemos.</a:t>
            </a:r>
          </a:p>
        </p:txBody>
      </p:sp>
      <p:sp>
        <p:nvSpPr>
          <p:cNvPr id="34" name="Conector recto 33">
            <a:extLst xmlns:a="http://schemas.openxmlformats.org/drawingml/2006/main">
              <a:ext uri="{FF2B5EF4-FFF2-40B4-BE49-F238E27FC236}">
                <a16:creationId xmlns:a16="http://schemas.microsoft.com/office/drawing/2014/main" id="{097B30E3-4B9F-42F8-A9F7-556491E3086E}"/>
              </a:ext>
            </a:extLst>
          </p:cNvPr>
          <p:cNvSpPr>
            <a:spLocks xmlns:a="http://schemas.openxmlformats.org/drawingml/2006/main" noGrp="1"/>
          </p:cNvSpPr>
          <p:nvPr/>
        </p:nvSpPr>
        <p:spPr>
          <a:xfrm xmlns:a="http://schemas.openxmlformats.org/drawingml/2006/main">
            <a:off x="9124950" y="3857625"/>
            <a:ext cx="571500" cy="9525"/>
          </a:xfrm>
          <a:prstGeom xmlns:a="http://schemas.openxmlformats.org/drawingml/2006/main" prst="line">
            <a:avLst/>
          </a:prstGeom>
          <a:noFill xmlns:a="http://schemas.openxmlformats.org/drawingml/2006/main"/>
          <a:ln xmlns:a="http://schemas.openxmlformats.org/drawingml/2006/main" w="28575">
            <a:solidFill>
              <a:srgbClr val="D9A441"/>
            </a:solidFill>
            <a:prstDash val="solid"/>
          </a:ln>
        </p:spPr>
      </p:sp>
      <p:sp>
        <p:nvSpPr>
          <p:cNvPr id="35" name="Rectángulo 34">
            <a:extLst xmlns:a="http://schemas.openxmlformats.org/drawingml/2006/main">
              <a:ext uri="{FF2B5EF4-FFF2-40B4-BE49-F238E27FC236}">
                <a16:creationId xmlns:a16="http://schemas.microsoft.com/office/drawing/2014/main" id="{695C0E6E-C3AE-4CF8-8FEA-6B5576C7A4CE}"/>
              </a:ext>
            </a:extLst>
          </p:cNvPr>
          <p:cNvSpPr>
            <a:spLocks xmlns:a="http://schemas.openxmlformats.org/drawingml/2006/main" noGrp="1"/>
          </p:cNvSpPr>
          <p:nvPr/>
        </p:nvSpPr>
        <p:spPr>
          <a:xfrm xmlns:a="http://schemas.openxmlformats.org/drawingml/2006/main">
            <a:off x="9124950" y="4057650"/>
            <a:ext cx="21526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125" b="0" i="0">
                <a:solidFill>
                  <a:srgbClr val="FFFFFF"/>
                </a:solidFill>
                <a:latin typeface="Calibri"/>
                <a:ea typeface="Calibri"/>
                <a:cs typeface="Calibri"/>
              </a:defRPr>
            </a:defPPr>
          </a:lstStyle>
          <a:p xmlns:a="http://schemas.openxmlformats.org/drawingml/2006/main">
            <a:pPr algn="l">
              <a:buNone/>
              <a:defRPr sz="1125" b="0" i="0">
                <a:solidFill>
                  <a:srgbClr val="FFFFFF"/>
                </a:solidFill>
                <a:latin typeface="Calibri"/>
                <a:ea typeface="Calibri"/>
                <a:cs typeface="Calibri"/>
              </a:defRPr>
            </a:pPr>
            <a:r>
              <a:rPr sz="1125" b="0" i="0">
                <a:solidFill>
                  <a:srgbClr val="FFFFFF"/>
                </a:solidFill>
                <a:latin typeface="Calibri"/>
                <a:ea typeface="Calibri"/>
                <a:cs typeface="Calibri"/>
              </a:rPr>
              <a:t>El amor toma el rostro</a:t>
            </a:r>
          </a:p>
          <a:p xmlns:a="http://schemas.openxmlformats.org/drawingml/2006/main">
            <a:pPr algn="l">
              <a:buNone/>
              <a:defRPr sz="1125" b="0" i="0">
                <a:solidFill>
                  <a:srgbClr val="FFFFFF"/>
                </a:solidFill>
                <a:latin typeface="Calibri"/>
                <a:ea typeface="Calibri"/>
                <a:cs typeface="Calibri"/>
              </a:defRPr>
            </a:pPr>
            <a:r>
              <a:rPr sz="1125" b="0" i="0">
                <a:solidFill>
                  <a:srgbClr val="FFFFFF"/>
                </a:solidFill>
                <a:latin typeface="Calibri"/>
                <a:ea typeface="Calibri"/>
                <a:cs typeface="Calibri"/>
              </a:rPr>
              <a:t>de alguien concreto.</a:t>
            </a:r>
          </a:p>
        </p:txBody>
      </p:sp>
      <p:sp>
        <p:nvSpPr>
          <p:cNvPr id="36" name="Rectángulo 35">
            <a:extLst xmlns:a="http://schemas.openxmlformats.org/drawingml/2006/main">
              <a:ext uri="{FF2B5EF4-FFF2-40B4-BE49-F238E27FC236}">
                <a16:creationId xmlns:a16="http://schemas.microsoft.com/office/drawing/2014/main" id="{B381F95A-49F1-4757-9BCD-58948874F0D9}"/>
              </a:ext>
            </a:extLst>
          </p:cNvPr>
          <p:cNvSpPr>
            <a:spLocks xmlns:a="http://schemas.openxmlformats.org/drawingml/2006/main" noGrp="1"/>
          </p:cNvSpPr>
          <p:nvPr/>
        </p:nvSpPr>
        <p:spPr>
          <a:xfrm xmlns:a="http://schemas.openxmlformats.org/drawingml/2006/main">
            <a:off x="533400" y="55816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050" b="1">
                <a:solidFill>
                  <a:srgbClr val="D9A441"/>
                </a:solidFill>
              </a:defRPr>
            </a:pPr>
            <a:r>
              <a:rPr sz="1050" b="1">
                <a:solidFill>
                  <a:srgbClr val="D9A441"/>
                </a:solidFill>
              </a:rPr>
              <a:t>SÍNTESIS</a:t>
            </a:r>
          </a:p>
        </p:txBody>
      </p:sp>
      <p:sp>
        <p:nvSpPr>
          <p:cNvPr id="37" name="Rectángulo 36">
            <a:extLst xmlns:a="http://schemas.openxmlformats.org/drawingml/2006/main">
              <a:ext uri="{FF2B5EF4-FFF2-40B4-BE49-F238E27FC236}">
                <a16:creationId xmlns:a16="http://schemas.microsoft.com/office/drawing/2014/main" id="{1C5AD733-368F-4750-80C9-D90C06620B37}"/>
              </a:ext>
            </a:extLst>
          </p:cNvPr>
          <p:cNvSpPr>
            <a:spLocks xmlns:a="http://schemas.openxmlformats.org/drawingml/2006/main" noGrp="1"/>
          </p:cNvSpPr>
          <p:nvPr/>
        </p:nvSpPr>
        <p:spPr>
          <a:xfrm xmlns:a="http://schemas.openxmlformats.org/drawingml/2006/main">
            <a:off x="1676400" y="5495925"/>
            <a:ext cx="9982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425" b="1" i="0">
                <a:solidFill>
                  <a:srgbClr val="07151F"/>
                </a:solidFill>
                <a:latin typeface="Calibri"/>
                <a:ea typeface="Calibri"/>
                <a:cs typeface="Calibri"/>
              </a:defRPr>
            </a:defPPr>
          </a:lstStyle>
          <a:p xmlns:a="http://schemas.openxmlformats.org/drawingml/2006/main">
            <a:pPr algn="l">
              <a:buNone/>
              <a:defRPr sz="1425" b="1" i="0">
                <a:solidFill>
                  <a:srgbClr val="07151F"/>
                </a:solidFill>
                <a:latin typeface="Calibri"/>
                <a:ea typeface="Calibri"/>
                <a:cs typeface="Calibri"/>
              </a:defRPr>
            </a:pPr>
            <a:r>
              <a:rPr sz="1425" b="1" i="0">
                <a:solidFill>
                  <a:srgbClr val="07151F"/>
                </a:solidFill>
                <a:latin typeface="Calibri"/>
                <a:ea typeface="Calibri"/>
                <a:cs typeface="Calibri"/>
              </a:rPr>
              <a:t>La dignidad del otro merece nuestra atención</a:t>
            </a:r>
          </a:p>
        </p:txBody>
      </p:sp>
      <p:sp>
        <p:nvSpPr>
          <p:cNvPr id="38" name="Rectángulo 37">
            <a:extLst xmlns:a="http://schemas.openxmlformats.org/drawingml/2006/main">
              <a:ext uri="{FF2B5EF4-FFF2-40B4-BE49-F238E27FC236}">
                <a16:creationId xmlns:a16="http://schemas.microsoft.com/office/drawing/2014/main" id="{10B79631-8116-4707-9F97-E11C327DF760}"/>
              </a:ext>
            </a:extLst>
          </p:cNvPr>
          <p:cNvSpPr>
            <a:spLocks xmlns:a="http://schemas.openxmlformats.org/drawingml/2006/main" noGrp="1"/>
          </p:cNvSpPr>
          <p:nvPr/>
        </p:nvSpPr>
        <p:spPr>
          <a:xfrm xmlns:a="http://schemas.openxmlformats.org/drawingml/2006/main">
            <a:off x="533400" y="60769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350" b="0" i="0">
                <a:solidFill>
                  <a:srgbClr val="40565E"/>
                </a:solidFill>
                <a:latin typeface="Calibri"/>
                <a:ea typeface="Calibri"/>
                <a:cs typeface="Calibri"/>
              </a:defRPr>
            </a:defPPr>
          </a:lstStyle>
          <a:p xmlns:a="http://schemas.openxmlformats.org/drawingml/2006/main">
            <a:pPr algn="l">
              <a:buNone/>
              <a:defRPr sz="1350" b="0" i="0">
                <a:solidFill>
                  <a:srgbClr val="40565E"/>
                </a:solidFill>
                <a:latin typeface="Calibri"/>
                <a:ea typeface="Calibri"/>
                <a:cs typeface="Calibri"/>
              </a:defRPr>
            </a:pPr>
            <a:r>
              <a:rPr sz="1350" b="0" i="0">
                <a:solidFill>
                  <a:srgbClr val="40565E"/>
                </a:solidFill>
                <a:latin typeface="Calibri"/>
                <a:ea typeface="Calibri"/>
                <a:cs typeface="Calibri"/>
              </a:rPr>
              <a:t>Pregunta de fondo: ¿qué gesto hará visible esta semana el amor que hemos recibido?</a:t>
            </a:r>
          </a:p>
        </p:txBody>
      </p:sp>
      <p:sp>
        <p:nvSpPr>
          <p:cNvPr id="39" name="Rectángulo 38">
            <a:extLst xmlns:a="http://schemas.openxmlformats.org/drawingml/2006/main">
              <a:ext uri="{FF2B5EF4-FFF2-40B4-BE49-F238E27FC236}">
                <a16:creationId xmlns:a16="http://schemas.microsoft.com/office/drawing/2014/main" id="{4360E03B-D8D8-40B4-A0BC-61403AB2C6AE}"/>
              </a:ext>
            </a:extLst>
          </p:cNvPr>
          <p:cNvSpPr>
            <a:spLocks xmlns:a="http://schemas.openxmlformats.org/drawingml/2006/main" noGrp="1"/>
          </p:cNvSpPr>
          <p:nvPr/>
        </p:nvSpPr>
        <p:spPr>
          <a:xfrm xmlns:a="http://schemas.openxmlformats.org/drawingml/2006/main">
            <a:off x="11334750" y="642937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825" b="0">
                <a:solidFill>
                  <a:srgbClr val="B8C3C7"/>
                </a:solidFill>
              </a:defRPr>
            </a:pPr>
            <a:r>
              <a:rPr sz="825" b="0">
                <a:solidFill>
                  <a:srgbClr val="B8C3C7"/>
                </a:solidFill>
              </a:rPr>
              <a:t>02</a:t>
            </a:r>
          </a:p>
        </p:txBody>
      </p:sp>
    </p:spTree>
    <p:extLst>
      <p:ext uri="{BB962C8B-B14F-4D97-AF65-F5344CB8AC3E}">
        <p14:creationId xmlns:p14="http://schemas.microsoft.com/office/powerpoint/2010/main" val="356377565"/>
      </p:ext>
    </p:extLst>
  </p:cSld>
</p:sld>
</file>

<file path=ppt/slides/slide3.xml><?xml version="1.0" encoding="utf-8"?>
<p:sld xmlns:p="http://schemas.openxmlformats.org/presentationml/2006/main">
  <p:cSld>
    <p:bg>
      <p:bgPr>
        <a:solidFill xmlns:a="http://schemas.openxmlformats.org/drawingml/2006/main">
          <a:srgbClr val="07151F"/>
        </a:solidFill>
      </p:bgPr>
    </p:bg>
    <p:spTree>
      <p:nvGrpSpPr>
        <p:cNvPr id="1" name=""/>
        <p:cNvGrpSpPr/>
        <p:nvPr/>
      </p:nvGrpSpPr>
      <p:grpSpPr>
        <a:xfrm xmlns:a="http://schemas.openxmlformats.org/drawingml/2006/main"/>
      </p:grpSpPr>
      <p:sp>
        <p:nvSpPr>
          <p:cNvPr id="43" name="Rectángulo 42">
            <a:extLst xmlns:a="http://schemas.openxmlformats.org/drawingml/2006/main">
              <a:ext uri="{FF2B5EF4-FFF2-40B4-BE49-F238E27FC236}">
                <a16:creationId xmlns:a16="http://schemas.microsoft.com/office/drawing/2014/main" id="{53C88EF1-7990-4A69-ABBC-6CF451A06446}"/>
              </a:ext>
            </a:extLst>
          </p:cNvPr>
          <p:cNvSpPr>
            <a:spLocks xmlns:a="http://schemas.openxmlformats.org/drawingml/2006/main" noGrp="1"/>
          </p:cNvSpPr>
          <p:nvPr/>
        </p:nvSpPr>
        <p:spPr>
          <a:xfrm xmlns:a="http://schemas.openxmlformats.org/drawingml/2006/main">
            <a:off x="514350" y="247650"/>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2250" b="1">
                <a:solidFill>
                  <a:srgbClr val="FFFFFF"/>
                </a:solidFill>
              </a:defRPr>
            </a:pPr>
            <a:r>
              <a:rPr sz="2250" b="1">
                <a:solidFill>
                  <a:srgbClr val="FFFFFF"/>
                </a:solidFill>
              </a:rPr>
              <a:t>PROPUESTA DE REUNIÓN · 70 MINUTOS</a:t>
            </a:r>
          </a:p>
        </p:txBody>
      </p:sp>
      <p:sp>
        <p:nvSpPr>
          <p:cNvPr id="2" name="Rectángulo 1">
            <a:extLst xmlns:a="http://schemas.openxmlformats.org/drawingml/2006/main">
              <a:ext uri="{FF2B5EF4-FFF2-40B4-BE49-F238E27FC236}">
                <a16:creationId xmlns:a16="http://schemas.microsoft.com/office/drawing/2014/main" id="{92328298-5735-44A1-9D3B-60B29C4F75F3}"/>
              </a:ext>
            </a:extLst>
          </p:cNvPr>
          <p:cNvSpPr>
            <a:spLocks xmlns:a="http://schemas.openxmlformats.org/drawingml/2006/main" noGrp="1"/>
          </p:cNvSpPr>
          <p:nvPr/>
        </p:nvSpPr>
        <p:spPr>
          <a:xfrm xmlns:a="http://schemas.openxmlformats.org/drawingml/2006/main">
            <a:off x="533400" y="666750"/>
            <a:ext cx="876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200" b="0" i="0">
                <a:solidFill>
                  <a:srgbClr val="F5E7C3"/>
                </a:solidFill>
                <a:latin typeface="Calibri"/>
                <a:ea typeface="Calibri"/>
                <a:cs typeface="Calibri"/>
              </a:defRPr>
            </a:defPPr>
          </a:lstStyle>
          <a:p xmlns:a="http://schemas.openxmlformats.org/drawingml/2006/main">
            <a:pPr algn="l">
              <a:buNone/>
              <a:defRPr sz="1200" b="0" i="0">
                <a:solidFill>
                  <a:srgbClr val="F5E7C3"/>
                </a:solidFill>
                <a:latin typeface="Calibri"/>
                <a:ea typeface="Calibri"/>
                <a:cs typeface="Calibri"/>
              </a:defRPr>
            </a:pPr>
            <a:r>
              <a:rPr sz="1200" b="0" i="0">
                <a:solidFill>
                  <a:srgbClr val="F5E7C3"/>
                </a:solidFill>
                <a:latin typeface="Calibri"/>
                <a:ea typeface="Calibri"/>
                <a:cs typeface="Calibri"/>
              </a:rPr>
              <a:t>La fe en nuestra manera de mirar y cuidar</a:t>
            </a:r>
          </a:p>
        </p:txBody>
      </p:sp>
      <p:sp>
        <p:nvSpPr>
          <p:cNvPr id="3" name="Conector recto 2">
            <a:extLst xmlns:a="http://schemas.openxmlformats.org/drawingml/2006/main">
              <a:ext uri="{FF2B5EF4-FFF2-40B4-BE49-F238E27FC236}">
                <a16:creationId xmlns:a16="http://schemas.microsoft.com/office/drawing/2014/main" id="{10BC4743-C41F-4DB3-AE82-190DDB79EDC3}"/>
              </a:ext>
            </a:extLst>
          </p:cNvPr>
          <p:cNvSpPr>
            <a:spLocks xmlns:a="http://schemas.openxmlformats.org/drawingml/2006/main" noGrp="1"/>
          </p:cNvSpPr>
          <p:nvPr/>
        </p:nvSpPr>
        <p:spPr>
          <a:xfrm xmlns:a="http://schemas.openxmlformats.org/drawingml/2006/main">
            <a:off x="533400" y="1066800"/>
            <a:ext cx="11125200" cy="9525"/>
          </a:xfrm>
          <a:prstGeom xmlns:a="http://schemas.openxmlformats.org/drawingml/2006/main" prst="line">
            <a:avLst/>
          </a:prstGeom>
          <a:noFill xmlns:a="http://schemas.openxmlformats.org/drawingml/2006/main"/>
          <a:ln xmlns:a="http://schemas.openxmlformats.org/drawingml/2006/main" w="28575">
            <a:solidFill>
              <a:srgbClr val="D9A441"/>
            </a:solidFill>
            <a:prstDash val="solid"/>
          </a:ln>
        </p:spPr>
      </p:sp>
      <p:sp>
        <p:nvSpPr>
          <p:cNvPr id="4" name="Conector recto 3">
            <a:extLst xmlns:a="http://schemas.openxmlformats.org/drawingml/2006/main">
              <a:ext uri="{FF2B5EF4-FFF2-40B4-BE49-F238E27FC236}">
                <a16:creationId xmlns:a16="http://schemas.microsoft.com/office/drawing/2014/main" id="{6375B53B-3AA1-4460-8323-A486114CD6C2}"/>
              </a:ext>
            </a:extLst>
          </p:cNvPr>
          <p:cNvSpPr>
            <a:spLocks xmlns:a="http://schemas.openxmlformats.org/drawingml/2006/main" noGrp="1"/>
          </p:cNvSpPr>
          <p:nvPr/>
        </p:nvSpPr>
        <p:spPr>
          <a:xfrm xmlns:a="http://schemas.openxmlformats.org/drawingml/2006/main">
            <a:off x="1257300" y="1619250"/>
            <a:ext cx="9525" cy="4000500"/>
          </a:xfrm>
          <a:prstGeom xmlns:a="http://schemas.openxmlformats.org/drawingml/2006/main" prst="line">
            <a:avLst/>
          </a:prstGeom>
          <a:noFill xmlns:a="http://schemas.openxmlformats.org/drawingml/2006/main"/>
          <a:ln xmlns:a="http://schemas.openxmlformats.org/drawingml/2006/main" w="28575">
            <a:solidFill>
              <a:srgbClr val="627984"/>
            </a:solidFill>
            <a:prstDash val="solid"/>
          </a:ln>
        </p:spPr>
      </p:sp>
      <p:sp>
        <p:nvSpPr>
          <p:cNvPr id="5" name="Elipse 4">
            <a:extLst xmlns:a="http://schemas.openxmlformats.org/drawingml/2006/main">
              <a:ext uri="{FF2B5EF4-FFF2-40B4-BE49-F238E27FC236}">
                <a16:creationId xmlns:a16="http://schemas.microsoft.com/office/drawing/2014/main" id="{E8FF985D-7012-4049-8855-F4E7978EF42E}"/>
              </a:ext>
            </a:extLst>
          </p:cNvPr>
          <p:cNvSpPr>
            <a:spLocks xmlns:a="http://schemas.openxmlformats.org/drawingml/2006/main" noGrp="1"/>
          </p:cNvSpPr>
          <p:nvPr/>
        </p:nvSpPr>
        <p:spPr>
          <a:xfrm xmlns:a="http://schemas.openxmlformats.org/drawingml/2006/main">
            <a:off x="1085850" y="1447800"/>
            <a:ext cx="361950" cy="36195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6" name="Rectángulo 5">
            <a:extLst xmlns:a="http://schemas.openxmlformats.org/drawingml/2006/main">
              <a:ext uri="{FF2B5EF4-FFF2-40B4-BE49-F238E27FC236}">
                <a16:creationId xmlns:a16="http://schemas.microsoft.com/office/drawing/2014/main" id="{BCCD8C92-E8A4-4942-8D70-4FEB732106B1}"/>
              </a:ext>
            </a:extLst>
          </p:cNvPr>
          <p:cNvSpPr>
            <a:spLocks xmlns:a="http://schemas.openxmlformats.org/drawingml/2006/main" noGrp="1"/>
          </p:cNvSpPr>
          <p:nvPr/>
        </p:nvSpPr>
        <p:spPr>
          <a:xfrm xmlns:a="http://schemas.openxmlformats.org/drawingml/2006/main">
            <a:off x="1085850" y="14668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1">
                <a:solidFill>
                  <a:srgbClr val="FFFFFF"/>
                </a:solidFill>
              </a:defRPr>
            </a:pPr>
            <a:r>
              <a:rPr sz="1125" b="1">
                <a:solidFill>
                  <a:srgbClr val="FFFFFF"/>
                </a:solidFill>
              </a:rPr>
              <a:t>1</a:t>
            </a:r>
          </a:p>
        </p:txBody>
      </p:sp>
      <p:sp>
        <p:nvSpPr>
          <p:cNvPr id="7" name="Rectángulo 6">
            <a:extLst xmlns:a="http://schemas.openxmlformats.org/drawingml/2006/main">
              <a:ext uri="{FF2B5EF4-FFF2-40B4-BE49-F238E27FC236}">
                <a16:creationId xmlns:a16="http://schemas.microsoft.com/office/drawing/2014/main" id="{7D28D4B5-83E9-4A6C-BA6E-7AF1E1332809}"/>
              </a:ext>
            </a:extLst>
          </p:cNvPr>
          <p:cNvSpPr>
            <a:spLocks xmlns:a="http://schemas.openxmlformats.org/drawingml/2006/main" noGrp="1"/>
          </p:cNvSpPr>
          <p:nvPr/>
        </p:nvSpPr>
        <p:spPr>
          <a:xfrm xmlns:a="http://schemas.openxmlformats.org/drawingml/2006/main">
            <a:off x="533400" y="14668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AAB9BC"/>
                </a:solidFill>
              </a:defRPr>
            </a:pPr>
            <a:r>
              <a:rPr sz="975" b="1">
                <a:solidFill>
                  <a:srgbClr val="AAB9BC"/>
                </a:solidFill>
              </a:rPr>
              <a:t>00′</a:t>
            </a:r>
          </a:p>
        </p:txBody>
      </p:sp>
      <p:sp>
        <p:nvSpPr>
          <p:cNvPr id="8" name="Rectángulo 7">
            <a:extLst xmlns:a="http://schemas.openxmlformats.org/drawingml/2006/main">
              <a:ext uri="{FF2B5EF4-FFF2-40B4-BE49-F238E27FC236}">
                <a16:creationId xmlns:a16="http://schemas.microsoft.com/office/drawing/2014/main" id="{B2EA4705-1FF4-4311-96DC-0AAD55DB29FE}"/>
              </a:ext>
            </a:extLst>
          </p:cNvPr>
          <p:cNvSpPr>
            <a:spLocks xmlns:a="http://schemas.openxmlformats.org/drawingml/2006/main" noGrp="1"/>
          </p:cNvSpPr>
          <p:nvPr/>
        </p:nvSpPr>
        <p:spPr>
          <a:xfrm xmlns:a="http://schemas.openxmlformats.org/drawingml/2006/main">
            <a:off x="1752600" y="13525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350" b="1">
                <a:solidFill>
                  <a:srgbClr val="D9A441"/>
                </a:solidFill>
              </a:defRPr>
            </a:pPr>
            <a:r>
              <a:rPr sz="1350" b="1">
                <a:solidFill>
                  <a:srgbClr val="D9A441"/>
                </a:solidFill>
              </a:rPr>
              <a:t>ESCUCHAR</a:t>
            </a:r>
          </a:p>
        </p:txBody>
      </p:sp>
      <p:sp>
        <p:nvSpPr>
          <p:cNvPr id="9" name="Rectángulo 8">
            <a:extLst xmlns:a="http://schemas.openxmlformats.org/drawingml/2006/main">
              <a:ext uri="{FF2B5EF4-FFF2-40B4-BE49-F238E27FC236}">
                <a16:creationId xmlns:a16="http://schemas.microsoft.com/office/drawing/2014/main" id="{477E6774-15D6-4800-8AA4-01B6AE426F62}"/>
              </a:ext>
            </a:extLst>
          </p:cNvPr>
          <p:cNvSpPr>
            <a:spLocks xmlns:a="http://schemas.openxmlformats.org/drawingml/2006/main" noGrp="1"/>
          </p:cNvSpPr>
          <p:nvPr/>
        </p:nvSpPr>
        <p:spPr>
          <a:xfrm xmlns:a="http://schemas.openxmlformats.org/drawingml/2006/main">
            <a:off x="1752600" y="1647825"/>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125" b="0" i="0">
                <a:solidFill>
                  <a:srgbClr val="FFFFFF"/>
                </a:solidFill>
                <a:latin typeface="Calibri"/>
                <a:ea typeface="Calibri"/>
                <a:cs typeface="Calibri"/>
              </a:defRPr>
            </a:defPPr>
          </a:lstStyle>
          <a:p xmlns:a="http://schemas.openxmlformats.org/drawingml/2006/main">
            <a:pPr algn="l">
              <a:buNone/>
              <a:defRPr sz="1125" b="0" i="0">
                <a:solidFill>
                  <a:srgbClr val="FFFFFF"/>
                </a:solidFill>
                <a:latin typeface="Calibri"/>
                <a:ea typeface="Calibri"/>
                <a:cs typeface="Calibri"/>
              </a:defRPr>
            </a:pPr>
            <a:r>
              <a:rPr sz="1125" b="0" i="0">
                <a:solidFill>
                  <a:srgbClr val="FFFFFF"/>
                </a:solidFill>
                <a:latin typeface="Calibri"/>
                <a:ea typeface="Calibri"/>
                <a:cs typeface="Calibri"/>
              </a:rPr>
              <a:t>Oír «Que se te note en mí» completa</a:t>
            </a:r>
          </a:p>
          <a:p xmlns:a="http://schemas.openxmlformats.org/drawingml/2006/main">
            <a:pPr algn="l">
              <a:buNone/>
              <a:defRPr sz="1125" b="0" i="0">
                <a:solidFill>
                  <a:srgbClr val="FFFFFF"/>
                </a:solidFill>
                <a:latin typeface="Calibri"/>
                <a:ea typeface="Calibri"/>
                <a:cs typeface="Calibri"/>
              </a:defRPr>
            </a:pPr>
            <a:r>
              <a:rPr sz="1125" b="0" i="0">
                <a:solidFill>
                  <a:srgbClr val="FFFFFF"/>
                </a:solidFill>
                <a:latin typeface="Calibri"/>
                <a:ea typeface="Calibri"/>
                <a:cs typeface="Calibri"/>
              </a:rPr>
              <a:t>y dejar un breve silencio.</a:t>
            </a:r>
          </a:p>
        </p:txBody>
      </p:sp>
      <p:sp>
        <p:nvSpPr>
          <p:cNvPr id="10" name="Rectángulo: esquinas redondeadas 9">
            <a:extLst xmlns:a="http://schemas.openxmlformats.org/drawingml/2006/main">
              <a:ext uri="{FF2B5EF4-FFF2-40B4-BE49-F238E27FC236}">
                <a16:creationId xmlns:a16="http://schemas.microsoft.com/office/drawing/2014/main" id="{2093CDD0-60C3-4498-B8E9-DFB2374BE143}"/>
              </a:ext>
            </a:extLst>
          </p:cNvPr>
          <p:cNvSpPr>
            <a:spLocks xmlns:a="http://schemas.openxmlformats.org/drawingml/2006/main" noGrp="1"/>
          </p:cNvSpPr>
          <p:nvPr/>
        </p:nvSpPr>
        <p:spPr>
          <a:xfrm xmlns:a="http://schemas.openxmlformats.org/drawingml/2006/main">
            <a:off x="6524625" y="1352550"/>
            <a:ext cx="4953000" cy="666750"/>
          </a:xfrm>
          <a:prstGeom xmlns:a="http://schemas.openxmlformats.org/drawingml/2006/main" prst="roundRect">
            <a:avLst>
              <a:gd name="adj" fmla="val 17143"/>
            </a:avLst>
          </a:prstGeom>
          <a:ln xmlns:a="http://schemas.openxmlformats.org/drawingml/2006/main" w="9525">
            <a:solidFill>
              <a:srgbClr val="6E8790"/>
            </a:solidFill>
            <a:prstDash val="solid"/>
          </a:ln>
        </p:spPr>
      </p:sp>
      <p:sp>
        <p:nvSpPr>
          <p:cNvPr id="11" name="Rectángulo 10">
            <a:extLst xmlns:a="http://schemas.openxmlformats.org/drawingml/2006/main">
              <a:ext uri="{FF2B5EF4-FFF2-40B4-BE49-F238E27FC236}">
                <a16:creationId xmlns:a16="http://schemas.microsoft.com/office/drawing/2014/main" id="{3A81FBB7-1C20-4A8B-B498-33B54ED26EF9}"/>
              </a:ext>
            </a:extLst>
          </p:cNvPr>
          <p:cNvSpPr>
            <a:spLocks xmlns:a="http://schemas.openxmlformats.org/drawingml/2006/main" noGrp="1"/>
          </p:cNvSpPr>
          <p:nvPr/>
        </p:nvSpPr>
        <p:spPr>
          <a:xfrm xmlns:a="http://schemas.openxmlformats.org/drawingml/2006/main">
            <a:off x="6743700" y="1447800"/>
            <a:ext cx="451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275" b="1" i="0">
                <a:solidFill>
                  <a:srgbClr val="F5E7C3"/>
                </a:solidFill>
                <a:latin typeface="Calibri"/>
                <a:ea typeface="Calibri"/>
                <a:cs typeface="Calibri"/>
              </a:defRPr>
            </a:defPPr>
          </a:lstStyle>
          <a:p xmlns:a="http://schemas.openxmlformats.org/drawingml/2006/main">
            <a:pPr algn="l">
              <a:buNone/>
              <a:defRPr sz="1275" b="1" i="0">
                <a:solidFill>
                  <a:srgbClr val="F5E7C3"/>
                </a:solidFill>
                <a:latin typeface="Calibri"/>
                <a:ea typeface="Calibri"/>
                <a:cs typeface="Calibri"/>
              </a:defRPr>
            </a:pPr>
            <a:r>
              <a:rPr sz="1275" b="1" i="0">
                <a:solidFill>
                  <a:srgbClr val="F5E7C3"/>
                </a:solidFill>
                <a:latin typeface="Calibri"/>
                <a:ea typeface="Calibri"/>
                <a:cs typeface="Calibri"/>
              </a:rPr>
              <a:t>¿Qué verso se parece a algo</a:t>
            </a:r>
          </a:p>
          <a:p xmlns:a="http://schemas.openxmlformats.org/drawingml/2006/main">
            <a:pPr algn="l">
              <a:buNone/>
              <a:defRPr sz="1275" b="1" i="0">
                <a:solidFill>
                  <a:srgbClr val="F5E7C3"/>
                </a:solidFill>
                <a:latin typeface="Calibri"/>
                <a:ea typeface="Calibri"/>
                <a:cs typeface="Calibri"/>
              </a:defRPr>
            </a:pPr>
            <a:r>
              <a:rPr sz="1275" b="1" i="0">
                <a:solidFill>
                  <a:srgbClr val="F5E7C3"/>
                </a:solidFill>
                <a:latin typeface="Calibri"/>
                <a:ea typeface="Calibri"/>
                <a:cs typeface="Calibri"/>
              </a:rPr>
              <a:t>que estoy viviendo?</a:t>
            </a:r>
          </a:p>
        </p:txBody>
      </p:sp>
      <p:sp>
        <p:nvSpPr>
          <p:cNvPr id="12" name="Elipse 11">
            <a:extLst xmlns:a="http://schemas.openxmlformats.org/drawingml/2006/main">
              <a:ext uri="{FF2B5EF4-FFF2-40B4-BE49-F238E27FC236}">
                <a16:creationId xmlns:a16="http://schemas.microsoft.com/office/drawing/2014/main" id="{82CE6E74-11DE-4371-9707-7D819C30048E}"/>
              </a:ext>
            </a:extLst>
          </p:cNvPr>
          <p:cNvSpPr>
            <a:spLocks xmlns:a="http://schemas.openxmlformats.org/drawingml/2006/main" noGrp="1"/>
          </p:cNvSpPr>
          <p:nvPr/>
        </p:nvSpPr>
        <p:spPr>
          <a:xfrm xmlns:a="http://schemas.openxmlformats.org/drawingml/2006/main">
            <a:off x="1085850" y="2362200"/>
            <a:ext cx="361950" cy="36195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13" name="Rectángulo 12">
            <a:extLst xmlns:a="http://schemas.openxmlformats.org/drawingml/2006/main">
              <a:ext uri="{FF2B5EF4-FFF2-40B4-BE49-F238E27FC236}">
                <a16:creationId xmlns:a16="http://schemas.microsoft.com/office/drawing/2014/main" id="{6E14E9C9-CBA7-46E4-9814-7F335CF54272}"/>
              </a:ext>
            </a:extLst>
          </p:cNvPr>
          <p:cNvSpPr>
            <a:spLocks xmlns:a="http://schemas.openxmlformats.org/drawingml/2006/main" noGrp="1"/>
          </p:cNvSpPr>
          <p:nvPr/>
        </p:nvSpPr>
        <p:spPr>
          <a:xfrm xmlns:a="http://schemas.openxmlformats.org/drawingml/2006/main">
            <a:off x="1085850" y="23812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1">
                <a:solidFill>
                  <a:srgbClr val="FFFFFF"/>
                </a:solidFill>
              </a:defRPr>
            </a:pPr>
            <a:r>
              <a:rPr sz="1125" b="1">
                <a:solidFill>
                  <a:srgbClr val="FFFFFF"/>
                </a:solidFill>
              </a:rPr>
              <a:t>2</a:t>
            </a:r>
          </a:p>
        </p:txBody>
      </p:sp>
      <p:sp>
        <p:nvSpPr>
          <p:cNvPr id="14" name="Rectángulo 13">
            <a:extLst xmlns:a="http://schemas.openxmlformats.org/drawingml/2006/main">
              <a:ext uri="{FF2B5EF4-FFF2-40B4-BE49-F238E27FC236}">
                <a16:creationId xmlns:a16="http://schemas.microsoft.com/office/drawing/2014/main" id="{E292DDD7-9BF5-4785-AA91-207E5346E5FA}"/>
              </a:ext>
            </a:extLst>
          </p:cNvPr>
          <p:cNvSpPr>
            <a:spLocks xmlns:a="http://schemas.openxmlformats.org/drawingml/2006/main" noGrp="1"/>
          </p:cNvSpPr>
          <p:nvPr/>
        </p:nvSpPr>
        <p:spPr>
          <a:xfrm xmlns:a="http://schemas.openxmlformats.org/drawingml/2006/main">
            <a:off x="533400" y="23812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AAB9BC"/>
                </a:solidFill>
              </a:defRPr>
            </a:pPr>
            <a:r>
              <a:rPr sz="975" b="1">
                <a:solidFill>
                  <a:srgbClr val="AAB9BC"/>
                </a:solidFill>
              </a:rPr>
              <a:t>08′</a:t>
            </a:r>
          </a:p>
        </p:txBody>
      </p:sp>
      <p:sp>
        <p:nvSpPr>
          <p:cNvPr id="15" name="Rectángulo 14">
            <a:extLst xmlns:a="http://schemas.openxmlformats.org/drawingml/2006/main">
              <a:ext uri="{FF2B5EF4-FFF2-40B4-BE49-F238E27FC236}">
                <a16:creationId xmlns:a16="http://schemas.microsoft.com/office/drawing/2014/main" id="{A514BB4A-2401-4F6B-BDB3-187145CB7CF1}"/>
              </a:ext>
            </a:extLst>
          </p:cNvPr>
          <p:cNvSpPr>
            <a:spLocks xmlns:a="http://schemas.openxmlformats.org/drawingml/2006/main" noGrp="1"/>
          </p:cNvSpPr>
          <p:nvPr/>
        </p:nvSpPr>
        <p:spPr>
          <a:xfrm xmlns:a="http://schemas.openxmlformats.org/drawingml/2006/main">
            <a:off x="1752600" y="2266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algn="l">
              <a:buNone/>
              <a:defRPr sz="1350" b="1">
                <a:solidFill>
                  <a:srgbClr val="D9A441"/>
                </a:solidFill>
                <a:latin typeface="Calibri"/>
                <a:ea typeface="Calibri"/>
                <a:cs typeface="Calibri"/>
              </a:defRPr>
            </a:pPr>
            <a:r>
              <a:rPr sz="1350" b="1">
                <a:solidFill>
                  <a:srgbClr val="D9A441"/>
                </a:solidFill>
                <a:latin typeface="Calibri"/>
                <a:ea typeface="Calibri"/>
                <a:cs typeface="Calibri"/>
              </a:rPr>
              <a:t>RECONOCER</a:t>
            </a:r>
          </a:p>
        </p:txBody>
      </p:sp>
      <p:sp>
        <p:nvSpPr>
          <p:cNvPr id="16" name="Rectángulo 15">
            <a:extLst xmlns:a="http://schemas.openxmlformats.org/drawingml/2006/main">
              <a:ext uri="{FF2B5EF4-FFF2-40B4-BE49-F238E27FC236}">
                <a16:creationId xmlns:a16="http://schemas.microsoft.com/office/drawing/2014/main" id="{98ED842D-F6DE-40B3-A888-6D81AA91D890}"/>
              </a:ext>
            </a:extLst>
          </p:cNvPr>
          <p:cNvSpPr>
            <a:spLocks xmlns:a="http://schemas.openxmlformats.org/drawingml/2006/main" noGrp="1"/>
          </p:cNvSpPr>
          <p:nvPr/>
        </p:nvSpPr>
        <p:spPr>
          <a:xfrm xmlns:a="http://schemas.openxmlformats.org/drawingml/2006/main">
            <a:off x="1752600" y="2562225"/>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125" b="0" i="0">
                <a:solidFill>
                  <a:srgbClr val="FFFFFF"/>
                </a:solidFill>
                <a:latin typeface="Calibri"/>
                <a:ea typeface="Calibri"/>
                <a:cs typeface="Calibri"/>
              </a:defRPr>
            </a:defPPr>
          </a:lstStyle>
          <a:p xmlns:a="http://schemas.openxmlformats.org/drawingml/2006/main">
            <a:pPr algn="l">
              <a:buNone/>
              <a:defRPr sz="1125" b="0" i="0">
                <a:solidFill>
                  <a:srgbClr val="FFFFFF"/>
                </a:solidFill>
                <a:latin typeface="Calibri"/>
                <a:ea typeface="Calibri"/>
                <a:cs typeface="Calibri"/>
              </a:defRPr>
            </a:pPr>
            <a:r>
              <a:rPr sz="1125" b="0" i="0">
                <a:solidFill>
                  <a:srgbClr val="FFFFFF"/>
                </a:solidFill>
                <a:latin typeface="Calibri"/>
                <a:ea typeface="Calibri"/>
                <a:cs typeface="Calibri"/>
              </a:rPr>
              <a:t>Recordar cuándo buscamos aprobación.</a:t>
            </a:r>
          </a:p>
          <a:p xmlns:a="http://schemas.openxmlformats.org/drawingml/2006/main">
            <a:pPr algn="l">
              <a:buNone/>
              <a:defRPr sz="1125" b="0" i="0">
                <a:solidFill>
                  <a:srgbClr val="FFFFFF"/>
                </a:solidFill>
                <a:latin typeface="Calibri"/>
                <a:ea typeface="Calibri"/>
                <a:cs typeface="Calibri"/>
              </a:defRPr>
            </a:pPr>
            <a:r>
              <a:rPr sz="1125" b="0" i="0">
                <a:solidFill>
                  <a:srgbClr val="FFFFFF"/>
                </a:solidFill>
                <a:latin typeface="Calibri"/>
                <a:ea typeface="Calibri"/>
                <a:cs typeface="Calibri"/>
              </a:rPr>
              <a:t>Compartirlo es opcional.</a:t>
            </a:r>
          </a:p>
        </p:txBody>
      </p:sp>
      <p:sp>
        <p:nvSpPr>
          <p:cNvPr id="17" name="Rectángulo: esquinas redondeadas 16">
            <a:extLst xmlns:a="http://schemas.openxmlformats.org/drawingml/2006/main">
              <a:ext uri="{FF2B5EF4-FFF2-40B4-BE49-F238E27FC236}">
                <a16:creationId xmlns:a16="http://schemas.microsoft.com/office/drawing/2014/main" id="{844D3CC3-83C2-4555-AA49-17F6F0358EF9}"/>
              </a:ext>
            </a:extLst>
          </p:cNvPr>
          <p:cNvSpPr>
            <a:spLocks xmlns:a="http://schemas.openxmlformats.org/drawingml/2006/main" noGrp="1"/>
          </p:cNvSpPr>
          <p:nvPr/>
        </p:nvSpPr>
        <p:spPr>
          <a:xfrm xmlns:a="http://schemas.openxmlformats.org/drawingml/2006/main">
            <a:off x="6524625" y="2266950"/>
            <a:ext cx="4953000" cy="666750"/>
          </a:xfrm>
          <a:prstGeom xmlns:a="http://schemas.openxmlformats.org/drawingml/2006/main" prst="roundRect">
            <a:avLst>
              <a:gd name="adj" fmla="val 17143"/>
            </a:avLst>
          </a:prstGeom>
          <a:ln xmlns:a="http://schemas.openxmlformats.org/drawingml/2006/main" w="9525">
            <a:solidFill>
              <a:srgbClr val="6E8790"/>
            </a:solidFill>
            <a:prstDash val="solid"/>
          </a:ln>
        </p:spPr>
      </p:sp>
      <p:sp>
        <p:nvSpPr>
          <p:cNvPr id="18" name="Rectángulo 17">
            <a:extLst xmlns:a="http://schemas.openxmlformats.org/drawingml/2006/main">
              <a:ext uri="{FF2B5EF4-FFF2-40B4-BE49-F238E27FC236}">
                <a16:creationId xmlns:a16="http://schemas.microsoft.com/office/drawing/2014/main" id="{70419300-4ED5-4180-85A1-517F52DFD2FB}"/>
              </a:ext>
            </a:extLst>
          </p:cNvPr>
          <p:cNvSpPr>
            <a:spLocks xmlns:a="http://schemas.openxmlformats.org/drawingml/2006/main" noGrp="1"/>
          </p:cNvSpPr>
          <p:nvPr/>
        </p:nvSpPr>
        <p:spPr>
          <a:xfrm xmlns:a="http://schemas.openxmlformats.org/drawingml/2006/main">
            <a:off x="6743700" y="2362200"/>
            <a:ext cx="451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275" b="1" i="0">
                <a:solidFill>
                  <a:srgbClr val="F5E7C3"/>
                </a:solidFill>
                <a:latin typeface="Calibri"/>
                <a:ea typeface="Calibri"/>
                <a:cs typeface="Calibri"/>
              </a:defRPr>
            </a:defPPr>
          </a:lstStyle>
          <a:p xmlns:a="http://schemas.openxmlformats.org/drawingml/2006/main">
            <a:pPr algn="l">
              <a:buNone/>
              <a:defRPr sz="1275" b="1" i="0">
                <a:solidFill>
                  <a:srgbClr val="F5E7C3"/>
                </a:solidFill>
                <a:latin typeface="Calibri"/>
                <a:ea typeface="Calibri"/>
                <a:cs typeface="Calibri"/>
              </a:defRPr>
            </a:pPr>
            <a:r>
              <a:rPr sz="1275" b="1" i="0">
                <a:solidFill>
                  <a:srgbClr val="F5E7C3"/>
                </a:solidFill>
                <a:latin typeface="Calibri"/>
                <a:ea typeface="Calibri"/>
                <a:cs typeface="Calibri"/>
              </a:rPr>
              <a:t>¿Qué cedo de mí por miedo</a:t>
            </a:r>
          </a:p>
          <a:p xmlns:a="http://schemas.openxmlformats.org/drawingml/2006/main">
            <a:pPr algn="l">
              <a:buNone/>
              <a:defRPr sz="1275" b="1" i="0">
                <a:solidFill>
                  <a:srgbClr val="F5E7C3"/>
                </a:solidFill>
                <a:latin typeface="Calibri"/>
                <a:ea typeface="Calibri"/>
                <a:cs typeface="Calibri"/>
              </a:defRPr>
            </a:pPr>
            <a:r>
              <a:rPr sz="1275" b="1" i="0">
                <a:solidFill>
                  <a:srgbClr val="F5E7C3"/>
                </a:solidFill>
                <a:latin typeface="Calibri"/>
                <a:ea typeface="Calibri"/>
                <a:cs typeface="Calibri"/>
              </a:rPr>
              <a:t>a no encajar?</a:t>
            </a:r>
          </a:p>
        </p:txBody>
      </p:sp>
      <p:sp>
        <p:nvSpPr>
          <p:cNvPr id="19" name="Elipse 18">
            <a:extLst xmlns:a="http://schemas.openxmlformats.org/drawingml/2006/main">
              <a:ext uri="{FF2B5EF4-FFF2-40B4-BE49-F238E27FC236}">
                <a16:creationId xmlns:a16="http://schemas.microsoft.com/office/drawing/2014/main" id="{21440157-A5B3-4220-B61D-9DB2AB3DCF44}"/>
              </a:ext>
            </a:extLst>
          </p:cNvPr>
          <p:cNvSpPr>
            <a:spLocks xmlns:a="http://schemas.openxmlformats.org/drawingml/2006/main" noGrp="1"/>
          </p:cNvSpPr>
          <p:nvPr/>
        </p:nvSpPr>
        <p:spPr>
          <a:xfrm xmlns:a="http://schemas.openxmlformats.org/drawingml/2006/main">
            <a:off x="1085850" y="3276600"/>
            <a:ext cx="361950" cy="36195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20" name="Rectángulo 19">
            <a:extLst xmlns:a="http://schemas.openxmlformats.org/drawingml/2006/main">
              <a:ext uri="{FF2B5EF4-FFF2-40B4-BE49-F238E27FC236}">
                <a16:creationId xmlns:a16="http://schemas.microsoft.com/office/drawing/2014/main" id="{98DCD944-D80F-4335-93F8-2FBC2D625A33}"/>
              </a:ext>
            </a:extLst>
          </p:cNvPr>
          <p:cNvSpPr>
            <a:spLocks xmlns:a="http://schemas.openxmlformats.org/drawingml/2006/main" noGrp="1"/>
          </p:cNvSpPr>
          <p:nvPr/>
        </p:nvSpPr>
        <p:spPr>
          <a:xfrm xmlns:a="http://schemas.openxmlformats.org/drawingml/2006/main">
            <a:off x="1085850" y="32956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1">
                <a:solidFill>
                  <a:srgbClr val="FFFFFF"/>
                </a:solidFill>
              </a:defRPr>
            </a:pPr>
            <a:r>
              <a:rPr sz="1125" b="1">
                <a:solidFill>
                  <a:srgbClr val="FFFFFF"/>
                </a:solidFill>
              </a:rPr>
              <a:t>3</a:t>
            </a:r>
          </a:p>
        </p:txBody>
      </p:sp>
      <p:sp>
        <p:nvSpPr>
          <p:cNvPr id="21" name="Rectángulo 20">
            <a:extLst xmlns:a="http://schemas.openxmlformats.org/drawingml/2006/main">
              <a:ext uri="{FF2B5EF4-FFF2-40B4-BE49-F238E27FC236}">
                <a16:creationId xmlns:a16="http://schemas.microsoft.com/office/drawing/2014/main" id="{3195E1D4-5B20-49BE-92FF-51BA140D50C1}"/>
              </a:ext>
            </a:extLst>
          </p:cNvPr>
          <p:cNvSpPr>
            <a:spLocks xmlns:a="http://schemas.openxmlformats.org/drawingml/2006/main" noGrp="1"/>
          </p:cNvSpPr>
          <p:nvPr/>
        </p:nvSpPr>
        <p:spPr>
          <a:xfrm xmlns:a="http://schemas.openxmlformats.org/drawingml/2006/main">
            <a:off x="533400" y="32956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AAB9BC"/>
                </a:solidFill>
              </a:defRPr>
            </a:pPr>
            <a:r>
              <a:rPr sz="975" b="1">
                <a:solidFill>
                  <a:srgbClr val="AAB9BC"/>
                </a:solidFill>
              </a:rPr>
              <a:t>20′</a:t>
            </a:r>
          </a:p>
        </p:txBody>
      </p:sp>
      <p:sp>
        <p:nvSpPr>
          <p:cNvPr id="22" name="Rectángulo 21">
            <a:extLst xmlns:a="http://schemas.openxmlformats.org/drawingml/2006/main">
              <a:ext uri="{FF2B5EF4-FFF2-40B4-BE49-F238E27FC236}">
                <a16:creationId xmlns:a16="http://schemas.microsoft.com/office/drawing/2014/main" id="{15AF171C-7201-47F1-AED5-9E8D281081A1}"/>
              </a:ext>
            </a:extLst>
          </p:cNvPr>
          <p:cNvSpPr>
            <a:spLocks xmlns:a="http://schemas.openxmlformats.org/drawingml/2006/main" noGrp="1"/>
          </p:cNvSpPr>
          <p:nvPr/>
        </p:nvSpPr>
        <p:spPr>
          <a:xfrm xmlns:a="http://schemas.openxmlformats.org/drawingml/2006/main">
            <a:off x="1752600" y="31813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350" b="1">
                <a:solidFill>
                  <a:srgbClr val="D9A441"/>
                </a:solidFill>
              </a:defRPr>
            </a:pPr>
            <a:r>
              <a:rPr sz="1350" b="1">
                <a:solidFill>
                  <a:srgbClr val="D9A441"/>
                </a:solidFill>
              </a:rPr>
              <a:t>ILUMINAR</a:t>
            </a:r>
          </a:p>
        </p:txBody>
      </p:sp>
      <p:sp>
        <p:nvSpPr>
          <p:cNvPr id="23" name="Rectángulo 22">
            <a:extLst xmlns:a="http://schemas.openxmlformats.org/drawingml/2006/main">
              <a:ext uri="{FF2B5EF4-FFF2-40B4-BE49-F238E27FC236}">
                <a16:creationId xmlns:a16="http://schemas.microsoft.com/office/drawing/2014/main" id="{5685EC69-1FED-4758-B7B9-83DB3A0BB403}"/>
              </a:ext>
            </a:extLst>
          </p:cNvPr>
          <p:cNvSpPr>
            <a:spLocks xmlns:a="http://schemas.openxmlformats.org/drawingml/2006/main" noGrp="1"/>
          </p:cNvSpPr>
          <p:nvPr/>
        </p:nvSpPr>
        <p:spPr>
          <a:xfrm xmlns:a="http://schemas.openxmlformats.org/drawingml/2006/main">
            <a:off x="1752600" y="3476625"/>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125" b="0" i="0">
                <a:solidFill>
                  <a:srgbClr val="FFFFFF"/>
                </a:solidFill>
                <a:latin typeface="Calibri"/>
                <a:ea typeface="Calibri"/>
                <a:cs typeface="Calibri"/>
              </a:defRPr>
            </a:defPPr>
          </a:lstStyle>
          <a:p xmlns:a="http://schemas.openxmlformats.org/drawingml/2006/main">
            <a:pPr algn="l">
              <a:buNone/>
              <a:defRPr sz="1125" b="0" i="0">
                <a:solidFill>
                  <a:srgbClr val="FFFFFF"/>
                </a:solidFill>
                <a:latin typeface="Calibri"/>
                <a:ea typeface="Calibri"/>
                <a:cs typeface="Calibri"/>
              </a:defRPr>
            </a:pPr>
            <a:r>
              <a:rPr sz="1125" b="0" i="0">
                <a:solidFill>
                  <a:srgbClr val="FFFFFF"/>
                </a:solidFill>
                <a:latin typeface="Calibri"/>
                <a:ea typeface="Calibri"/>
                <a:cs typeface="Calibri"/>
              </a:rPr>
              <a:t>Leer Mt 22,15–21: la moneda y la respuesta.</a:t>
            </a:r>
          </a:p>
          <a:p xmlns:a="http://schemas.openxmlformats.org/drawingml/2006/main">
            <a:pPr algn="l">
              <a:buNone/>
              <a:defRPr sz="1125" b="0" i="0">
                <a:solidFill>
                  <a:srgbClr val="FFFFFF"/>
                </a:solidFill>
                <a:latin typeface="Calibri"/>
                <a:ea typeface="Calibri"/>
                <a:cs typeface="Calibri"/>
              </a:defRPr>
            </a:pPr>
            <a:r>
              <a:rPr sz="1125" b="0" i="0">
                <a:solidFill>
                  <a:srgbClr val="FFFFFF"/>
                </a:solidFill>
                <a:latin typeface="Calibri"/>
                <a:ea typeface="Calibri"/>
                <a:cs typeface="Calibri"/>
              </a:rPr>
              <a:t>Relacionar con Gn 1,26–27.</a:t>
            </a:r>
          </a:p>
        </p:txBody>
      </p:sp>
      <p:sp>
        <p:nvSpPr>
          <p:cNvPr id="24" name="Rectángulo: esquinas redondeadas 23">
            <a:extLst xmlns:a="http://schemas.openxmlformats.org/drawingml/2006/main">
              <a:ext uri="{FF2B5EF4-FFF2-40B4-BE49-F238E27FC236}">
                <a16:creationId xmlns:a16="http://schemas.microsoft.com/office/drawing/2014/main" id="{906FFFBE-D862-49A8-9A23-FFDE300EF90F}"/>
              </a:ext>
            </a:extLst>
          </p:cNvPr>
          <p:cNvSpPr>
            <a:spLocks xmlns:a="http://schemas.openxmlformats.org/drawingml/2006/main" noGrp="1"/>
          </p:cNvSpPr>
          <p:nvPr/>
        </p:nvSpPr>
        <p:spPr>
          <a:xfrm xmlns:a="http://schemas.openxmlformats.org/drawingml/2006/main">
            <a:off x="6524625" y="3181350"/>
            <a:ext cx="4953000" cy="666750"/>
          </a:xfrm>
          <a:prstGeom xmlns:a="http://schemas.openxmlformats.org/drawingml/2006/main" prst="roundRect">
            <a:avLst>
              <a:gd name="adj" fmla="val 17143"/>
            </a:avLst>
          </a:prstGeom>
          <a:ln xmlns:a="http://schemas.openxmlformats.org/drawingml/2006/main" w="9525">
            <a:solidFill>
              <a:srgbClr val="6E8790"/>
            </a:solidFill>
            <a:prstDash val="solid"/>
          </a:ln>
        </p:spPr>
      </p:sp>
      <p:sp>
        <p:nvSpPr>
          <p:cNvPr id="25" name="Rectángulo 24">
            <a:extLst xmlns:a="http://schemas.openxmlformats.org/drawingml/2006/main">
              <a:ext uri="{FF2B5EF4-FFF2-40B4-BE49-F238E27FC236}">
                <a16:creationId xmlns:a16="http://schemas.microsoft.com/office/drawing/2014/main" id="{7CFFC0D1-2720-4CFD-8F95-8EB2A021B3FE}"/>
              </a:ext>
            </a:extLst>
          </p:cNvPr>
          <p:cNvSpPr>
            <a:spLocks xmlns:a="http://schemas.openxmlformats.org/drawingml/2006/main" noGrp="1"/>
          </p:cNvSpPr>
          <p:nvPr/>
        </p:nvSpPr>
        <p:spPr>
          <a:xfrm xmlns:a="http://schemas.openxmlformats.org/drawingml/2006/main">
            <a:off x="6743700" y="3276600"/>
            <a:ext cx="451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275" b="1" i="0">
                <a:solidFill>
                  <a:srgbClr val="F5E7C3"/>
                </a:solidFill>
                <a:latin typeface="Calibri"/>
                <a:ea typeface="Calibri"/>
                <a:cs typeface="Calibri"/>
              </a:defRPr>
            </a:defPPr>
          </a:lstStyle>
          <a:p xmlns:a="http://schemas.openxmlformats.org/drawingml/2006/main">
            <a:pPr algn="l">
              <a:buNone/>
              <a:defRPr sz="1275" b="1" i="0">
                <a:solidFill>
                  <a:srgbClr val="F5E7C3"/>
                </a:solidFill>
                <a:latin typeface="Calibri"/>
                <a:ea typeface="Calibri"/>
                <a:cs typeface="Calibri"/>
              </a:defRPr>
            </a:pPr>
            <a:r>
              <a:rPr sz="1275" b="1" i="0">
                <a:solidFill>
                  <a:srgbClr val="F5E7C3"/>
                </a:solidFill>
                <a:latin typeface="Calibri"/>
                <a:ea typeface="Calibri"/>
                <a:cs typeface="Calibri"/>
              </a:rPr>
              <a:t>¿Qué merece mi responsabilidad</a:t>
            </a:r>
          </a:p>
          <a:p xmlns:a="http://schemas.openxmlformats.org/drawingml/2006/main">
            <a:pPr algn="l">
              <a:buNone/>
              <a:defRPr sz="1275" b="1" i="0">
                <a:solidFill>
                  <a:srgbClr val="F5E7C3"/>
                </a:solidFill>
                <a:latin typeface="Calibri"/>
                <a:ea typeface="Calibri"/>
                <a:cs typeface="Calibri"/>
              </a:defRPr>
            </a:pPr>
            <a:r>
              <a:rPr sz="1275" b="1" i="0">
                <a:solidFill>
                  <a:srgbClr val="F5E7C3"/>
                </a:solidFill>
                <a:latin typeface="Calibri"/>
                <a:ea typeface="Calibri"/>
                <a:cs typeface="Calibri"/>
              </a:rPr>
              <a:t>y qué ocupa el lugar de Dios?</a:t>
            </a:r>
          </a:p>
        </p:txBody>
      </p:sp>
      <p:sp>
        <p:nvSpPr>
          <p:cNvPr id="26" name="Elipse 25">
            <a:extLst xmlns:a="http://schemas.openxmlformats.org/drawingml/2006/main">
              <a:ext uri="{FF2B5EF4-FFF2-40B4-BE49-F238E27FC236}">
                <a16:creationId xmlns:a16="http://schemas.microsoft.com/office/drawing/2014/main" id="{6E6643F4-6238-46E9-8AB2-F53E1FDCA93E}"/>
              </a:ext>
            </a:extLst>
          </p:cNvPr>
          <p:cNvSpPr>
            <a:spLocks xmlns:a="http://schemas.openxmlformats.org/drawingml/2006/main" noGrp="1"/>
          </p:cNvSpPr>
          <p:nvPr/>
        </p:nvSpPr>
        <p:spPr>
          <a:xfrm xmlns:a="http://schemas.openxmlformats.org/drawingml/2006/main">
            <a:off x="1085850" y="4191000"/>
            <a:ext cx="361950" cy="36195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27" name="Rectángulo 26">
            <a:extLst xmlns:a="http://schemas.openxmlformats.org/drawingml/2006/main">
              <a:ext uri="{FF2B5EF4-FFF2-40B4-BE49-F238E27FC236}">
                <a16:creationId xmlns:a16="http://schemas.microsoft.com/office/drawing/2014/main" id="{87CC754A-24A1-4F48-96FC-75E0CBD33137}"/>
              </a:ext>
            </a:extLst>
          </p:cNvPr>
          <p:cNvSpPr>
            <a:spLocks xmlns:a="http://schemas.openxmlformats.org/drawingml/2006/main" noGrp="1"/>
          </p:cNvSpPr>
          <p:nvPr/>
        </p:nvSpPr>
        <p:spPr>
          <a:xfrm xmlns:a="http://schemas.openxmlformats.org/drawingml/2006/main">
            <a:off x="1085850" y="42100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1">
                <a:solidFill>
                  <a:srgbClr val="FFFFFF"/>
                </a:solidFill>
              </a:defRPr>
            </a:pPr>
            <a:r>
              <a:rPr sz="1125" b="1">
                <a:solidFill>
                  <a:srgbClr val="FFFFFF"/>
                </a:solidFill>
              </a:rPr>
              <a:t>4</a:t>
            </a:r>
          </a:p>
        </p:txBody>
      </p:sp>
      <p:sp>
        <p:nvSpPr>
          <p:cNvPr id="28" name="Rectángulo 27">
            <a:extLst xmlns:a="http://schemas.openxmlformats.org/drawingml/2006/main">
              <a:ext uri="{FF2B5EF4-FFF2-40B4-BE49-F238E27FC236}">
                <a16:creationId xmlns:a16="http://schemas.microsoft.com/office/drawing/2014/main" id="{F2300832-27E6-4A62-B815-CC398E774590}"/>
              </a:ext>
            </a:extLst>
          </p:cNvPr>
          <p:cNvSpPr>
            <a:spLocks xmlns:a="http://schemas.openxmlformats.org/drawingml/2006/main" noGrp="1"/>
          </p:cNvSpPr>
          <p:nvPr/>
        </p:nvSpPr>
        <p:spPr>
          <a:xfrm xmlns:a="http://schemas.openxmlformats.org/drawingml/2006/main">
            <a:off x="533400" y="42100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AAB9BC"/>
                </a:solidFill>
              </a:defRPr>
            </a:pPr>
            <a:r>
              <a:rPr sz="975" b="1">
                <a:solidFill>
                  <a:srgbClr val="AAB9BC"/>
                </a:solidFill>
              </a:rPr>
              <a:t>38′</a:t>
            </a:r>
          </a:p>
        </p:txBody>
      </p:sp>
      <p:sp>
        <p:nvSpPr>
          <p:cNvPr id="29" name="Rectángulo 28">
            <a:extLst xmlns:a="http://schemas.openxmlformats.org/drawingml/2006/main">
              <a:ext uri="{FF2B5EF4-FFF2-40B4-BE49-F238E27FC236}">
                <a16:creationId xmlns:a16="http://schemas.microsoft.com/office/drawing/2014/main" id="{7834DC01-F13F-45A7-B827-2EFCF258C64C}"/>
              </a:ext>
            </a:extLst>
          </p:cNvPr>
          <p:cNvSpPr>
            <a:spLocks xmlns:a="http://schemas.openxmlformats.org/drawingml/2006/main" noGrp="1"/>
          </p:cNvSpPr>
          <p:nvPr/>
        </p:nvSpPr>
        <p:spPr>
          <a:xfrm xmlns:a="http://schemas.openxmlformats.org/drawingml/2006/main">
            <a:off x="1752600" y="40957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p xmlns:a="http://schemas.openxmlformats.org/drawingml/2006/main">
            <a:pPr algn="l">
              <a:buNone/>
              <a:defRPr sz="1350" b="1" i="0">
                <a:solidFill>
                  <a:srgbClr val="D9A441"/>
                </a:solidFill>
                <a:latin typeface="Calibri"/>
                <a:ea typeface="Calibri"/>
                <a:cs typeface="Calibri"/>
              </a:defRPr>
            </a:pPr>
            <a:r>
              <a:rPr sz="1350" b="1" i="0">
                <a:solidFill>
                  <a:srgbClr val="D9A441"/>
                </a:solidFill>
                <a:latin typeface="Calibri"/>
                <a:ea typeface="Calibri"/>
                <a:cs typeface="Calibri"/>
              </a:rPr>
              <a:t>DISCERNIR</a:t>
            </a:r>
          </a:p>
        </p:txBody>
      </p:sp>
      <p:sp>
        <p:nvSpPr>
          <p:cNvPr id="30" name="Rectángulo 29">
            <a:extLst xmlns:a="http://schemas.openxmlformats.org/drawingml/2006/main">
              <a:ext uri="{FF2B5EF4-FFF2-40B4-BE49-F238E27FC236}">
                <a16:creationId xmlns:a16="http://schemas.microsoft.com/office/drawing/2014/main" id="{E215B0C6-630D-414B-854B-6049BC88FB9C}"/>
              </a:ext>
            </a:extLst>
          </p:cNvPr>
          <p:cNvSpPr>
            <a:spLocks xmlns:a="http://schemas.openxmlformats.org/drawingml/2006/main" noGrp="1"/>
          </p:cNvSpPr>
          <p:nvPr/>
        </p:nvSpPr>
        <p:spPr>
          <a:xfrm xmlns:a="http://schemas.openxmlformats.org/drawingml/2006/main">
            <a:off x="1752600" y="4391025"/>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125" b="0" i="0">
                <a:solidFill>
                  <a:srgbClr val="FFFFFF"/>
                </a:solidFill>
                <a:latin typeface="Calibri"/>
                <a:ea typeface="Calibri"/>
                <a:cs typeface="Calibri"/>
              </a:defRPr>
            </a:defPPr>
          </a:lstStyle>
          <a:p xmlns:a="http://schemas.openxmlformats.org/drawingml/2006/main">
            <a:pPr algn="l">
              <a:buNone/>
              <a:defRPr sz="1125" b="0" i="0">
                <a:solidFill>
                  <a:srgbClr val="FFFFFF"/>
                </a:solidFill>
                <a:latin typeface="Calibri"/>
                <a:ea typeface="Calibri"/>
                <a:cs typeface="Calibri"/>
              </a:defRPr>
            </a:pPr>
            <a:r>
              <a:rPr sz="1125" b="0" i="0">
                <a:solidFill>
                  <a:srgbClr val="FFFFFF"/>
                </a:solidFill>
                <a:latin typeface="Calibri"/>
                <a:ea typeface="Calibri"/>
                <a:cs typeface="Calibri"/>
              </a:rPr>
              <a:t>Caso: un chat comparte una broma humillante.</a:t>
            </a:r>
          </a:p>
          <a:p xmlns:a="http://schemas.openxmlformats.org/drawingml/2006/main">
            <a:pPr algn="l">
              <a:buNone/>
              <a:defRPr sz="1125" b="0" i="0">
                <a:solidFill>
                  <a:srgbClr val="FFFFFF"/>
                </a:solidFill>
                <a:latin typeface="Calibri"/>
                <a:ea typeface="Calibri"/>
                <a:cs typeface="Calibri"/>
              </a:defRPr>
            </a:pPr>
            <a:r>
              <a:rPr sz="1125" b="0" i="0">
                <a:solidFill>
                  <a:srgbClr val="FFFFFF"/>
                </a:solidFill>
                <a:latin typeface="Calibri"/>
                <a:ea typeface="Calibri"/>
                <a:cs typeface="Calibri"/>
              </a:rPr>
              <a:t>Proponer cómo frenarla y reparar el daño.</a:t>
            </a:r>
          </a:p>
        </p:txBody>
      </p:sp>
      <p:sp>
        <p:nvSpPr>
          <p:cNvPr id="31" name="Rectángulo: esquinas redondeadas 30">
            <a:extLst xmlns:a="http://schemas.openxmlformats.org/drawingml/2006/main">
              <a:ext uri="{FF2B5EF4-FFF2-40B4-BE49-F238E27FC236}">
                <a16:creationId xmlns:a16="http://schemas.microsoft.com/office/drawing/2014/main" id="{4DE7B454-0DF5-46AF-8F41-F50C714721A7}"/>
              </a:ext>
            </a:extLst>
          </p:cNvPr>
          <p:cNvSpPr>
            <a:spLocks xmlns:a="http://schemas.openxmlformats.org/drawingml/2006/main" noGrp="1"/>
          </p:cNvSpPr>
          <p:nvPr/>
        </p:nvSpPr>
        <p:spPr>
          <a:xfrm xmlns:a="http://schemas.openxmlformats.org/drawingml/2006/main">
            <a:off x="6524625" y="4095750"/>
            <a:ext cx="4953000" cy="666750"/>
          </a:xfrm>
          <a:prstGeom xmlns:a="http://schemas.openxmlformats.org/drawingml/2006/main" prst="roundRect">
            <a:avLst>
              <a:gd name="adj" fmla="val 17143"/>
            </a:avLst>
          </a:prstGeom>
          <a:ln xmlns:a="http://schemas.openxmlformats.org/drawingml/2006/main" w="9525">
            <a:solidFill>
              <a:srgbClr val="6E8790"/>
            </a:solidFill>
            <a:prstDash val="solid"/>
          </a:ln>
        </p:spPr>
      </p:sp>
      <p:sp>
        <p:nvSpPr>
          <p:cNvPr id="32" name="Rectángulo 31">
            <a:extLst xmlns:a="http://schemas.openxmlformats.org/drawingml/2006/main">
              <a:ext uri="{FF2B5EF4-FFF2-40B4-BE49-F238E27FC236}">
                <a16:creationId xmlns:a16="http://schemas.microsoft.com/office/drawing/2014/main" id="{3F3B248E-9AFD-4821-9A04-E4B2993BE154}"/>
              </a:ext>
            </a:extLst>
          </p:cNvPr>
          <p:cNvSpPr>
            <a:spLocks xmlns:a="http://schemas.openxmlformats.org/drawingml/2006/main" noGrp="1"/>
          </p:cNvSpPr>
          <p:nvPr/>
        </p:nvSpPr>
        <p:spPr>
          <a:xfrm xmlns:a="http://schemas.openxmlformats.org/drawingml/2006/main">
            <a:off x="6743700" y="4191000"/>
            <a:ext cx="451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275" b="1" i="0">
                <a:solidFill>
                  <a:srgbClr val="F5E7C3"/>
                </a:solidFill>
                <a:latin typeface="Calibri"/>
                <a:ea typeface="Calibri"/>
                <a:cs typeface="Calibri"/>
              </a:defRPr>
            </a:defPPr>
          </a:lstStyle>
          <a:p xmlns:a="http://schemas.openxmlformats.org/drawingml/2006/main">
            <a:pPr algn="l">
              <a:buNone/>
              <a:defRPr sz="1275" b="1" i="0">
                <a:solidFill>
                  <a:srgbClr val="F5E7C3"/>
                </a:solidFill>
                <a:latin typeface="Calibri"/>
                <a:ea typeface="Calibri"/>
                <a:cs typeface="Calibri"/>
              </a:defRPr>
            </a:pPr>
            <a:r>
              <a:rPr sz="1275" b="1" i="0">
                <a:solidFill>
                  <a:srgbClr val="F5E7C3"/>
                </a:solidFill>
                <a:latin typeface="Calibri"/>
                <a:ea typeface="Calibri"/>
                <a:cs typeface="Calibri"/>
              </a:rPr>
              <a:t>¿Cómo cuidar a la persona</a:t>
            </a:r>
          </a:p>
          <a:p xmlns:a="http://schemas.openxmlformats.org/drawingml/2006/main">
            <a:pPr algn="l">
              <a:buNone/>
              <a:defRPr sz="1275" b="1" i="0">
                <a:solidFill>
                  <a:srgbClr val="F5E7C3"/>
                </a:solidFill>
                <a:latin typeface="Calibri"/>
                <a:ea typeface="Calibri"/>
                <a:cs typeface="Calibri"/>
              </a:defRPr>
            </a:pPr>
            <a:r>
              <a:rPr sz="1275" b="1" i="0">
                <a:solidFill>
                  <a:srgbClr val="F5E7C3"/>
                </a:solidFill>
                <a:latin typeface="Calibri"/>
                <a:ea typeface="Calibri"/>
                <a:cs typeface="Calibri"/>
              </a:rPr>
              <a:t>sin renunciar a lo que pienso?</a:t>
            </a:r>
          </a:p>
        </p:txBody>
      </p:sp>
      <p:sp>
        <p:nvSpPr>
          <p:cNvPr id="33" name="Elipse 32">
            <a:extLst xmlns:a="http://schemas.openxmlformats.org/drawingml/2006/main">
              <a:ext uri="{FF2B5EF4-FFF2-40B4-BE49-F238E27FC236}">
                <a16:creationId xmlns:a16="http://schemas.microsoft.com/office/drawing/2014/main" id="{E1ED5C02-4073-4A3B-AF10-4A0648C33BEB}"/>
              </a:ext>
            </a:extLst>
          </p:cNvPr>
          <p:cNvSpPr>
            <a:spLocks xmlns:a="http://schemas.openxmlformats.org/drawingml/2006/main" noGrp="1"/>
          </p:cNvSpPr>
          <p:nvPr/>
        </p:nvSpPr>
        <p:spPr>
          <a:xfrm xmlns:a="http://schemas.openxmlformats.org/drawingml/2006/main">
            <a:off x="1085850" y="5105400"/>
            <a:ext cx="361950" cy="361950"/>
          </a:xfrm>
          <a:prstGeom xmlns:a="http://schemas.openxmlformats.org/drawingml/2006/main" prst="ellipse">
            <a:avLst/>
          </a:prstGeom>
          <a:solidFill xmlns:a="http://schemas.openxmlformats.org/drawingml/2006/main">
            <a:srgbClr val="496B4A"/>
          </a:solidFill>
          <a:ln xmlns:a="http://schemas.openxmlformats.org/drawingml/2006/main" w="9525">
            <a:solidFill>
              <a:srgbClr val="F5E7C3"/>
            </a:solidFill>
          </a:ln>
        </p:spPr>
      </p:sp>
      <p:sp>
        <p:nvSpPr>
          <p:cNvPr id="34" name="Rectángulo 33">
            <a:extLst xmlns:a="http://schemas.openxmlformats.org/drawingml/2006/main">
              <a:ext uri="{FF2B5EF4-FFF2-40B4-BE49-F238E27FC236}">
                <a16:creationId xmlns:a16="http://schemas.microsoft.com/office/drawing/2014/main" id="{F49ADBB0-2D51-41F5-9F5F-40B5F266BCDB}"/>
              </a:ext>
            </a:extLst>
          </p:cNvPr>
          <p:cNvSpPr>
            <a:spLocks xmlns:a="http://schemas.openxmlformats.org/drawingml/2006/main" noGrp="1"/>
          </p:cNvSpPr>
          <p:nvPr/>
        </p:nvSpPr>
        <p:spPr>
          <a:xfrm xmlns:a="http://schemas.openxmlformats.org/drawingml/2006/main">
            <a:off x="1085850" y="51244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1">
                <a:solidFill>
                  <a:srgbClr val="FFFFFF"/>
                </a:solidFill>
              </a:defRPr>
            </a:pPr>
            <a:r>
              <a:rPr sz="1125" b="1">
                <a:solidFill>
                  <a:srgbClr val="FFFFFF"/>
                </a:solidFill>
              </a:rPr>
              <a:t>5</a:t>
            </a:r>
          </a:p>
        </p:txBody>
      </p:sp>
      <p:sp>
        <p:nvSpPr>
          <p:cNvPr id="35" name="Rectángulo 34">
            <a:extLst xmlns:a="http://schemas.openxmlformats.org/drawingml/2006/main">
              <a:ext uri="{FF2B5EF4-FFF2-40B4-BE49-F238E27FC236}">
                <a16:creationId xmlns:a16="http://schemas.microsoft.com/office/drawing/2014/main" id="{336EC6DF-7239-4253-9ACE-80243B2976E6}"/>
              </a:ext>
            </a:extLst>
          </p:cNvPr>
          <p:cNvSpPr>
            <a:spLocks xmlns:a="http://schemas.openxmlformats.org/drawingml/2006/main" noGrp="1"/>
          </p:cNvSpPr>
          <p:nvPr/>
        </p:nvSpPr>
        <p:spPr>
          <a:xfrm xmlns:a="http://schemas.openxmlformats.org/drawingml/2006/main">
            <a:off x="533400" y="51244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AAB9BC"/>
                </a:solidFill>
              </a:defRPr>
            </a:pPr>
            <a:r>
              <a:rPr sz="975" b="1">
                <a:solidFill>
                  <a:srgbClr val="AAB9BC"/>
                </a:solidFill>
              </a:rPr>
              <a:t>58′</a:t>
            </a:r>
          </a:p>
        </p:txBody>
      </p:sp>
      <p:sp>
        <p:nvSpPr>
          <p:cNvPr id="36" name="Rectángulo 35">
            <a:extLst xmlns:a="http://schemas.openxmlformats.org/drawingml/2006/main">
              <a:ext uri="{FF2B5EF4-FFF2-40B4-BE49-F238E27FC236}">
                <a16:creationId xmlns:a16="http://schemas.microsoft.com/office/drawing/2014/main" id="{89AB0ED0-9F6F-4E16-8BD6-1E0D0433FD62}"/>
              </a:ext>
            </a:extLst>
          </p:cNvPr>
          <p:cNvSpPr>
            <a:spLocks xmlns:a="http://schemas.openxmlformats.org/drawingml/2006/main" noGrp="1"/>
          </p:cNvSpPr>
          <p:nvPr/>
        </p:nvSpPr>
        <p:spPr>
          <a:xfrm xmlns:a="http://schemas.openxmlformats.org/drawingml/2006/main">
            <a:off x="1752600" y="50101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350" b="1">
                <a:solidFill>
                  <a:srgbClr val="D9A441"/>
                </a:solidFill>
              </a:defRPr>
            </a:pPr>
            <a:r>
              <a:rPr sz="1350" b="1">
                <a:solidFill>
                  <a:srgbClr val="D9A441"/>
                </a:solidFill>
              </a:rPr>
              <a:t>RESPONDER</a:t>
            </a:r>
          </a:p>
        </p:txBody>
      </p:sp>
      <p:sp>
        <p:nvSpPr>
          <p:cNvPr id="37" name="Rectángulo 36">
            <a:extLst xmlns:a="http://schemas.openxmlformats.org/drawingml/2006/main">
              <a:ext uri="{FF2B5EF4-FFF2-40B4-BE49-F238E27FC236}">
                <a16:creationId xmlns:a16="http://schemas.microsoft.com/office/drawing/2014/main" id="{CEED62F7-9C9A-4EFF-AE0F-747882061D5F}"/>
              </a:ext>
            </a:extLst>
          </p:cNvPr>
          <p:cNvSpPr>
            <a:spLocks xmlns:a="http://schemas.openxmlformats.org/drawingml/2006/main" noGrp="1"/>
          </p:cNvSpPr>
          <p:nvPr/>
        </p:nvSpPr>
        <p:spPr>
          <a:xfrm xmlns:a="http://schemas.openxmlformats.org/drawingml/2006/main">
            <a:off x="1752600" y="5305425"/>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125" b="0" i="0">
                <a:solidFill>
                  <a:srgbClr val="FFFFFF"/>
                </a:solidFill>
                <a:latin typeface="Calibri"/>
                <a:ea typeface="Calibri"/>
                <a:cs typeface="Calibri"/>
              </a:defRPr>
            </a:defPPr>
          </a:lstStyle>
          <a:p xmlns:a="http://schemas.openxmlformats.org/drawingml/2006/main">
            <a:pPr algn="l">
              <a:buNone/>
              <a:defRPr sz="1125" b="0" i="0">
                <a:solidFill>
                  <a:srgbClr val="FFFFFF"/>
                </a:solidFill>
                <a:latin typeface="Calibri"/>
                <a:ea typeface="Calibri"/>
                <a:cs typeface="Calibri"/>
              </a:defRPr>
            </a:pPr>
            <a:r>
              <a:rPr sz="1125" b="0" i="0">
                <a:solidFill>
                  <a:srgbClr val="FFFFFF"/>
                </a:solidFill>
                <a:latin typeface="Calibri"/>
                <a:ea typeface="Calibri"/>
                <a:cs typeface="Calibri"/>
              </a:rPr>
              <a:t>Elegir un gesto de escucha o reparación.</a:t>
            </a:r>
          </a:p>
          <a:p xmlns:a="http://schemas.openxmlformats.org/drawingml/2006/main">
            <a:pPr algn="l">
              <a:buNone/>
              <a:defRPr sz="1125" b="0" i="0">
                <a:solidFill>
                  <a:srgbClr val="FFFFFF"/>
                </a:solidFill>
                <a:latin typeface="Calibri"/>
                <a:ea typeface="Calibri"/>
                <a:cs typeface="Calibri"/>
              </a:defRPr>
            </a:pPr>
            <a:r>
              <a:rPr sz="1125" b="0" i="0">
                <a:solidFill>
                  <a:srgbClr val="FFFFFF"/>
                </a:solidFill>
                <a:latin typeface="Calibri"/>
                <a:ea typeface="Calibri"/>
                <a:cs typeface="Calibri"/>
              </a:rPr>
              <a:t>Concretar con quién, cuándo y revisión. Orar.</a:t>
            </a:r>
          </a:p>
        </p:txBody>
      </p:sp>
      <p:sp>
        <p:nvSpPr>
          <p:cNvPr id="38" name="Rectángulo: esquinas redondeadas 37">
            <a:extLst xmlns:a="http://schemas.openxmlformats.org/drawingml/2006/main">
              <a:ext uri="{FF2B5EF4-FFF2-40B4-BE49-F238E27FC236}">
                <a16:creationId xmlns:a16="http://schemas.microsoft.com/office/drawing/2014/main" id="{192F604F-0693-4338-B4C8-60A0986BAF1E}"/>
              </a:ext>
            </a:extLst>
          </p:cNvPr>
          <p:cNvSpPr>
            <a:spLocks xmlns:a="http://schemas.openxmlformats.org/drawingml/2006/main" noGrp="1"/>
          </p:cNvSpPr>
          <p:nvPr/>
        </p:nvSpPr>
        <p:spPr>
          <a:xfrm xmlns:a="http://schemas.openxmlformats.org/drawingml/2006/main">
            <a:off x="6524625" y="5010150"/>
            <a:ext cx="4953000" cy="666750"/>
          </a:xfrm>
          <a:prstGeom xmlns:a="http://schemas.openxmlformats.org/drawingml/2006/main" prst="roundRect">
            <a:avLst>
              <a:gd name="adj" fmla="val 17143"/>
            </a:avLst>
          </a:prstGeom>
          <a:ln xmlns:a="http://schemas.openxmlformats.org/drawingml/2006/main" w="9525">
            <a:solidFill>
              <a:srgbClr val="6E8790"/>
            </a:solidFill>
            <a:prstDash val="solid"/>
          </a:ln>
        </p:spPr>
      </p:sp>
      <p:sp>
        <p:nvSpPr>
          <p:cNvPr id="39" name="Rectángulo 38">
            <a:extLst xmlns:a="http://schemas.openxmlformats.org/drawingml/2006/main">
              <a:ext uri="{FF2B5EF4-FFF2-40B4-BE49-F238E27FC236}">
                <a16:creationId xmlns:a16="http://schemas.microsoft.com/office/drawing/2014/main" id="{E1A9E620-0DA6-4D84-A6FA-A22825ED5D1C}"/>
              </a:ext>
            </a:extLst>
          </p:cNvPr>
          <p:cNvSpPr>
            <a:spLocks xmlns:a="http://schemas.openxmlformats.org/drawingml/2006/main" noGrp="1"/>
          </p:cNvSpPr>
          <p:nvPr/>
        </p:nvSpPr>
        <p:spPr>
          <a:xfrm xmlns:a="http://schemas.openxmlformats.org/drawingml/2006/main">
            <a:off x="6743700" y="5105400"/>
            <a:ext cx="451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275" b="1" i="0">
                <a:solidFill>
                  <a:srgbClr val="F5E7C3"/>
                </a:solidFill>
                <a:latin typeface="Calibri"/>
                <a:ea typeface="Calibri"/>
                <a:cs typeface="Calibri"/>
              </a:defRPr>
            </a:defPPr>
          </a:lstStyle>
          <a:p xmlns:a="http://schemas.openxmlformats.org/drawingml/2006/main">
            <a:pPr algn="l">
              <a:buNone/>
              <a:defRPr sz="1275" b="1" i="0">
                <a:solidFill>
                  <a:srgbClr val="F5E7C3"/>
                </a:solidFill>
                <a:latin typeface="Calibri"/>
                <a:ea typeface="Calibri"/>
                <a:cs typeface="Calibri"/>
              </a:defRPr>
            </a:pPr>
            <a:r>
              <a:rPr sz="1275" b="1" i="0">
                <a:solidFill>
                  <a:srgbClr val="F5E7C3"/>
                </a:solidFill>
                <a:latin typeface="Calibri"/>
                <a:ea typeface="Calibri"/>
                <a:cs typeface="Calibri"/>
              </a:rPr>
              <a:t>¿Qué voy a cambiar en mi trato</a:t>
            </a:r>
          </a:p>
          <a:p xmlns:a="http://schemas.openxmlformats.org/drawingml/2006/main">
            <a:pPr algn="l">
              <a:buNone/>
              <a:defRPr sz="1275" b="1" i="0">
                <a:solidFill>
                  <a:srgbClr val="F5E7C3"/>
                </a:solidFill>
                <a:latin typeface="Calibri"/>
                <a:ea typeface="Calibri"/>
                <a:cs typeface="Calibri"/>
              </a:defRPr>
            </a:pPr>
            <a:r>
              <a:rPr sz="1275" b="1" i="0">
                <a:solidFill>
                  <a:srgbClr val="F5E7C3"/>
                </a:solidFill>
                <a:latin typeface="Calibri"/>
                <a:ea typeface="Calibri"/>
                <a:cs typeface="Calibri"/>
              </a:rPr>
              <a:t>con una persona concreta?</a:t>
            </a:r>
          </a:p>
        </p:txBody>
      </p:sp>
      <p:sp>
        <p:nvSpPr>
          <p:cNvPr id="40" name="Rectángulo: esquinas redondeadas 39">
            <a:extLst xmlns:a="http://schemas.openxmlformats.org/drawingml/2006/main">
              <a:ext uri="{FF2B5EF4-FFF2-40B4-BE49-F238E27FC236}">
                <a16:creationId xmlns:a16="http://schemas.microsoft.com/office/drawing/2014/main" id="{4ED58C9D-8432-446A-B976-960336A9AB6B}"/>
              </a:ext>
            </a:extLst>
          </p:cNvPr>
          <p:cNvSpPr>
            <a:spLocks xmlns:a="http://schemas.openxmlformats.org/drawingml/2006/main" noGrp="1"/>
          </p:cNvSpPr>
          <p:nvPr/>
        </p:nvSpPr>
        <p:spPr>
          <a:xfrm xmlns:a="http://schemas.openxmlformats.org/drawingml/2006/main">
            <a:off x="1752600" y="6048375"/>
            <a:ext cx="9725025" cy="447675"/>
          </a:xfrm>
          <a:prstGeom xmlns:a="http://schemas.openxmlformats.org/drawingml/2006/main" prst="roundRect">
            <a:avLst>
              <a:gd name="adj" fmla="val 25532"/>
            </a:avLst>
          </a:prstGeom>
          <a:ln xmlns:a="http://schemas.openxmlformats.org/drawingml/2006/main" w="9525">
            <a:solidFill>
              <a:srgbClr val="D9A441"/>
            </a:solidFill>
            <a:prstDash val="solid"/>
          </a:ln>
        </p:spPr>
      </p:sp>
      <p:sp>
        <p:nvSpPr>
          <p:cNvPr id="41" name="Rectángulo 40">
            <a:extLst xmlns:a="http://schemas.openxmlformats.org/drawingml/2006/main">
              <a:ext uri="{FF2B5EF4-FFF2-40B4-BE49-F238E27FC236}">
                <a16:creationId xmlns:a16="http://schemas.microsoft.com/office/drawing/2014/main" id="{1E9C6448-F067-47A4-9BF5-FD916857C243}"/>
              </a:ext>
            </a:extLst>
          </p:cNvPr>
          <p:cNvSpPr>
            <a:spLocks xmlns:a="http://schemas.openxmlformats.org/drawingml/2006/main" noGrp="1"/>
          </p:cNvSpPr>
          <p:nvPr/>
        </p:nvSpPr>
        <p:spPr>
          <a:xfrm xmlns:a="http://schemas.openxmlformats.org/drawingml/2006/main">
            <a:off x="1943100" y="6124575"/>
            <a:ext cx="93440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91440" tIns="45720" rIns="91440" bIns="45720" anchor="ctr">
            <a:noAutofit/>
          </a:bodyPr>
          <a:lstStyle xmlns:a="http://schemas.openxmlformats.org/drawingml/2006/main">
            <a:defPPr algn="l">
              <a:defRPr sz="1200" b="1" i="0">
                <a:solidFill>
                  <a:srgbClr val="FFFFFF"/>
                </a:solidFill>
                <a:latin typeface="Calibri"/>
                <a:ea typeface="Calibri"/>
                <a:cs typeface="Calibri"/>
              </a:defRPr>
            </a:defPPr>
          </a:lstStyle>
          <a:p xmlns:a="http://schemas.openxmlformats.org/drawingml/2006/main">
            <a:pPr algn="l">
              <a:buNone/>
              <a:defRPr sz="1200" b="1" i="0">
                <a:solidFill>
                  <a:srgbClr val="FFFFFF"/>
                </a:solidFill>
                <a:latin typeface="Calibri"/>
                <a:ea typeface="Calibri"/>
                <a:cs typeface="Calibri"/>
              </a:defRPr>
            </a:pPr>
            <a:r>
              <a:rPr sz="1200" b="1" i="0">
                <a:solidFill>
                  <a:srgbClr val="FFFFFF"/>
                </a:solidFill>
                <a:latin typeface="Calibri"/>
                <a:ea typeface="Calibri"/>
                <a:cs typeface="Calibri"/>
              </a:rPr>
              <a:t>CRITERIO: escuchar sin exigir acuerdo. Compartir es opcional. Cuidar la intimidad.</a:t>
            </a:r>
          </a:p>
        </p:txBody>
      </p:sp>
      <p:sp>
        <p:nvSpPr>
          <p:cNvPr id="42" name="Rectángulo 41">
            <a:extLst xmlns:a="http://schemas.openxmlformats.org/drawingml/2006/main">
              <a:ext uri="{FF2B5EF4-FFF2-40B4-BE49-F238E27FC236}">
                <a16:creationId xmlns:a16="http://schemas.microsoft.com/office/drawing/2014/main" id="{B8673AC7-8C86-4415-B176-1DC3C9738DEF}"/>
              </a:ext>
            </a:extLst>
          </p:cNvPr>
          <p:cNvSpPr>
            <a:spLocks xmlns:a="http://schemas.openxmlformats.org/drawingml/2006/main" noGrp="1"/>
          </p:cNvSpPr>
          <p:nvPr/>
        </p:nvSpPr>
        <p:spPr>
          <a:xfrm xmlns:a="http://schemas.openxmlformats.org/drawingml/2006/main">
            <a:off x="11334750" y="642937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825" b="0">
                <a:solidFill>
                  <a:srgbClr val="B8C3C7"/>
                </a:solidFill>
              </a:defRPr>
            </a:pPr>
            <a:r>
              <a:rPr sz="825" b="0">
                <a:solidFill>
                  <a:srgbClr val="B8C3C7"/>
                </a:solidFill>
              </a:rPr>
              <a:t>03</a:t>
            </a:r>
          </a:p>
        </p:txBody>
      </p:sp>
    </p:spTree>
    <p:extLst>
      <p:ext uri="{BB962C8B-B14F-4D97-AF65-F5344CB8AC3E}">
        <p14:creationId xmlns:p14="http://schemas.microsoft.com/office/powerpoint/2010/main" val="20084964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2026-10-09T19:06:45.8310000Z</dcterms:created>
  <dcterms:modified xsi:type="dcterms:W3CDTF">2026-10-09T19:06:45.8310000Z</dcterms:modified>
</coreProperties>
</file>