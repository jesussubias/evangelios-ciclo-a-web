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793ce4ab544411" /><Relationship Type="http://schemas.openxmlformats.org/officeDocument/2006/relationships/extended-properties" Target="/docProps/app.xml" Id="Ra03829e2dcaa4dc5" /><Relationship Type="http://schemas.openxmlformats.org/officeDocument/2006/relationships/officeDocument" Target="/ppt/presentation.xml" Id="Rb0a45e49b29e4f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2f605993de4764"/>
  </p:sldMasterIdLst>
  <p:notesMasterIdLst>
    <p:notesMasterId xmlns:r="http://schemas.openxmlformats.org/officeDocument/2006/relationships" r:id="Rfe494b5ef1ee4738"/>
  </p:notesMasterIdLst>
  <p:sldIdLst>
    <p:sldId xmlns:r="http://schemas.openxmlformats.org/officeDocument/2006/relationships" id="256" r:id="R35fa26dbf7f44824"/>
    <p:sldId xmlns:r="http://schemas.openxmlformats.org/officeDocument/2006/relationships" id="257" r:id="R26796985083d41da"/>
    <p:sldId xmlns:r="http://schemas.openxmlformats.org/officeDocument/2006/relationships" id="258" r:id="R288e87ace998459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080aa99c82456a" /><Relationship Type="http://schemas.openxmlformats.org/officeDocument/2006/relationships/slideMaster" Target="/ppt/slideMasters/slideMaster1.xml" Id="R232f605993de4764" /><Relationship Type="http://schemas.openxmlformats.org/officeDocument/2006/relationships/notesMaster" Target="/ppt/notesMasters/notesMaster1.xml" Id="Rfe494b5ef1ee4738" /><Relationship Type="http://schemas.openxmlformats.org/officeDocument/2006/relationships/presProps" Target="/ppt/presProps.xml" Id="R6509df22b2714110" /><Relationship Type="http://schemas.openxmlformats.org/officeDocument/2006/relationships/viewProps" Target="/ppt/viewProps.xml" Id="Rf61f7ff38bf7423a" /><Relationship Type="http://schemas.openxmlformats.org/officeDocument/2006/relationships/tableStyles" Target="/ppt/tableStyles.xml" Id="Rbff1a82a2f3d4b09" /><Relationship Type="http://schemas.openxmlformats.org/officeDocument/2006/relationships/slide" Target="/ppt/slides/slide1.xml" Id="R35fa26dbf7f44824" /><Relationship Type="http://schemas.openxmlformats.org/officeDocument/2006/relationships/slide" Target="/ppt/slides/slide2.xml" Id="R26796985083d41da" /><Relationship Type="http://schemas.openxmlformats.org/officeDocument/2006/relationships/slide" Target="/ppt/slides/slide3.xml" Id="R288e87ace99845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b7278553b640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0410390ba24981" /><Relationship Type="http://schemas.openxmlformats.org/officeDocument/2006/relationships/notesMaster" Target="/ppt/notesMasters/notesMaster1.xml" Id="R67cac2b20b6e48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4a70940e8448fa" /><Relationship Type="http://schemas.openxmlformats.org/officeDocument/2006/relationships/notesMaster" Target="/ppt/notesMasters/notesMaster1.xml" Id="Ra31d5e46e9304d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57155097c84927" /><Relationship Type="http://schemas.openxmlformats.org/officeDocument/2006/relationships/notesMaster" Target="/ppt/notesMasters/notesMaster1.xml" Id="Rf5b2ee3ac4da4a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la espera permite una queja honesta; Jesús encuentra a Marta sin censurarla; llora con María y la comunidad; pide retirar la piedra; llama a Lázaro por su nombre; y encarga a otros desatarlo. Idea nuclear: la resurrección no borra el duelo, entra en él y abre un camino que necesita comunidad.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Pedir que distingan cuatro verbos: clamar, llamar, abrir y desatar. La pregunta no busca identificar un trauma ni una pérdida concreta; puede responderse desde un hábito, un vínculo, una esperanza o una zona de la vida que se ha ido cerrando.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cinco piedras reales o siluetas de papel, tarjetas, bolígrafos y tiras de tela. Nadie debe explicar en público lo escrito en su piedra. En DESATAR se habla solo de ayudas concretas y libremente elegidas. La persona puede pasar o hablar de forma simbólica. Evitar interpretar duelos, diagnosticar bloqueos o prometer que la fe resolverá rápidamente una situación.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7b1ddf1f514ce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514930f45a4241" /><Relationship Type="http://schemas.openxmlformats.org/officeDocument/2006/relationships/slideLayout" Target="/ppt/slideLayouts/slideLayout1.xml" Id="Ref56d112e2fa44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56d112e2fa44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99b7366e94916" /><Relationship Type="http://schemas.openxmlformats.org/officeDocument/2006/relationships/image" Target="/ppt/media/image.png" Id="R73cdc2a72cab4e3d" /><Relationship Type="http://schemas.openxmlformats.org/officeDocument/2006/relationships/notesSlide" Target="/ppt/notesSlides/notesSlide1.xml" Id="Ra6cc90bba4f141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d6249ee3344951" /><Relationship Type="http://schemas.openxmlformats.org/officeDocument/2006/relationships/notesSlide" Target="/ppt/notesSlides/notesSlide2.xml" Id="R5bfce2f4bba94b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18f11aa3d4737" /><Relationship Type="http://schemas.openxmlformats.org/officeDocument/2006/relationships/notesSlide" Target="/ppt/notesSlides/notesSlide3.xml" Id="R2f44b93fcb434f4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cdc2a72cab4e3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YO SOY LA RESURRECCIÓN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Del sepulcro cerrado a una vida que vuelve a caminar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LLORA Y LLAMA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 SALIR HACIA LA VIDA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borra nuestras lágrimas: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las atraviesa con nosotros.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ESPERA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tarda y el dolor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abre preguntas honestas.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no oculta el reproche: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«¿por qué no viniste?»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ENCUENTRO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Marta sale con una fe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que duele y todavía espera.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Jesús no exige silencio: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pregunta «¿crees esto?»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LÁGRIMAS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llora ante la tumba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se conmueve con todos.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esperanza cristiana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mira el dolor desde lejos.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LLAMADA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piedra se retira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Jesús llama por su nombre.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«Sal fuera» llega adonde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ya no esperábamos vida.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DESATAR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Lázaro sale aún vendado: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comunidad debe ayudar.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vida nueva necesita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vínculos que den libertad.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«Sal fuera: no estás hecho para morir»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atraviesa el duelo desde cuatro promesas bíblicas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130,1–5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EL GRITO QUE ESPERA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«De los profundos clamo a ti… mi alma espera en su palabra.»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fe puede hablar desde el fondo sin fingir que ya ve la salida.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43,1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EL NOMBRE QUE RESCATA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temas: te puse nombre, mío eres tú.»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llama a una idea ni a un caso: pronuncia un nombre y restituye pertenencia.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Ez 37,12–14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SEPULCROS ABIERTOS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«Yo abro vuestros sepulcros… pondré mi espíritu en vosotros, y viviréis.»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promesa no niega la muerte: anuncia que el Espíritu puede abrir lo cerrado.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11,44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 VIDA SE DESATA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«Desatadle, y dejadle ir.»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devuelve la vida y encarga a la comunidad quitar las vendas que aún limitan.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Grito escuchado  ·  duelo compartido  ·  nombre pronunciado  ·  vida desatada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parte de mi vida doy por cerrada y necesita oír su nombre?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sepulcro cerrado a una vida que vuelve a ponerse en camino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00–08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«Yo soy la Resurrección»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nombra mejor el lugar desde el que llego hoy?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08–20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Tomar una piedra y escribir, sin detalles: «lo que pesa» / «lo que impide salir».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he dejado de mirar porque lo doy por perdido?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20–38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11,1–44 por escenas: espera, queja, lágrimas, piedra, llamada y vendas.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antes de decir «sal fuera»?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38–58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DESATAR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nombrar una ayuda concreta. Escuchar sin aconsejar ni interpretar.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venda no puedo quitarme a solas?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58–70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SALIR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Mover la piedra y escribir un primer paso posible. Compartirlo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gesto pequeño puede abrir hoy un camino de vida?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prometer soluciones rápidas; honrar las lágrimas, escuchar la llamada y pedir ayuda concreta.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2026-07-13T03:38:41.9100000Z</dcterms:created>
  <dcterms:modified xsi:type="dcterms:W3CDTF">2026-07-13T03:38:41.9100000Z</dcterms:modified>
</coreProperties>
</file>