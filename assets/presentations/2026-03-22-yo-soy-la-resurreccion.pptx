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3cbecfa9f84767" /><Relationship Type="http://schemas.openxmlformats.org/officeDocument/2006/relationships/extended-properties" Target="/docProps/app.xml" Id="Rc908998f15214e62" /><Relationship Type="http://schemas.openxmlformats.org/officeDocument/2006/relationships/officeDocument" Target="/ppt/presentation.xml" Id="R7734f3ee584147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42a1969eba4a91"/>
  </p:sldMasterIdLst>
  <p:notesMasterIdLst>
    <p:notesMasterId xmlns:r="http://schemas.openxmlformats.org/officeDocument/2006/relationships" r:id="R29354ddc9eb346e9"/>
  </p:notesMasterIdLst>
  <p:sldIdLst>
    <p:sldId xmlns:r="http://schemas.openxmlformats.org/officeDocument/2006/relationships" id="256" r:id="Rd5a4c8a5354d4c32"/>
    <p:sldId xmlns:r="http://schemas.openxmlformats.org/officeDocument/2006/relationships" id="257" r:id="R06c4e379d6474c19"/>
    <p:sldId xmlns:r="http://schemas.openxmlformats.org/officeDocument/2006/relationships" id="258" r:id="Rd454af7d5a7f44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7ba80b898e40c8" /><Relationship Type="http://schemas.openxmlformats.org/officeDocument/2006/relationships/slideMaster" Target="/ppt/slideMasters/slideMaster1.xml" Id="R9642a1969eba4a91" /><Relationship Type="http://schemas.openxmlformats.org/officeDocument/2006/relationships/notesMaster" Target="/ppt/notesMasters/notesMaster1.xml" Id="R29354ddc9eb346e9" /><Relationship Type="http://schemas.openxmlformats.org/officeDocument/2006/relationships/presProps" Target="/ppt/presProps.xml" Id="R246654fb374e4893" /><Relationship Type="http://schemas.openxmlformats.org/officeDocument/2006/relationships/viewProps" Target="/ppt/viewProps.xml" Id="R56592f4fb1a04003" /><Relationship Type="http://schemas.openxmlformats.org/officeDocument/2006/relationships/tableStyles" Target="/ppt/tableStyles.xml" Id="R84a943d7d49a4d81" /><Relationship Type="http://schemas.openxmlformats.org/officeDocument/2006/relationships/slide" Target="/ppt/slides/slide1.xml" Id="Rd5a4c8a5354d4c32" /><Relationship Type="http://schemas.openxmlformats.org/officeDocument/2006/relationships/slide" Target="/ppt/slides/slide2.xml" Id="R06c4e379d6474c19" /><Relationship Type="http://schemas.openxmlformats.org/officeDocument/2006/relationships/slide" Target="/ppt/slides/slide3.xml" Id="Rd454af7d5a7f44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1bb2dbb99a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77be72f01541cb" /><Relationship Type="http://schemas.openxmlformats.org/officeDocument/2006/relationships/notesMaster" Target="/ppt/notesMasters/notesMaster1.xml" Id="R7068d5b2bef448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887b3d4e1744a3" /><Relationship Type="http://schemas.openxmlformats.org/officeDocument/2006/relationships/notesMaster" Target="/ppt/notesMasters/notesMaster1.xml" Id="R91a80421c3b747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3f0dacbef34d35" /><Relationship Type="http://schemas.openxmlformats.org/officeDocument/2006/relationships/notesMaster" Target="/ppt/notesMasters/notesMaster1.xml" Id="R603995cfd2084b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la espera permite una queja honesta; Jesús encuentra a Marta sin censurarla; llora con María y la comunidad; pide retirar la piedra; llama a Lázaro por su nombre; y encarga a otros desatarlo. Idea nuclear: la resurrección no borra el duelo, entra en él y abre un camino que necesita comunidad.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Pedir que distingan cuatro verbos: clamar, llamar, abrir y desatar. La pregunta no busca identificar un trauma ni una pérdida concreta; puede responderse desde un hábito, un vínculo, una esperanza o una zona de la vida que se ha ido cerrando.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cinco piedras reales o siluetas de papel, tarjetas, bolígrafos y tiras de tela. Nadie debe explicar en público lo escrito en su piedra. En DESATAR se habla solo de ayudas concretas y libremente elegidas. La persona puede pasar o hablar de forma simbólica. Evitar interpretar duelos, diagnosticar bloqueos o prometer que la fe resolverá rápidamente una situación.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d94c8b0be04b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e66389f1244892" /><Relationship Type="http://schemas.openxmlformats.org/officeDocument/2006/relationships/slideLayout" Target="/ppt/slideLayouts/slideLayout1.xml" Id="R260a4d9352104a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0a4d9352104a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0daf9ac544d75" /><Relationship Type="http://schemas.openxmlformats.org/officeDocument/2006/relationships/image" Target="/ppt/media/image.png" Id="Rbb0ea1b1bb744ebf" /><Relationship Type="http://schemas.openxmlformats.org/officeDocument/2006/relationships/notesSlide" Target="/ppt/notesSlides/notesSlide1.xml" Id="R3c9edadab7de4c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3d21c00fa42f9" /><Relationship Type="http://schemas.openxmlformats.org/officeDocument/2006/relationships/notesSlide" Target="/ppt/notesSlides/notesSlide2.xml" Id="R224fb48ad37f4f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800fab94546c6" /><Relationship Type="http://schemas.openxmlformats.org/officeDocument/2006/relationships/notesSlide" Target="/ppt/notesSlides/notesSlide3.xml" Id="R482e583b16de45f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ea1b1bb744eb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YO SOY LA RESURRECCIÓN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Del sepulcro cerrado a una vida que vuelve a caminar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LLORA Y LLAMA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 SALIR HACIA LA VIDA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 borra nuestras lágrimas: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las atraviesa con nosotros.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ESPERA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tarda y el dolor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abre preguntas honestas.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fe no oculta el reproche: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«¿por qué no viniste?»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ENCUENTRO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Marta sale con una fe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que duele y todavía espera.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Jesús no exige silencio: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pregunta «¿crees esto?»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LÁGRIMAS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llora ante la tumba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se conmueve con todos.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esperanza cristiana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mira el dolor desde lejos.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LLAMADA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La piedra se retira</a:t>
            </a:r>
          </a:p>
          <a:p xmlns:a="http://schemas.openxmlformats.org/drawingml/2006/main">
            <a:pPr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y Jesús llama por su nombre.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«Sal fuera» llega adonde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ya no esperábamos vida.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DESATAR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Lázaro sale aún vendado: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 comunidad debe ayudar.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vida nueva necesita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vínculos que den libertad.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«Sal fuera: no estás hecho para morir»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atraviesa el duelo desde cuatro promesas bíblicas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Sal 130,1–5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EL GRITO QUE ESPERA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«De los profundos clamo a ti… mi alma espera en su palabra.»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fe puede hablar desde el fondo sin fingir que ya ve la salida.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Is 43,1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EL NOMBRE QUE RESCATA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 temas: te puse nombre, mío eres tú.»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no llama a una idea ni a un caso: pronuncia un nombre y restituye pertenencia.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Ez 37,12–14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SEPULCROS ABIERTOS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«Yo abro vuestros sepulcros… pondré mi espíritu en vosotros, y viviréis.»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promesa no niega la muerte: anuncia que el Espíritu puede abrir lo cerrado.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Jn 11,44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 VIDA SE DESATA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«Desatadle, y dejadle ir.»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Jesús devuelve la vida y encarga a la comunidad quitar las vendas que aún limitan.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Grito escuchado  ·  duelo compartido  ·  nombre pronunciado  ·  vida desatada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parte de mi vida doy por cerrada y necesita oír su nombre?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sepulcro cerrado a una vida que vuelve a ponerse en camino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00–08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«Yo soy la Resurrección»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nombra mejor el lugar desde el que llego hoy?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08–20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Tomar una piedra y escribir, sin detalles: «lo que pesa» / «lo que impide salir».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he dejado de mirar porque lo doy por perdido?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20–38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11,1–44 por escenas: espera, queja, lágrimas, piedra, llamada y vendas.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hace Jesús antes de decir «sal fuera»?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38–58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DESATAR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nombrar una ayuda concreta. Escuchar sin aconsejar ni interpretar.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venda no puedo quitarme a solas?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58–70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SALIR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Mover la piedra y escribir un primer paso posible. Compartirlo libremente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gesto pequeño puede abrir hoy un camino de vida?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prometer soluciones rápidas; honrar las lágrimas, escuchar la llamada y pedir ayuda concreta.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2026-07-19T11:30:17.8420000Z</dcterms:created>
  <dcterms:modified xsi:type="dcterms:W3CDTF">2026-07-19T11:30:17.8420000Z</dcterms:modified>
</coreProperties>
</file>