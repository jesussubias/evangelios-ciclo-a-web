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ef3cc7dcd4379" /><Relationship Type="http://schemas.openxmlformats.org/officeDocument/2006/relationships/extended-properties" Target="/docProps/app.xml" Id="R644f55998c824c22" /><Relationship Type="http://schemas.openxmlformats.org/officeDocument/2006/relationships/officeDocument" Target="/ppt/presentation.xml" Id="R20cd742f5eaa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269ffa7f164ba2"/>
  </p:sldMasterIdLst>
  <p:notesMasterIdLst>
    <p:notesMasterId xmlns:r="http://schemas.openxmlformats.org/officeDocument/2006/relationships" r:id="Rfc9b8c39677d4f84"/>
  </p:notesMasterIdLst>
  <p:sldIdLst>
    <p:sldId xmlns:r="http://schemas.openxmlformats.org/officeDocument/2006/relationships" id="256" r:id="R7039305946614427"/>
    <p:sldId xmlns:r="http://schemas.openxmlformats.org/officeDocument/2006/relationships" id="257" r:id="R739cb4ed1b554718"/>
    <p:sldId xmlns:r="http://schemas.openxmlformats.org/officeDocument/2006/relationships" id="258" r:id="Ra4e8f9024aad46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b6d67176f4655" /><Relationship Type="http://schemas.openxmlformats.org/officeDocument/2006/relationships/slideMaster" Target="/ppt/slideMasters/slideMaster1.xml" Id="Re2269ffa7f164ba2" /><Relationship Type="http://schemas.openxmlformats.org/officeDocument/2006/relationships/notesMaster" Target="/ppt/notesMasters/notesMaster1.xml" Id="Rfc9b8c39677d4f84" /><Relationship Type="http://schemas.openxmlformats.org/officeDocument/2006/relationships/presProps" Target="/ppt/presProps.xml" Id="Rb95f428262d249ee" /><Relationship Type="http://schemas.openxmlformats.org/officeDocument/2006/relationships/viewProps" Target="/ppt/viewProps.xml" Id="R2cea7d1c3eed4572" /><Relationship Type="http://schemas.openxmlformats.org/officeDocument/2006/relationships/tableStyles" Target="/ppt/tableStyles.xml" Id="R24b3f0c8ef1c4b8d" /><Relationship Type="http://schemas.openxmlformats.org/officeDocument/2006/relationships/slide" Target="/ppt/slides/slide1.xml" Id="R7039305946614427" /><Relationship Type="http://schemas.openxmlformats.org/officeDocument/2006/relationships/slide" Target="/ppt/slides/slide2.xml" Id="R739cb4ed1b554718" /><Relationship Type="http://schemas.openxmlformats.org/officeDocument/2006/relationships/slide" Target="/ppt/slides/slide3.xml" Id="Ra4e8f9024aad46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1b10f008e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f8f0e85d394f0e" /><Relationship Type="http://schemas.openxmlformats.org/officeDocument/2006/relationships/notesMaster" Target="/ppt/notesMasters/notesMaster1.xml" Id="R07a771f23ef543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ffe0cdc7748bb" /><Relationship Type="http://schemas.openxmlformats.org/officeDocument/2006/relationships/notesMaster" Target="/ppt/notesMasters/notesMaster1.xml" Id="R4dc741a6446b4d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516d314f64d1c" /><Relationship Type="http://schemas.openxmlformats.org/officeDocument/2006/relationships/notesMaster" Target="/ppt/notesMasters/notesMaster1.xml" Id="Rd0405c2122af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el valor cristiano no nace de la exposición ni del aplauso, sino de saberse conocido y sostenido por el Padre.</a:t>
            </a:r>
          </a:p>
          <a:p xmlns:a="http://schemas.openxmlformats.org/drawingml/2006/main">
            <a:r>
              <a:t>Recorrer los cinco movimientos sin convertir el miedo en culpa: desvelar, oír, discernir, confiar y testimoniar.</a:t>
            </a:r>
          </a:p>
          <a:p xmlns:a="http://schemas.openxmlformats.org/drawingml/2006/main">
            <a:r>
              <a:t>La fotografía muestra exactamente a Jesús y cuatro discípulos, con miradas dirigidas hacia él y anatomía natural.</a:t>
            </a:r>
          </a:p>
          <a:p xmlns:a="http://schemas.openxmlformats.org/drawingml/2006/main">
            <a:r>
              <a:t>El bloque central conserva el crema claro #F5E7C3 sobre una zona oscura y despejada.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equilibran fortaleza, amor, prudencia y respeto.</a:t>
            </a:r>
          </a:p>
          <a:p xmlns:a="http://schemas.openxmlformats.org/drawingml/2006/main">
            <a:r>
              <a:t>Subrayar que 1 Pedro pide mansedumbre: testimoniar no es imponerse ni ganar una discusión.</a:t>
            </a:r>
          </a:p>
          <a:p xmlns:a="http://schemas.openxmlformats.org/drawingml/2006/main">
            <a:r>
              <a:t>Preguntar qué criterio corrige una idea impulsiva o temeraria de valentía.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«Tú me sabes contar», tarjetas y bolígrafos.</a:t>
            </a:r>
          </a:p>
          <a:p xmlns:a="http://schemas.openxmlformats.org/drawingml/2006/main">
            <a:r>
              <a:t>El caso ficticio debe permitir distinguir miedo protector, miedo que gobierna y riesgo real.</a:t>
            </a:r>
          </a:p>
          <a:p xmlns:a="http://schemas.openxmlformats.org/drawingml/2006/main">
            <a:r>
              <a:t>No pedir confesiones públicas. Ante violencia, abuso o riesgo laboral o familiar, priorizar seguridad y ayuda competente.</a:t>
            </a:r>
          </a:p>
          <a:p xmlns:a="http://schemas.openxmlformats.org/drawingml/2006/main">
            <a:r>
              <a:t>Cerrar orando por el gesto elegido.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d49db372845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aba1263f14583" /><Relationship Type="http://schemas.openxmlformats.org/officeDocument/2006/relationships/slideLayout" Target="/ppt/slideLayouts/slideLayout1.xml" Id="R548af85d1e91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af85d1e91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bf14c1db49d5" /><Relationship Type="http://schemas.openxmlformats.org/officeDocument/2006/relationships/image" Target="/ppt/media/image.png" Id="R9409a20101864d65" /><Relationship Type="http://schemas.openxmlformats.org/officeDocument/2006/relationships/notesSlide" Target="/ppt/notesSlides/notesSlide1.xml" Id="Re4f9d0b4c472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5cb1161df4013" /><Relationship Type="http://schemas.openxmlformats.org/officeDocument/2006/relationships/notesSlide" Target="/ppt/notesSlides/notesSlide2.xml" Id="Rb38f0c19c3c94a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617f4abe54f7b" /><Relationship Type="http://schemas.openxmlformats.org/officeDocument/2006/relationships/notesSlide" Target="/ppt/notesSlides/notesSlide3.xml" Id="R37c2dac6fc014f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9a20101864d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TÚ ME SABES CONTAR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Vivir y hablar sin miedo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 VIDA CUENTA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 VOZ NO ESTÁ SOLA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miedo puede temblar;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 no tiene que gobernar.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DESVELAR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Nada queda oculto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para siempre.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verdad no necesita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una doble vida.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OÍR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habla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 lo secreto.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palabra recibida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busca hacerse vida.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todo miedo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merece obediencia.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Cuidar el alma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ordena las decisiones.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CONFIAR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Padre cuenta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hasta los cabellos.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Valer no depende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 la aprobación.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TESTIMONIAR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Reconocer a Jesús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 los demás.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gritar ni imponer: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vivir con coherencia.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«Vales más que tu temor»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El valor cristiano nace de saberse conocido y se expresa con amor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Jer 1,17–19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VALOR PARA HABLAR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les tengas miedo.»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promete aplauso: promete firmeza y presencia para decir la verdad sin esconderse.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139,1–5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CONOCIDOS POR ENTERO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«Tú me sondeas y me conoces.»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Antes de hablar, somos mirados y conocidos. Nuestro valor no depende de acertar ni de encajar.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Tim 1,7–8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FORTALEZA CON AMOR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«Espíritu de fortaleza, amor y prudencia.»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coraje cristiano no es dureza: une fuerza, cuidado y buen juicio, y no avergüenza a otros.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Pe 3,15–16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RESPETO AL RESPONDER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«Con mansedumbre y respeto.»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Testimoniar no es imponerse: ofrece una razón, escucha y cuida la conciencia de quien está delante.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Verdad recibida  ·  valor reconocido  ·  miedo discernido  ·  testimonio respetuoso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bien o verdad puedo expresar con más libertad, prudencia y amor?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miedo que gobierna a una voz que puede salir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«Tú me sabes contar»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mi miedo o el valor que recibo?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«qué temo perder» / «qué necesito cuidar» / «qué quisiera decir».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miedo me protege y cuál gobierna mis decisiones?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10,26–33 y marcar: no temer, luz, oído, azotea, gorriones y reconocer.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ofrece Jesús antes de pedir un testimonio?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responder a un caso ficticio con tres criterios: verdad, prudencia y respeto.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hablar sin esconderme ni imponerme?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 pequeño, una persona y una fecha.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puedo mostrar esta semana con mi vida?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forzar confesiones ni confundir exposición con valentía. La prudencia también es evangélica. Ante violencia, abuso o riesgo laboral o familiar, priorizar seguridad, consentimiento y ayuda competente. Compartir y pasar son válidos.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2026-07-15T09:16:36.9620000Z</dcterms:created>
  <dcterms:modified xsi:type="dcterms:W3CDTF">2026-07-15T09:16:36.9620000Z</dcterms:modified>
</coreProperties>
</file>