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ac75e4010104958" /><Relationship Type="http://schemas.openxmlformats.org/officeDocument/2006/relationships/extended-properties" Target="/docProps/app.xml" Id="R281a57a3e34945f7" /><Relationship Type="http://schemas.openxmlformats.org/officeDocument/2006/relationships/officeDocument" Target="/ppt/presentation.xml" Id="R6b3f287f5f2443e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d6075aa6ac9428d"/>
  </p:sldMasterIdLst>
  <p:notesMasterIdLst>
    <p:notesMasterId xmlns:r="http://schemas.openxmlformats.org/officeDocument/2006/relationships" r:id="R5994639033974c92"/>
  </p:notesMasterIdLst>
  <p:sldIdLst>
    <p:sldId xmlns:r="http://schemas.openxmlformats.org/officeDocument/2006/relationships" id="256" r:id="Refa97de2a2d94e42"/>
    <p:sldId xmlns:r="http://schemas.openxmlformats.org/officeDocument/2006/relationships" id="257" r:id="R660c67e315994f04"/>
    <p:sldId xmlns:r="http://schemas.openxmlformats.org/officeDocument/2006/relationships" id="258" r:id="Ra74278f86f3b44c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c9349be1fa4888" /><Relationship Type="http://schemas.openxmlformats.org/officeDocument/2006/relationships/slideMaster" Target="/ppt/slideMasters/slideMaster1.xml" Id="Rfd6075aa6ac9428d" /><Relationship Type="http://schemas.openxmlformats.org/officeDocument/2006/relationships/notesMaster" Target="/ppt/notesMasters/notesMaster1.xml" Id="R5994639033974c92" /><Relationship Type="http://schemas.openxmlformats.org/officeDocument/2006/relationships/presProps" Target="/ppt/presProps.xml" Id="R4a07ecdfc65245da" /><Relationship Type="http://schemas.openxmlformats.org/officeDocument/2006/relationships/viewProps" Target="/ppt/viewProps.xml" Id="R6fa9b90d33174b01" /><Relationship Type="http://schemas.openxmlformats.org/officeDocument/2006/relationships/tableStyles" Target="/ppt/tableStyles.xml" Id="R60b5247ca814475f" /><Relationship Type="http://schemas.openxmlformats.org/officeDocument/2006/relationships/slide" Target="/ppt/slides/slide1.xml" Id="Refa97de2a2d94e42" /><Relationship Type="http://schemas.openxmlformats.org/officeDocument/2006/relationships/slide" Target="/ppt/slides/slide2.xml" Id="R660c67e315994f04" /><Relationship Type="http://schemas.openxmlformats.org/officeDocument/2006/relationships/slide" Target="/ppt/slides/slide3.xml" Id="Ra74278f86f3b44c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b149c7b7858481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c05429b0824b52" /><Relationship Type="http://schemas.openxmlformats.org/officeDocument/2006/relationships/notesMaster" Target="/ppt/notesMasters/notesMaster1.xml" Id="R0b3a2633886f458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53bbbda5fbd4e27" /><Relationship Type="http://schemas.openxmlformats.org/officeDocument/2006/relationships/notesMaster" Target="/ppt/notesMasters/notesMaster1.xml" Id="R8dc98bb8db6e4f8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d744c42aefb4368" /><Relationship Type="http://schemas.openxmlformats.org/officeDocument/2006/relationships/notesMaster" Target="/ppt/notesMasters/notesMaster1.xml" Id="R01bca02c5fb9469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Idea central: el valor cristiano no nace de la exposición ni del aplauso, sino de saberse conocido y sostenido por el Padre.</a:t>
            </a:r>
          </a:p>
          <a:p xmlns:a="http://schemas.openxmlformats.org/drawingml/2006/main">
            <a:r>
              <a:t>Recorrer los cinco movimientos sin convertir el miedo en culpa: desvelar, oír, discernir, confiar y testimoniar.</a:t>
            </a:r>
          </a:p>
          <a:p xmlns:a="http://schemas.openxmlformats.org/drawingml/2006/main">
            <a:r>
              <a:t>La fotografía muestra exactamente a Jesús y cuatro discípulos, con miradas dirigidas hacia él y anatomía natural.</a:t>
            </a:r>
          </a:p>
          <a:p xmlns:a="http://schemas.openxmlformats.org/drawingml/2006/main">
            <a:r>
              <a:t>El bloque central conserva el crema claro #F5E7C3 sobre una zona oscura y despejada.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Las resonancias equilibran fortaleza, amor, prudencia y respeto.</a:t>
            </a:r>
          </a:p>
          <a:p xmlns:a="http://schemas.openxmlformats.org/drawingml/2006/main">
            <a:r>
              <a:t>Subrayar que 1 Pedro pide mansedumbre: testimoniar no es imponerse ni ganar una discusión.</a:t>
            </a:r>
          </a:p>
          <a:p xmlns:a="http://schemas.openxmlformats.org/drawingml/2006/main">
            <a:r>
              <a:t>Preguntar qué criterio corrige una idea impulsiva o temeraria de valentía.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Materiales: audio de «Tú me sabes contar», tarjetas y bolígrafos.</a:t>
            </a:r>
          </a:p>
          <a:p xmlns:a="http://schemas.openxmlformats.org/drawingml/2006/main">
            <a:r>
              <a:t>El caso ficticio debe permitir distinguir miedo protector, miedo que gobierna y riesgo real.</a:t>
            </a:r>
          </a:p>
          <a:p xmlns:a="http://schemas.openxmlformats.org/drawingml/2006/main">
            <a:r>
              <a:t>No pedir confesiones públicas. Ante violencia, abuso o riesgo laboral o familiar, priorizar seguridad y ayuda competente.</a:t>
            </a:r>
          </a:p>
          <a:p xmlns:a="http://schemas.openxmlformats.org/drawingml/2006/main">
            <a:r>
              <a:t>Cerrar orando por el gesto elegido. Compartir y pasar son opciones válidas.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96d2ac7aa3458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911e311254d410d" /><Relationship Type="http://schemas.openxmlformats.org/officeDocument/2006/relationships/slideLayout" Target="/ppt/slideLayouts/slideLayout1.xml" Id="R16c148bec53e4b7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6c148bec53e4b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57e85be25c47fc" /><Relationship Type="http://schemas.openxmlformats.org/officeDocument/2006/relationships/image" Target="/ppt/media/image.png" Id="R175a765efdbe48b3" /><Relationship Type="http://schemas.openxmlformats.org/officeDocument/2006/relationships/notesSlide" Target="/ppt/notesSlides/notesSlide1.xml" Id="R2be1d79f2aca4e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45fd1a7e0b4b84" /><Relationship Type="http://schemas.openxmlformats.org/officeDocument/2006/relationships/notesSlide" Target="/ppt/notesSlides/notesSlide2.xml" Id="R44c05eb63da84b6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4ef66a752149ab" /><Relationship Type="http://schemas.openxmlformats.org/officeDocument/2006/relationships/notesSlide" Target="/ppt/notesSlides/notesSlide3.xml" Id="Rdc33215a0a3e44c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5a765efdbe48b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TÚ ME SABES CONTAR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Vivir y hablar sin miedo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TU VIDA CUENTA</a:t>
            </a:r>
          </a:p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TU VOZ NO ESTÁ SOLA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 miedo puede temblar;</a:t>
            </a:r>
          </a:p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ya no tiene que gobernar.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DESVELAR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Nada queda oculto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para siempre.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verdad no necesita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una doble vida.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OÍR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habla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en lo secreto.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palabra recibida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busca hacerse vida.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 todo miedo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merece obediencia.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Cuidar el alma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ordena las decisiones.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CONFIAR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Padre cuenta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hasta los cabellos.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Valer no depende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de la aprobación.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TESTIMONIAR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Reconocer a Jesús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ante los demás.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Sin gritar ni imponer: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vivir con coherencia.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«Vales más que tu temor»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El valor cristiano nace de saberse conocido y se expresa con amor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Jer 1,17–19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VALOR PARA HABLAR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les tengas miedo.»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no promete aplauso: promete firmeza y presencia para decir la verdad sin esconderse.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Sal 139,1–5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CONOCIDOS POR ENTERO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«Tú me sondeas y me conoces.»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Antes de hablar, somos mirados y conocidos. Nuestro valor no depende de acertar ni de encajar.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2 Tim 1,7–8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FORTALEZA CON AMOR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«Espíritu de fortaleza, amor y prudencia.»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coraje cristiano no es dureza: une fuerza, cuidado y buen juicio, y no avergüenza a otros.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Pe 3,15–16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RESPETO AL RESPONDER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«Con mansedumbre y respeto.»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Testimoniar no es imponerse: ofrece una razón, escucha y cuida la conciencia de quien está delante.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Verdad recibida  ·  valor reconocido  ·  miedo discernido  ·  testimonio respetuoso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bien o verdad puedo expresar con más libertad, prudencia y amor?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Del miedo que gobierna a una voz que puede salir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«Tú me sabes contar»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nombra mi miedo o el valor que recibo?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RECONOCER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Tarjeta: «qué temo perder» / «qué necesito cuidar» / «qué quisiera decir».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miedo me protege y cuál gobierna mis decisiones?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10,26–33 y marcar: no temer, luz, oído, azotea, gorriones y reconocer.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ofrece Jesús antes de pedir un testimonio?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responder a un caso ficticio con tres criterios: verdad, prudencia y respeto.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hablar sin esconderme ni imponerme?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RESPONDER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gesto pequeño, una persona y una fecha. Compartir libremente y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puedo mostrar esta semana con mi vida?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forzar confesiones ni confundir exposición con valentía. La prudencia también es evangélica. Ante violencia, abuso o riesgo laboral o familiar, priorizar seguridad, consentimiento y ayuda competente. Compartir y pasar son válidos.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2026-07-19T11:01:42.2790000Z</dcterms:created>
  <dcterms:modified xsi:type="dcterms:W3CDTF">2026-07-19T11:01:42.2790000Z</dcterms:modified>
</coreProperties>
</file>