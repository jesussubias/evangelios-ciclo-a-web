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4ef4f587494143" /><Relationship Type="http://schemas.openxmlformats.org/officeDocument/2006/relationships/extended-properties" Target="/docProps/app.xml" Id="R65e5f7050be54a58" /><Relationship Type="http://schemas.openxmlformats.org/officeDocument/2006/relationships/officeDocument" Target="/ppt/presentation.xml" Id="R93f8adde09a340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32ce4290a34976"/>
  </p:sldMasterIdLst>
  <p:notesMasterIdLst>
    <p:notesMasterId xmlns:r="http://schemas.openxmlformats.org/officeDocument/2006/relationships" r:id="R8d0013515f5f4804"/>
  </p:notesMasterIdLst>
  <p:sldIdLst>
    <p:sldId xmlns:r="http://schemas.openxmlformats.org/officeDocument/2006/relationships" id="256" r:id="R7b10c355503a489d"/>
    <p:sldId xmlns:r="http://schemas.openxmlformats.org/officeDocument/2006/relationships" id="257" r:id="R8223ebfe7eba49be"/>
    <p:sldId xmlns:r="http://schemas.openxmlformats.org/officeDocument/2006/relationships" id="258" r:id="Ra2fbc87ed2ca433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0804dada584de3" /><Relationship Type="http://schemas.openxmlformats.org/officeDocument/2006/relationships/slideMaster" Target="/ppt/slideMasters/slideMaster1.xml" Id="R9c32ce4290a34976" /><Relationship Type="http://schemas.openxmlformats.org/officeDocument/2006/relationships/notesMaster" Target="/ppt/notesMasters/notesMaster1.xml" Id="R8d0013515f5f4804" /><Relationship Type="http://schemas.openxmlformats.org/officeDocument/2006/relationships/presProps" Target="/ppt/presProps.xml" Id="Rcf649468172d4464" /><Relationship Type="http://schemas.openxmlformats.org/officeDocument/2006/relationships/viewProps" Target="/ppt/viewProps.xml" Id="R3cb27a17582a4244" /><Relationship Type="http://schemas.openxmlformats.org/officeDocument/2006/relationships/tableStyles" Target="/ppt/tableStyles.xml" Id="R4bbe05782fc8453f" /><Relationship Type="http://schemas.openxmlformats.org/officeDocument/2006/relationships/slide" Target="/ppt/slides/slide1.xml" Id="R7b10c355503a489d" /><Relationship Type="http://schemas.openxmlformats.org/officeDocument/2006/relationships/slide" Target="/ppt/slides/slide2.xml" Id="R8223ebfe7eba49be" /><Relationship Type="http://schemas.openxmlformats.org/officeDocument/2006/relationships/slide" Target="/ppt/slides/slide3.xml" Id="Ra2fbc87ed2ca43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ad7d23daaf4b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a0e752f76146fc" /><Relationship Type="http://schemas.openxmlformats.org/officeDocument/2006/relationships/notesMaster" Target="/ppt/notesMasters/notesMaster1.xml" Id="R5f32bf420cb842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ab55c1ae4e4c36" /><Relationship Type="http://schemas.openxmlformats.org/officeDocument/2006/relationships/notesMaster" Target="/ppt/notesMasters/notesMaster1.xml" Id="Rccafe6dafea345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0a835bf85a41e2" /><Relationship Type="http://schemas.openxmlformats.org/officeDocument/2006/relationships/notesMaster" Target="/ppt/notesMasters/notesMaster1.xml" Id="Reb7a32b06c1f4f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comenzar por la decepción sin corregirla; subrayar que Jesús se acerca y escucha; mostrar cómo la Palabra relee la cruz; detenerse en la hospitalidad y el pan partido; terminar con el regreso a la comunidad. Idea nuclear: el Resucitado transforma la historia caminándola con nosotros.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Leer los cuatro movimientos como una sola pedagogía de Jesús: acercarse, escuchar, releer, compartir y devolver a la comunidad. No usar las citas como respuestas rápidas al dolor; preguntar qué gesto de Jesús necesita hoy el grupo.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Clima: acogedor y sin prisas. El «nosotros esperábamos» se comparte en primera persona y sin consejos. Puede partirse un pan sencillo en el cierre, sin convertirlo en gesto litúrgico. El compromiso final debe ser pequeño, verificable y vinculado a una persona o comunidad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184d11b1b48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3e0b4d43ba47a1" /><Relationship Type="http://schemas.openxmlformats.org/officeDocument/2006/relationships/slideLayout" Target="/ppt/slideLayouts/slideLayout1.xml" Id="Rdc1e1bac16124b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1e1bac16124b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1ea23d634406e" /><Relationship Type="http://schemas.openxmlformats.org/officeDocument/2006/relationships/image" Target="/ppt/media/image.png" Id="Rfba88d82c2394ffb" /><Relationship Type="http://schemas.openxmlformats.org/officeDocument/2006/relationships/notesSlide" Target="/ppt/notesSlides/notesSlide1.xml" Id="Rea63aa62e19b4f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6266685234b6c" /><Relationship Type="http://schemas.openxmlformats.org/officeDocument/2006/relationships/notesSlide" Target="/ppt/notesSlides/notesSlide2.xml" Id="R40023e882f3840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0974303134071" /><Relationship Type="http://schemas.openxmlformats.org/officeDocument/2006/relationships/notesSlide" Target="/ppt/notesSlides/notesSlide3.xml" Id="R43d48d6a14dd483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88d82c2394ff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AL PARTIR EL PAN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Un camino que transforma la decepción en encuentro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chemeClr val="tx2">
                    <a:lumMod val="90000"/>
                    <a:lumOff val="1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SE HACE CAMINO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chemeClr val="tx2">
                    <a:lumMod val="90000"/>
                    <a:lumOff val="1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JUNTO A SU TRISTEZA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52748E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Resucitado atraviesa la herida: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52748E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escucha, relee y devuelve a la comunidad.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DECEPCIÓN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«Nosotros esperábamos…»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Se alejan de Jerusalén.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dolor encoge la mirada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oculta la presencia.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PRESENCIA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acerca y camina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paso de su tristeza.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 explicar, pregunta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escucha lo que duele.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PALABRA QUE ARDE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Escritura relee la cruz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desde el amor de Dios.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historia encuentra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 sentido nuevo.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RECONOCIMIENTO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«Quédate con nosotros».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pan se parte.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Los ojos se abren en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mesa compartida.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REGRESO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Vuelven esa misma hora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Jerusalén.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encuentro devuelve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comunidad y misión.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«¿No ardía nuestro corazón mientras nos hablaba por el camino?»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MOVIMIENTOS DE EMAÚS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El relato muestra cómo Jesús acompaña y transforma una decepción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24,15–17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PRESENCIA QUE ESCUCHA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«Jesús se acercó y caminó con ellos.»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Resucitado no irrumpe con respuestas. Se pone a su paso, pregunta y deja que nombren la herida.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24,25–27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PALABRA QUE RELEE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«Les explicó lo que se refería a él en las Escrituras.»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Escritura no borra la cruz: la relee desde el amor de Dios y hace arder de nuevo el corazón.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24,29–31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MESA QUE ABRE LOS OJOS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 reconocieron al partir el pan.»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hospitalidad prepara el reconocimiento. En el pan bendecido y compartido descubren quién caminaba con ellos.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24,33–35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COMUNIDAD QUE ENVÍA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«Levantándose al momento, volvieron a Jerusalén.»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encuentro no los encierra en una emoción. Los devuelve a la comunidad para compartir la noticia y recomenzar.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Acompañar  ·  escuchar  ·  releer  ·  hospedar  ·  compartir  ·  volver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necesitamos dejar que Jesús relea para recuperar el camino?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decepción compartida a un regreso con esperanza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«Al partir el pan» completa, sin entregar todavía explicaciones.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describe mejor cómo llego hoy?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CAMINAR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parejas, contar brevemente un «nosotros esperábamos…».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esperanza rota o cansancio estoy llevando?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Lc 24,13–35 en tres voces y subrayar los giros del relato.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para transformar la mirada?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Compartir dónde se hace presente: escucha, Palabra, mesa o comunidad.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camina Jesús y aún no lo reconozco?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VOLVER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de acompañamiento. Terminar con pan compartido y oración.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 quién o a qué comunidad necesito volver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respuestas felices; acoger la decepción y descubrir el paso concreto que devuelve al camino.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2026-07-19T11:01:35.9070000Z</dcterms:created>
  <dcterms:modified xsi:type="dcterms:W3CDTF">2026-07-19T11:01:35.9070000Z</dcterms:modified>
</coreProperties>
</file>