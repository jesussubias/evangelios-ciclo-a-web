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8e35e898194a67" /><Relationship Type="http://schemas.openxmlformats.org/officeDocument/2006/relationships/extended-properties" Target="/docProps/app.xml" Id="R78fe09af1f8a4211" /><Relationship Type="http://schemas.openxmlformats.org/officeDocument/2006/relationships/officeDocument" Target="/ppt/presentation.xml" Id="R1580614a3e7c43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6d626517a64dab"/>
  </p:sldMasterIdLst>
  <p:notesMasterIdLst>
    <p:notesMasterId xmlns:r="http://schemas.openxmlformats.org/officeDocument/2006/relationships" r:id="Rfdad870e9b824f5b"/>
  </p:notesMasterIdLst>
  <p:sldIdLst>
    <p:sldId xmlns:r="http://schemas.openxmlformats.org/officeDocument/2006/relationships" id="256" r:id="Rd3718a1e52384e76"/>
    <p:sldId xmlns:r="http://schemas.openxmlformats.org/officeDocument/2006/relationships" id="257" r:id="R2a65b13e21a14fa0"/>
    <p:sldId xmlns:r="http://schemas.openxmlformats.org/officeDocument/2006/relationships" id="258" r:id="R28314a688a214a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f0052ed04e4f59" /><Relationship Type="http://schemas.openxmlformats.org/officeDocument/2006/relationships/slideMaster" Target="/ppt/slideMasters/slideMaster1.xml" Id="R766d626517a64dab" /><Relationship Type="http://schemas.openxmlformats.org/officeDocument/2006/relationships/notesMaster" Target="/ppt/notesMasters/notesMaster1.xml" Id="Rfdad870e9b824f5b" /><Relationship Type="http://schemas.openxmlformats.org/officeDocument/2006/relationships/presProps" Target="/ppt/presProps.xml" Id="R0e433661ba424b00" /><Relationship Type="http://schemas.openxmlformats.org/officeDocument/2006/relationships/viewProps" Target="/ppt/viewProps.xml" Id="R67731a8be05348f4" /><Relationship Type="http://schemas.openxmlformats.org/officeDocument/2006/relationships/tableStyles" Target="/ppt/tableStyles.xml" Id="R45311cf786db4d4c" /><Relationship Type="http://schemas.openxmlformats.org/officeDocument/2006/relationships/slide" Target="/ppt/slides/slide1.xml" Id="Rd3718a1e52384e76" /><Relationship Type="http://schemas.openxmlformats.org/officeDocument/2006/relationships/slide" Target="/ppt/slides/slide2.xml" Id="R2a65b13e21a14fa0" /><Relationship Type="http://schemas.openxmlformats.org/officeDocument/2006/relationships/slide" Target="/ppt/slides/slide3.xml" Id="R28314a688a214a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865f0f99b34f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aeebe845d241e9" /><Relationship Type="http://schemas.openxmlformats.org/officeDocument/2006/relationships/notesMaster" Target="/ppt/notesMasters/notesMaster1.xml" Id="Rf3f3bd1c12344a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70fdd2564d443a" /><Relationship Type="http://schemas.openxmlformats.org/officeDocument/2006/relationships/notesMaster" Target="/ppt/notesMasters/notesMaster1.xml" Id="R391e9a8856ce46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23e3b8457a48c4" /><Relationship Type="http://schemas.openxmlformats.org/officeDocument/2006/relationships/notesMaster" Target="/ppt/notesMasters/notesMaster1.xml" Id="R2439c183ffe14b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la Trinidad no es una fórmula abstracta, sino comunión que ama, entrega, entra en la historia y salva.</a:t>
            </a:r>
          </a:p>
          <a:p xmlns:a="http://schemas.openxmlformats.org/drawingml/2006/main">
            <a:r>
              <a:t>Recorrer cinco verbos de Jn 3,16–18: amar, dar, enviar, salvar y creer.</a:t>
            </a:r>
          </a:p>
          <a:p xmlns:a="http://schemas.openxmlformats.org/drawingml/2006/main">
            <a:r>
              <a:t>La fotografía representa el contexto nocturno del diálogo con Nicodemo: exactamente dos adultos, edades y fisonomías distintas, miradas recíprocas, manos y escalas naturales.</a:t>
            </a:r>
          </a:p>
          <a:p xmlns:a="http://schemas.openxmlformats.org/drawingml/2006/main">
            <a:r>
              <a:t>La identidad de Jesús conserva las cinco referencias aprobadas; el texto crema queda sobre un muro oscuro real y limpio.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 34 presenta una misericordia paciente; Rom 5 reúne amor del Padre, entrega de Cristo y Espíritu derramado.</a:t>
            </a:r>
          </a:p>
          <a:p xmlns:a="http://schemas.openxmlformats.org/drawingml/2006/main">
            <a:r>
              <a:t>1 Jn 4 muestra un amor que sale de sí; 2 Cor 13 nombra la comunión que acompaña a la comunidad.</a:t>
            </a:r>
          </a:p>
          <a:p xmlns:a="http://schemas.openxmlformats.org/drawingml/2006/main">
            <a:r>
              <a:t>Pregunta clave: qué relación necesita menos juicio y una presencia más salvadora.</a:t>
            </a:r>
          </a:p>
          <a:p xmlns:a="http://schemas.openxmlformats.org/drawingml/2006/main">
            <a:r>
              <a:t>Evitar reducir la Trinidad a un esquema o usar la misericordia para negar verdad, justicia y reparación.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«Tanto amaste al mundo», tarjetas y bolígrafos.</a:t>
            </a:r>
          </a:p>
          <a:p xmlns:a="http://schemas.openxmlformats.org/drawingml/2006/main">
            <a:r>
              <a:t>La tarjeta es opcional, sin nombres propios y no se recoge. Los casos de discernimiento son ficticios.</a:t>
            </a:r>
          </a:p>
          <a:p xmlns:a="http://schemas.openxmlformats.org/drawingml/2006/main">
            <a:r>
              <a:t>Filtros sugeridos: acerca, libera, repara y abre futuro. No forzar confidencias ni presionar perdón o reconciliación.</a:t>
            </a:r>
          </a:p>
          <a:p xmlns:a="http://schemas.openxmlformats.org/drawingml/2006/main">
            <a:r>
              <a:t>Cierre: gesto de comunión con situación, presencia, límite y revisión;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78e8227a2c44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d2284b8443446c" /><Relationship Type="http://schemas.openxmlformats.org/officeDocument/2006/relationships/slideLayout" Target="/ppt/slideLayouts/slideLayout1.xml" Id="R544a8e19275049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4a8e19275049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f2f2d2e824771" /><Relationship Type="http://schemas.openxmlformats.org/officeDocument/2006/relationships/image" Target="/ppt/media/image.png" Id="Rce9bc3b0e9d14d02" /><Relationship Type="http://schemas.openxmlformats.org/officeDocument/2006/relationships/notesSlide" Target="/ppt/notesSlides/notesSlide1.xml" Id="R3abc8a94998a4e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d6c1f5c2e46e9" /><Relationship Type="http://schemas.openxmlformats.org/officeDocument/2006/relationships/notesSlide" Target="/ppt/notesSlides/notesSlide2.xml" Id="Re5fdecba5cc541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4c957e69e4f21" /><Relationship Type="http://schemas.openxmlformats.org/officeDocument/2006/relationships/notesSlide" Target="/ppt/notesSlides/notesSlide3.xml" Id="R84c0636029764d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bc3b0e9d14d0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TANTO AMASTE AL MUNDO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Dios es comunión que no condena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AMA AL MUNDO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VIENE A SALVAR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Amor que entra en la noche.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Vida que salva sin condenar.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AMAR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FFFFFF"/>
                </a:solidFill>
              </a:defRPr>
            </a:pPr>
            <a:r>
              <a:rPr sz="1013" b="1">
                <a:solidFill>
                  <a:srgbClr val="FFFFFF"/>
                </a:solidFill>
              </a:rPr>
              <a:t>Dios mira el mundo real:</a:t>
            </a:r>
          </a:p>
          <a:p xmlns:a="http://schemas.openxmlformats.org/drawingml/2006/main">
            <a:pPr>
              <a:buNone/>
              <a:defRPr sz="1013" b="1">
                <a:solidFill>
                  <a:srgbClr val="FFFFFF"/>
                </a:solidFill>
              </a:defRPr>
            </a:pPr>
            <a:r>
              <a:rPr sz="1013" b="1">
                <a:solidFill>
                  <a:srgbClr val="FFFFFF"/>
                </a:solidFill>
              </a:rPr>
              <a:t>su primer movimiento es amar.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clasifica para excluir: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reconoce una vida que salvar.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amor se vuelve entrega: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Padre comparte al Hijo.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Dios no retiene ni posee: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hace sitio con su propia vida.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ENVIAR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Hijo entra en la historia: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comunión sale de sí.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mira desde la distancia: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acerca a nuestra noche.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SALVAR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no viene a condenar: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rescata, sana y abre futuro.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verdad protege dignidad;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humilla ni controla.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CONFIAR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Creer es recibir relación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caminar dentro de ella.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abre la vida al amor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aprende a compartirlo.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amó tanto al mundo…»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misericordia se acerca, se derrama, se hace visible y crea comunión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34,6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MISERICORDIA QUE SE ACERCA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compasivo, lento a la ira y rico en amor.»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Antes de toda explicación, Dios se revela como paciencia que permanece y vuelve a abrir futuro.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Rom 5,5–8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DERRAMADO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amor de Dios ha sido derramado por el Espíritu.»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Padre ama, Cristo se entrega y el Espíritu hace interior ese amor en nuestra fragilidad.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4,9–12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QUE SE HACE VISIBLE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envió a su Hijo al mundo para que vivamos.»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comunión no queda encerrada: toma iniciativa, se acerca y nos enseña a amarnos.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Cor 13,13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COMUNIÓN QUE ACOMPAÑA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«La gracia de Jesucristo, el amor de Dios y la comunión del Espíritu.»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bendición nombra una vida recibida en relación y enviada a crear vínculos que sostienen.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Amor que precede  ·  Hijo entregado  ·  Espíritu derramado  ·  comunión compartida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relación necesita menos juicio y una presencia más salvadora?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juicio que separa a una comunión que se acerca y abre futuro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«Tanto amaste al mundo»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convierte la Trinidad en una forma concreta de amar?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«me juzgan» / «me salvan» / «me hacen sitio».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cambia una mirada que condena en presencia que cuida?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3,16–18 y marcar: amar, dar, enviar, salvar y creer.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revela cada verbo sobre la relación de Dios con el mundo?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aplicar acerca, libera, repara y abre futuro.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¿Corrige para proteger o condena para controlar?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ENCARNAR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 gesto: situación, presencia, límite y revisión.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haré sitio al amor de Dios durante los próximos siete días?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«Dios no condena» no borra consecuencias ni obliga a perdonar o mantener contacto inseguro. Salvar incluye verdad, justicia, reparación y límites. No juzgar la fe ajena;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2026-07-19T11:30:18.6180000Z</dcterms:created>
  <dcterms:modified xsi:type="dcterms:W3CDTF">2026-07-19T11:30:18.6180000Z</dcterms:modified>
</coreProperties>
</file>