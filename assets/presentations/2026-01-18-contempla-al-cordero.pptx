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3d335e9e694e45" /><Relationship Type="http://schemas.openxmlformats.org/officeDocument/2006/relationships/extended-properties" Target="/docProps/app.xml" Id="R8201d7c2c2ba4e33" /><Relationship Type="http://schemas.openxmlformats.org/officeDocument/2006/relationships/officeDocument" Target="/ppt/presentation.xml" Id="Rcb22bfd1ff364ed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f0a59ee94924407"/>
  </p:sldMasterIdLst>
  <p:notesMasterIdLst>
    <p:notesMasterId xmlns:r="http://schemas.openxmlformats.org/officeDocument/2006/relationships" r:id="R62416bd1d49d457c"/>
  </p:notesMasterIdLst>
  <p:sldIdLst>
    <p:sldId xmlns:r="http://schemas.openxmlformats.org/officeDocument/2006/relationships" id="256" r:id="R20c1015131194cd7"/>
    <p:sldId xmlns:r="http://schemas.openxmlformats.org/officeDocument/2006/relationships" id="257" r:id="R554557e384e942f0"/>
    <p:sldId xmlns:r="http://schemas.openxmlformats.org/officeDocument/2006/relationships" id="258" r:id="R88dc5685938e49e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87123b3c1944f88" /><Relationship Type="http://schemas.openxmlformats.org/officeDocument/2006/relationships/slideMaster" Target="/ppt/slideMasters/slideMaster1.xml" Id="Raf0a59ee94924407" /><Relationship Type="http://schemas.openxmlformats.org/officeDocument/2006/relationships/notesMaster" Target="/ppt/notesMasters/notesMaster1.xml" Id="R62416bd1d49d457c" /><Relationship Type="http://schemas.openxmlformats.org/officeDocument/2006/relationships/presProps" Target="/ppt/presProps.xml" Id="Rbf4a4e137e2547bb" /><Relationship Type="http://schemas.openxmlformats.org/officeDocument/2006/relationships/viewProps" Target="/ppt/viewProps.xml" Id="Ra1f3e3b919a64fae" /><Relationship Type="http://schemas.openxmlformats.org/officeDocument/2006/relationships/tableStyles" Target="/ppt/tableStyles.xml" Id="Re8d2e9dd117143cc" /><Relationship Type="http://schemas.openxmlformats.org/officeDocument/2006/relationships/slide" Target="/ppt/slides/slide1.xml" Id="R20c1015131194cd7" /><Relationship Type="http://schemas.openxmlformats.org/officeDocument/2006/relationships/slide" Target="/ppt/slides/slide2.xml" Id="R554557e384e942f0" /><Relationship Type="http://schemas.openxmlformats.org/officeDocument/2006/relationships/slide" Target="/ppt/slides/slide3.xml" Id="R88dc5685938e49e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7763afa719a45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9e03a690b14151" /><Relationship Type="http://schemas.openxmlformats.org/officeDocument/2006/relationships/notesMaster" Target="/ppt/notesMasters/notesMaster1.xml" Id="Rda3e01a1bff941b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16ed3bcdc44a9d" /><Relationship Type="http://schemas.openxmlformats.org/officeDocument/2006/relationships/notesMaster" Target="/ppt/notesMasters/notesMaster1.xml" Id="Rf2b987d19f464e0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ab9c61e0fe4a42" /><Relationship Type="http://schemas.openxmlformats.org/officeDocument/2006/relationships/notesMaster" Target="/ppt/notesMasters/notesMaster1.xml" Id="R8b95386b3a604b1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 central: Juan reconoce a Jesús, da testimonio y abre paso sin apropiarse de la mirada.</a:t>
            </a:r>
          </a:p>
          <a:p xmlns:a="http://schemas.openxmlformats.org/drawingml/2006/main">
            <a:r>
              <a:t>Recorrer cinco movimientos: mirar, reconocer, recordar, señalar y abrir paso.</a:t>
            </a:r>
          </a:p>
          <a:p xmlns:a="http://schemas.openxmlformats.org/drawingml/2006/main">
            <a:r>
              <a:t>La fotografía representa Jn 1,29: exactamente Jesús, Juan y dos oyentes adultos. Juan y los oyentes miran a Jesús; las escalas, manos y fisonomías son naturales y diferenciadas.</a:t>
            </a:r>
          </a:p>
          <a:p xmlns:a="http://schemas.openxmlformats.org/drawingml/2006/main">
            <a:r>
              <a:t>La identidad de Jesús conserva las referencias aprobadas; Juan mantiene la fisonomía y el vestuario del bautismo. El texto crema queda sobre agua y vegetación oscuras reales.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Elí acompaña sin sustituir; Moisés no acapara el don; Pablo recuerda que Dios da el crecimiento.</a:t>
            </a:r>
          </a:p>
          <a:p xmlns:a="http://schemas.openxmlformats.org/drawingml/2006/main">
            <a:r>
              <a:t>La vasija de barro evita confundir el brillo del mensajero con la fuerza del Evangelio.</a:t>
            </a:r>
          </a:p>
          <a:p xmlns:a="http://schemas.openxmlformats.org/drawingml/2006/main">
            <a:r>
              <a:t>Pregunta clave: dónde necesito nombrar un bien sin apropiármelo ni esconderme.</a:t>
            </a:r>
          </a:p>
          <a:p xmlns:a="http://schemas.openxmlformats.org/drawingml/2006/main">
            <a:r>
              <a:t>Evitar convertir humildad en borrado personal o testimonio en exposición de la vida ajena.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Materiales: audio de «Contempla al Cordero», tarjetas y bolígrafos.</a:t>
            </a:r>
          </a:p>
          <a:p xmlns:a="http://schemas.openxmlformats.org/drawingml/2006/main">
            <a:r>
              <a:t>La tarjeta es opcional, sin nombres propios y no se recoge. Los casos de discernimiento son ficticios.</a:t>
            </a:r>
          </a:p>
          <a:p xmlns:a="http://schemas.openxmlformats.org/drawingml/2006/main">
            <a:r>
              <a:t>Filtros sugeridos: verdad, servicio, libertad y camino abierto. No forzar confidencias ni interpretar vidas ajenas.</a:t>
            </a:r>
          </a:p>
          <a:p xmlns:a="http://schemas.openxmlformats.org/drawingml/2006/main">
            <a:r>
              <a:t>Cierre: tres líneas sobre lo visto, el bien reconocido y el espacio que dejaré; compartir y pasar son opciones válidas.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ee288279644f5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7a6995db10b484b" /><Relationship Type="http://schemas.openxmlformats.org/officeDocument/2006/relationships/slideLayout" Target="/ppt/slideLayouts/slideLayout1.xml" Id="Rb1a02e34751548d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1a02e34751548d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9e4d60ce444ee1" /><Relationship Type="http://schemas.openxmlformats.org/officeDocument/2006/relationships/image" Target="/ppt/media/image.png" Id="Rcdd61e1b24f54552" /><Relationship Type="http://schemas.openxmlformats.org/officeDocument/2006/relationships/notesSlide" Target="/ppt/notesSlides/notesSlide1.xml" Id="Re1abb3d40321451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0029b7f45f483b" /><Relationship Type="http://schemas.openxmlformats.org/officeDocument/2006/relationships/notesSlide" Target="/ppt/notesSlides/notesSlide2.xml" Id="R1c0d831fb0a1428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6bd6de954046c0" /><Relationship Type="http://schemas.openxmlformats.org/officeDocument/2006/relationships/notesSlide" Target="/ppt/notesSlides/notesSlide3.xml" Id="R662d117e9d094d3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d61e1b24f5455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CONTEMPLA AL CORDERO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Testigos sin ocupar el centro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OCUPAR EL CENTRO</a:t>
            </a:r>
          </a:p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SEÑALAR Y ABRIR PASO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Juan reconoce a Jesús,</a:t>
            </a:r>
          </a:p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dice lo que ha visto y abre paso.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MIRAR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Juan ve a Jesús venir:</a:t>
            </a:r>
          </a:p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el testimonio nace de atender.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Primero recibe la realidad;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después deja que hable.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RECONOCER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«Este es el Cordero»: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nombra la acción de Dios.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Reconocer no es apropiarse: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es agradecer la fuente.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RECORDAR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agua y el Espíritu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ordenan lo que ha visto.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improvisa certezas: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contrasta y recuerda.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SEÑALAR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Su voz y su gesto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llevan la mirada a Jesús.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humildad no desaparece: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da una dirección verdadera.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ABRIR PASO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Juan no retiene la escena:</a:t>
            </a:r>
          </a:p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otros pueden seguir a Jesús.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testigo sirve mejor cuando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controla el recorrido ajeno.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«Yo lo he visto y he dado testimonio»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Dios enseña a reconocer la voz, compartir el don, dejar crecer y servir sin protagonismo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Sam 3,8–10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ACOMPAÑAR SIN SUSTITUIR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«Habla, Señor, que tu siervo escucha.»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Elí reconoce una llamada que no le pertenece y ayuda a Samuel a responder con su propia voz.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Núm 11,26–29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DON NO ACAPARADO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«¡Ojalá todo el pueblo del Señor fuera profeta!»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Moisés no protege su posición: se alegra de que el Espíritu actúe también fuera de su control.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Cor 3,5–7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DIOS DA EL CRECIMIENTO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«Dios es quien da el crecimiento.»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Pablo reconoce tareas reales sin convertir a los servidores en dueños del fruto ni del grupo.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2 Cor 4,5–7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TESORO, NO ESCAPARATE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nos predicamos a nosotros mismos, sino a Jesucristo.»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fragilidad de la vasija evita confundir el brillo del mensajero con la fuerza del Evangelio.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Mirada atenta  ·  palabra verdadera  ·  don compartido  ·  camino abierto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¿dónde necesito nombrar un bien sin apropiármelo ni esconderme?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necesidad de ser vistos a la libertad de señalar y abrir paso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«Contempla al Cordero»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coloca el foco en Juan y cuál lo desplaza hacia Jesús?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DESCENTRAR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«ocupo el centro» / «desaparezco» / «señalo».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diferencia hay entre borrarme y dejar espacio para el bien?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Jn 1,29–34 y marcar: ver, decir, recordar, reconocer y testimoniar.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¿En qué se apoya Juan y hacia dónde dirige la atención?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Casos ficticios: aplicar verdad, servicio, libertad y camino abierto.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¿Ayuda a reconocer el bien o convierte al testigo en protagonista?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TESTIMONIAR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Escribir tres líneas: lo que vi, el bien que reconozco y el espacio que dejaré.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bien puedo nombrar y después dejar crecer sin controlarlo?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la humildad no borra la voz propia ni tolera abuso. Testimoniar no autoriza exponer vidas ajenas ni dar autoridad divina a impresiones personales. Cuidar verdad, consentimiento, límites y opción de pasar.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2026-07-19T11:30:14.5880000Z</dcterms:created>
  <dcterms:modified xsi:type="dcterms:W3CDTF">2026-07-19T11:30:14.5880000Z</dcterms:modified>
</coreProperties>
</file>