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faf94de12e489b" /><Relationship Type="http://schemas.openxmlformats.org/officeDocument/2006/relationships/extended-properties" Target="/docProps/app.xml" Id="R61e4b89afaa24a23" /><Relationship Type="http://schemas.openxmlformats.org/officeDocument/2006/relationships/officeDocument" Target="/ppt/presentation.xml" Id="Rda9cd023a3cf4c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d550c23ee64d86"/>
  </p:sldMasterIdLst>
  <p:notesMasterIdLst>
    <p:notesMasterId xmlns:r="http://schemas.openxmlformats.org/officeDocument/2006/relationships" r:id="R91e3d51676244156"/>
  </p:notesMasterIdLst>
  <p:sldIdLst>
    <p:sldId xmlns:r="http://schemas.openxmlformats.org/officeDocument/2006/relationships" id="256" r:id="R935751ea70eb4d4d"/>
    <p:sldId xmlns:r="http://schemas.openxmlformats.org/officeDocument/2006/relationships" id="257" r:id="R6f7cd972363c4207"/>
    <p:sldId xmlns:r="http://schemas.openxmlformats.org/officeDocument/2006/relationships" id="258" r:id="Rd3c48f1beeef412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e5084c8e4e4f58" /><Relationship Type="http://schemas.openxmlformats.org/officeDocument/2006/relationships/slideMaster" Target="/ppt/slideMasters/slideMaster1.xml" Id="Re5d550c23ee64d86" /><Relationship Type="http://schemas.openxmlformats.org/officeDocument/2006/relationships/notesMaster" Target="/ppt/notesMasters/notesMaster1.xml" Id="R91e3d51676244156" /><Relationship Type="http://schemas.openxmlformats.org/officeDocument/2006/relationships/presProps" Target="/ppt/presProps.xml" Id="Rbf6bc06291404f9a" /><Relationship Type="http://schemas.openxmlformats.org/officeDocument/2006/relationships/viewProps" Target="/ppt/viewProps.xml" Id="R83664f4087b24d73" /><Relationship Type="http://schemas.openxmlformats.org/officeDocument/2006/relationships/tableStyles" Target="/ppt/tableStyles.xml" Id="R56124c461546411e" /><Relationship Type="http://schemas.openxmlformats.org/officeDocument/2006/relationships/slide" Target="/ppt/slides/slide1.xml" Id="R935751ea70eb4d4d" /><Relationship Type="http://schemas.openxmlformats.org/officeDocument/2006/relationships/slide" Target="/ppt/slides/slide2.xml" Id="R6f7cd972363c4207" /><Relationship Type="http://schemas.openxmlformats.org/officeDocument/2006/relationships/slide" Target="/ppt/slides/slide3.xml" Id="Rd3c48f1beeef41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f03888400544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45cdb477e4476a" /><Relationship Type="http://schemas.openxmlformats.org/officeDocument/2006/relationships/notesMaster" Target="/ppt/notesMasters/notesMaster1.xml" Id="Rab0141fd547f4b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e5b2e101d24f6a" /><Relationship Type="http://schemas.openxmlformats.org/officeDocument/2006/relationships/notesMaster" Target="/ppt/notesMasters/notesMaster1.xml" Id="Rec0e5c94b6e042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cab825e3ab4475" /><Relationship Type="http://schemas.openxmlformats.org/officeDocument/2006/relationships/notesMaster" Target="/ppt/notesMasters/notesMaster1.xml" Id="Ra30ba99f9abe4a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Jesús llama en una historia herida y en medio del trabajo ordinario.</a:t>
            </a:r>
          </a:p>
          <a:p xmlns:a="http://schemas.openxmlformats.org/drawingml/2006/main">
            <a:r>
              <a:t>No presentar las redes como algo malo: algunas sostienen la vida y otras necesitan ser soltadas o transformadas.</a:t>
            </a:r>
          </a:p>
          <a:p xmlns:a="http://schemas.openxmlformats.org/drawingml/2006/main">
            <a:r>
              <a:t>Invitar a reconocer una llamada concreta sin exigir una decisión inmediata.</a:t>
            </a:r>
          </a:p>
          <a:p xmlns:a="http://schemas.openxmlformats.org/drawingml/2006/main">
            <a:r>
              <a:t>La escena muestra exactamente a Jesús y cuatro pescadores.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resonancias amplían el discernimiento: llamada en la tarea, voz reconocida con ayuda, disponibilidad y vida cotidiana ofrecida.</a:t>
            </a:r>
          </a:p>
          <a:p xmlns:a="http://schemas.openxmlformats.org/drawingml/2006/main">
            <a:r>
              <a:t>Leer las citas breves y preguntar qué criterio aporta cada una.</a:t>
            </a:r>
          </a:p>
          <a:p xmlns:a="http://schemas.openxmlformats.org/drawingml/2006/main">
            <a:r>
              <a:t>Evitar convertir la disponibilidad en prisa, heroísmo o presión.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Materiales: audio de «Sígueme», tarjetas, bolígrafos y una cuerda o pequeño trozo de red opcional.</a:t>
            </a:r>
          </a:p>
          <a:p xmlns:a="http://schemas.openxmlformats.org/drawingml/2006/main">
            <a:r>
              <a:t>En el caso ficticio de la fase Discernir, separar: lo que conviene conservar, lo que conviene soltar y el siguiente paso pequeño.</a:t>
            </a:r>
          </a:p>
          <a:p xmlns:a="http://schemas.openxmlformats.org/drawingml/2006/main">
            <a:r>
              <a:t>No pedir decisiones vocacionales públicas. Compartir y pasar son opciones válidas.</a:t>
            </a:r>
          </a:p>
          <a:p xmlns:a="http://schemas.openxmlformats.org/drawingml/2006/main">
            <a:r>
              <a:t>Cerrar orando por el paso elegido y por la persona con quien se va a contrastar.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52a18c754140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ef4e6c8c604eb7" /><Relationship Type="http://schemas.openxmlformats.org/officeDocument/2006/relationships/slideLayout" Target="/ppt/slideLayouts/slideLayout1.xml" Id="R61acf8bcebd64f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acf8bcebd64f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365e7c1c844ba" /><Relationship Type="http://schemas.openxmlformats.org/officeDocument/2006/relationships/image" Target="/ppt/media/image.png" Id="R708f4b76b52e4629" /><Relationship Type="http://schemas.openxmlformats.org/officeDocument/2006/relationships/notesSlide" Target="/ppt/notesSlides/notesSlide1.xml" Id="Rdc156f2afb0e4b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3393fe1474933" /><Relationship Type="http://schemas.openxmlformats.org/officeDocument/2006/relationships/notesSlide" Target="/ppt/notesSlides/notesSlide2.xml" Id="R8840d1b31bfb48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c19d7f3564012" /><Relationship Type="http://schemas.openxmlformats.org/officeDocument/2006/relationships/notesSlide" Target="/ppt/notesSlides/notesSlide3.xml" Id="Rec132772d46042a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f4b76b52e462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SÍGUEME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La llamada en la vida ordinaria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F9A3C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 LLAMA AHÍ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F9A3C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 MEDIO DE TU VIDA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9A3C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 cuando todo esté listo;</a:t>
            </a:r>
          </a:p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9A3C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hoy, entre tus redes.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VOLVER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Jesús vuelve a Galilea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cuando Juan es arrestado.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llamada nace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en una historia herida.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MIRAR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Ve a dos hermanos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trabajando en la orilla.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vocación empieza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con una mirada concreta.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LLAMAR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«Venid detrás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 mí».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Primero relación;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después misión.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SOLTAR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Dejan redes, barca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y seguridades.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No todo se abandona: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se discierne qué ata.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CAMINAR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Recorren Galilea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con Jesús.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Seguir se hace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anuncio y cuidado.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«No me sacas fuera de lo que vivo,
me enseñas cómo vivir»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Dios llama en lo cotidiano, enseña a escuchar y convierte la respuesta en servicio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Ex 3,1–4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NOMBRE EN EL TRABAJO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«Moisés, Moisés.» «Heme aquí.»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Dios llama a Moisés mientras cuida el rebaño: el trabajo ordinario se vuelve lugar de encuentro.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1 Sam 3,8–10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APRENDER LA VOZ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«Habla, Señor, que tu siervo escucha.»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Samuel necesita ayuda para reconocer la voz. Discernir también es escuchar a otros y dar tiempo.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Is 6,8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RESPUESTA DISPONIBLE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«Aquí estoy, envíame.»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respuesta nace después de escuchar y dejarse tocar. Disponibilidad no significa prisa ni presión.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Col 3,17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LO COTIDIANO OFRECIDO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«Todo cuanto hagáis, hacedlo en nombre del Señor.»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vocación no aparta de la vida: transforma palabras, tareas y relaciones en una forma de servir.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Vida concreta  ·  voz discernida  ·  libertad para soltar  ·  servicio cotidiano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¿qué está pidiendo Jesús transformar dentro de lo que ya vivo?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 las redes de cada día a una respuesta discernida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«Sígueme»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convierte mi vida diaria en lugar de llamada?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NOMBRAR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Tarjeta: «redes que sostienen» / «redes que atan» / «con quién puedo caminar».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¿Dónde podría estar llamándome Jesús en lo que ya vivo?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Mt 4,12–23 y marcar: lugar, tareas, mirada, llamada, renuncias y camino.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transforma Jesús y qué no desprecia de su vida anterior?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En tríos, revisar un caso: conservar, soltar y dar un paso pequeño.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¿Cómo distinguir una llamada de la prisa, la culpa o la presión?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RESPONDER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Elegir un paso posible, una persona con quien contrastarlo y una fecha.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paso puedo dar esta semana sin abandonar mis responsabilidades?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no romantizar decisiones bruscas ni presentar trabajo, familia o estudio como obstáculos. Discernir con tiempo, comunidad, libertad, prudencia económica y ayuda competente. Compartir y pasar son opciones válidas.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2026-07-15T07:31:46.6100000Z</dcterms:created>
  <dcterms:modified xsi:type="dcterms:W3CDTF">2026-07-15T07:31:46.6100000Z</dcterms:modified>
</coreProperties>
</file>