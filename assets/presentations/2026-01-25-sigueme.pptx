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330b769440457d" /><Relationship Type="http://schemas.openxmlformats.org/officeDocument/2006/relationships/extended-properties" Target="/docProps/app.xml" Id="Rc4f7857a549743ec" /><Relationship Type="http://schemas.openxmlformats.org/officeDocument/2006/relationships/officeDocument" Target="/ppt/presentation.xml" Id="R0e9ad20d79744d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ad804926084e0a"/>
  </p:sldMasterIdLst>
  <p:notesMasterIdLst>
    <p:notesMasterId xmlns:r="http://schemas.openxmlformats.org/officeDocument/2006/relationships" r:id="R7025e6622c124017"/>
  </p:notesMasterIdLst>
  <p:sldIdLst>
    <p:sldId xmlns:r="http://schemas.openxmlformats.org/officeDocument/2006/relationships" id="256" r:id="Ra3bf4136c88f424b"/>
    <p:sldId xmlns:r="http://schemas.openxmlformats.org/officeDocument/2006/relationships" id="257" r:id="R131c2b89ac50459e"/>
    <p:sldId xmlns:r="http://schemas.openxmlformats.org/officeDocument/2006/relationships" id="258" r:id="R30e74d84958648d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30c0101a574c6f" /><Relationship Type="http://schemas.openxmlformats.org/officeDocument/2006/relationships/slideMaster" Target="/ppt/slideMasters/slideMaster1.xml" Id="R76ad804926084e0a" /><Relationship Type="http://schemas.openxmlformats.org/officeDocument/2006/relationships/notesMaster" Target="/ppt/notesMasters/notesMaster1.xml" Id="R7025e6622c124017" /><Relationship Type="http://schemas.openxmlformats.org/officeDocument/2006/relationships/presProps" Target="/ppt/presProps.xml" Id="R84d32970b9b841bc" /><Relationship Type="http://schemas.openxmlformats.org/officeDocument/2006/relationships/viewProps" Target="/ppt/viewProps.xml" Id="Rd4abdfb5ffac4b92" /><Relationship Type="http://schemas.openxmlformats.org/officeDocument/2006/relationships/tableStyles" Target="/ppt/tableStyles.xml" Id="R74c893a5f854441c" /><Relationship Type="http://schemas.openxmlformats.org/officeDocument/2006/relationships/slide" Target="/ppt/slides/slide1.xml" Id="Ra3bf4136c88f424b" /><Relationship Type="http://schemas.openxmlformats.org/officeDocument/2006/relationships/slide" Target="/ppt/slides/slide2.xml" Id="R131c2b89ac50459e" /><Relationship Type="http://schemas.openxmlformats.org/officeDocument/2006/relationships/slide" Target="/ppt/slides/slide3.xml" Id="R30e74d84958648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ea63c92d2d41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bff11d5bcb4567" /><Relationship Type="http://schemas.openxmlformats.org/officeDocument/2006/relationships/notesMaster" Target="/ppt/notesMasters/notesMaster1.xml" Id="R99c7ca2245fe43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c51454e7b74ace" /><Relationship Type="http://schemas.openxmlformats.org/officeDocument/2006/relationships/notesMaster" Target="/ppt/notesMasters/notesMaster1.xml" Id="R13bd1429aa5347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49e913812f4536" /><Relationship Type="http://schemas.openxmlformats.org/officeDocument/2006/relationships/notesMaster" Target="/ppt/notesMasters/notesMaster1.xml" Id="R5a3297358ac647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Jesús llama en una historia herida y en medio del trabajo ordinario.</a:t>
            </a:r>
          </a:p>
          <a:p xmlns:a="http://schemas.openxmlformats.org/drawingml/2006/main">
            <a:r>
              <a:t>No presentar las redes como algo malo: algunas sostienen la vida y otras necesitan ser soltadas o transformadas.</a:t>
            </a:r>
          </a:p>
          <a:p xmlns:a="http://schemas.openxmlformats.org/drawingml/2006/main">
            <a:r>
              <a:t>Invitar a reconocer una llamada concreta sin exigir una decisión inmediata.</a:t>
            </a:r>
          </a:p>
          <a:p xmlns:a="http://schemas.openxmlformats.org/drawingml/2006/main">
            <a:r>
              <a:t>La escena muestra exactamente a Jesús y cuatro pescadores.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resonancias amplían el discernimiento: llamada en la tarea, voz reconocida con ayuda, disponibilidad y vida cotidiana ofrecida.</a:t>
            </a:r>
          </a:p>
          <a:p xmlns:a="http://schemas.openxmlformats.org/drawingml/2006/main">
            <a:r>
              <a:t>Leer las citas breves y preguntar qué criterio aporta cada una.</a:t>
            </a:r>
          </a:p>
          <a:p xmlns:a="http://schemas.openxmlformats.org/drawingml/2006/main">
            <a:r>
              <a:t>Evitar convertir la disponibilidad en prisa, heroísmo o presión.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«Sígueme», tarjetas, bolígrafos y una cuerda o pequeño trozo de red opcional.</a:t>
            </a:r>
          </a:p>
          <a:p xmlns:a="http://schemas.openxmlformats.org/drawingml/2006/main">
            <a:r>
              <a:t>En el caso ficticio de la fase Discernir, separar: lo que conviene conservar, lo que conviene soltar y el siguiente paso pequeño.</a:t>
            </a:r>
          </a:p>
          <a:p xmlns:a="http://schemas.openxmlformats.org/drawingml/2006/main">
            <a:r>
              <a:t>No pedir decisiones vocacionales públicas. Compartir y pasar son opciones válidas.</a:t>
            </a:r>
          </a:p>
          <a:p xmlns:a="http://schemas.openxmlformats.org/drawingml/2006/main">
            <a:r>
              <a:t>Cerrar orando por el paso elegido y por la persona con quien se va a contrastar.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cf6246bad844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fb560cabc949ae" /><Relationship Type="http://schemas.openxmlformats.org/officeDocument/2006/relationships/slideLayout" Target="/ppt/slideLayouts/slideLayout1.xml" Id="Reb2d66d496504e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2d66d496504e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91947cdba4139" /><Relationship Type="http://schemas.openxmlformats.org/officeDocument/2006/relationships/image" Target="/ppt/media/image.png" Id="Rfc58ad977cc24a17" /><Relationship Type="http://schemas.openxmlformats.org/officeDocument/2006/relationships/notesSlide" Target="/ppt/notesSlides/notesSlide1.xml" Id="Rec9318aabeb740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4dee26ee1453e" /><Relationship Type="http://schemas.openxmlformats.org/officeDocument/2006/relationships/notesSlide" Target="/ppt/notesSlides/notesSlide2.xml" Id="R8435d206982344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3036d54af4f89" /><Relationship Type="http://schemas.openxmlformats.org/officeDocument/2006/relationships/notesSlide" Target="/ppt/notesSlides/notesSlide3.xml" Id="R8d35b9ec0fe2460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8ad977cc24a1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SÍGUEME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La llamada en la vida ordinaria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 LLAMA AHÍ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 MEDIO DE TU VIDA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cuando todo esté listo;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hoy, entre tus redes.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VOLVER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vuelve a Galilea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cuando Juan es arrestado.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llamada nace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historia herida.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Ve a dos hermanos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trabajando en la orilla.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vocación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 una mirada concreta.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LLAMAR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«Venid detrás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mí».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Primero relación;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después misión.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SOLTAR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Dejan redes, barca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seguridades.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todo se abandona: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discierne qué ata.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CAMINAR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Recorren Galilea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Jesús.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Seguir se hace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anuncio y cuidado.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me sacas fuera de lo que vivo,
me enseñas cómo vivir»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 en lo cotidiano, enseña a escuchar y convierte la respuesta en servicio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3,1–4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NOMBRE EN EL TRABAJO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«Moisés, Moisés.» «Heme aquí.»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llama a Moisés mientras cuida el rebaño: el trabajo ordinario se vuelve lugar de encuentro.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3,8–10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APRENDER LA VOZ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«Habla, Señor, que tu siervo escucha.»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Samuel necesita ayuda para reconocer la voz. Discernir también es escuchar a otros y dar tiempo.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6,8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RESPUESTA DISPONIBLE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«Aquí estoy, envíame.»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respuesta nace después de escuchar y dejarse tocar. Disponibilidad no significa prisa ni presión.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Col 3,17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LO COTIDIANO OFRECIDO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«Todo cuanto hagáis, hacedlo en nombre del Señor.»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vocación no aparta de la vida: transforma palabras, tareas y relaciones en una forma de servir.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Vida concreta  ·  voz discernida  ·  libertad para soltar  ·  servicio cotidiano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está pidiendo Jesús transformar dentro de lo que ya vivo?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las redes de cada día a una respuesta discernida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«Sígueme»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convierte mi vida diaria en lugar de llamada?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«redes que sostienen» / «redes que atan» / «con quién puedo caminar».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podría estar llamándome Jesús en lo que ya vivo?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4,12–23 y marcar: lugar, tareas, mirada, llamada, renuncias y camino.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transforma Jesús y qué no desprecia de su vida anterior?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revisar un caso: conservar, soltar y dar un paso pequeño.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distinguir una llamada de la prisa, la culpa o la presión?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paso posible, una persona con quien contrastarlo y una fecha.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paso puedo dar esta semana sin abandonar mis responsabilidades?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romantizar decisiones bruscas ni presentar trabajo, familia o estudio como obstáculos. Discernir con tiempo, comunidad, libertad, prudencia económica y ayuda competente.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2026-07-19T11:01:27.3120000Z</dcterms:created>
  <dcterms:modified xsi:type="dcterms:W3CDTF">2026-07-19T11:01:27.3120000Z</dcterms:modified>
</coreProperties>
</file>