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a197de8c514132" /><Relationship Type="http://schemas.openxmlformats.org/officeDocument/2006/relationships/extended-properties" Target="/docProps/app.xml" Id="Rfcea91943d6b46d0" /><Relationship Type="http://schemas.openxmlformats.org/officeDocument/2006/relationships/officeDocument" Target="/ppt/presentation.xml" Id="R11451b19fa4044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d04abcdf5a405b"/>
  </p:sldMasterIdLst>
  <p:notesMasterIdLst>
    <p:notesMasterId xmlns:r="http://schemas.openxmlformats.org/officeDocument/2006/relationships" r:id="R2aa8a0dd153c475b"/>
  </p:notesMasterIdLst>
  <p:sldIdLst>
    <p:sldId xmlns:r="http://schemas.openxmlformats.org/officeDocument/2006/relationships" id="256" r:id="R2dda0ca5f91d4b93"/>
    <p:sldId xmlns:r="http://schemas.openxmlformats.org/officeDocument/2006/relationships" id="257" r:id="R96fb84ab5826481d"/>
    <p:sldId xmlns:r="http://schemas.openxmlformats.org/officeDocument/2006/relationships" id="258" r:id="R8dd3e7d1e81542e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88bb82a21d4d60" /><Relationship Type="http://schemas.openxmlformats.org/officeDocument/2006/relationships/slideMaster" Target="/ppt/slideMasters/slideMaster1.xml" Id="Raed04abcdf5a405b" /><Relationship Type="http://schemas.openxmlformats.org/officeDocument/2006/relationships/notesMaster" Target="/ppt/notesMasters/notesMaster1.xml" Id="R2aa8a0dd153c475b" /><Relationship Type="http://schemas.openxmlformats.org/officeDocument/2006/relationships/presProps" Target="/ppt/presProps.xml" Id="Rfea0c6ec9f3d43e9" /><Relationship Type="http://schemas.openxmlformats.org/officeDocument/2006/relationships/viewProps" Target="/ppt/viewProps.xml" Id="R6bd5ed9b79154e76" /><Relationship Type="http://schemas.openxmlformats.org/officeDocument/2006/relationships/tableStyles" Target="/ppt/tableStyles.xml" Id="R368644ade1d849fc" /><Relationship Type="http://schemas.openxmlformats.org/officeDocument/2006/relationships/slide" Target="/ppt/slides/slide1.xml" Id="R2dda0ca5f91d4b93" /><Relationship Type="http://schemas.openxmlformats.org/officeDocument/2006/relationships/slide" Target="/ppt/slides/slide2.xml" Id="R96fb84ab5826481d" /><Relationship Type="http://schemas.openxmlformats.org/officeDocument/2006/relationships/slide" Target="/ppt/slides/slide3.xml" Id="R8dd3e7d1e81542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b31cc2f19e47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4bf1bccb3c422a" /><Relationship Type="http://schemas.openxmlformats.org/officeDocument/2006/relationships/notesMaster" Target="/ppt/notesMasters/notesMaster1.xml" Id="R174b8f3c64cf4d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ab7efc25f144f4" /><Relationship Type="http://schemas.openxmlformats.org/officeDocument/2006/relationships/notesMaster" Target="/ppt/notesMasters/notesMaster1.xml" Id="R359fd8c2515d4d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6651118a094d89" /><Relationship Type="http://schemas.openxmlformats.org/officeDocument/2006/relationships/notesMaster" Target="/ppt/notesMasters/notesMaster1.xml" Id="R0eb6d58d6cdd49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partir de la sed que se oculta en la rutina; mostrar que Jesús inicia un encuentro que cruza fronteras; subrayar que nombra la historia sin condenar; presentar el agua viva como don interior; terminar en el cántaro abandonado y el regreso a la comunidad. Idea nuclear: la verdad acogida por Jesús se vuelve libertad y testimonio.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es necesario leer completos los cuatro textos. Puede asignarse uno a cada pareja. Al volver, pedir una frase: ¿qué promete Dios a la sed humana y qué transformación produce? Cuidar que la sed no se reduzca a carencia moral; también es deseo, apertura y lugar de encuentro.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un cuenco o jarra transparente con agua, papeles y bolígrafos. Clima: acogedor, confidencial y sin prisas. En el paso NOMBRAR, cada persona escribe solo para sí; compartir es opcional. En los tríos, hablar en primera persona y no aconsejar. El compromiso final debe ser libre, pequeño y verificable.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739dd8c5b47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2b71b8587f4228" /><Relationship Type="http://schemas.openxmlformats.org/officeDocument/2006/relationships/slideLayout" Target="/ppt/slideLayouts/slideLayout1.xml" Id="R2e04bdaa627e42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04bdaa627e42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26e8aaef84971" /><Relationship Type="http://schemas.openxmlformats.org/officeDocument/2006/relationships/image" Target="/ppt/media/image.png" Id="R3279397c80ae41a6" /><Relationship Type="http://schemas.openxmlformats.org/officeDocument/2006/relationships/notesSlide" Target="/ppt/notesSlides/notesSlide1.xml" Id="Rb8a6e58ef14744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7f726cadba40f2" /><Relationship Type="http://schemas.openxmlformats.org/officeDocument/2006/relationships/notesSlide" Target="/ppt/notesSlides/notesSlide2.xml" Id="R400dd062525b4d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7d78d193a4122" /><Relationship Type="http://schemas.openxmlformats.org/officeDocument/2006/relationships/notesSlide" Target="/ppt/notesSlides/notesSlide3.xml" Id="R40ec527792544db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9397c80ae41a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DAME ESE AGUA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Del cansancio de repetir a la libertad de ser fuente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ACOGE LA SED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LA HACE FUENTE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 el pozo, la verdad no condena: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abre una vida nueva y devuelve a la comunidad.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SED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Llega al pozo al mediodía,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su historia a cuestas.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Repetimos caminos sin nombrar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lo que de verdad buscamos.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ENCUENTRO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pide agua y cruza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fronteras que separaban.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Antes de enseñar, se sienta,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pregunta y espera.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VERDAD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nombra su historia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sin convertirla en condena.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verdad acogida pierde peso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abre un futuro posible.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FUENTE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don se hace agua viva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dentro de quien lo recibe.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Adorar en espíritu y verdad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unifica la vida.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TESTIMONIO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Deja el cántaro y vuelve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la ciudad que evitaba.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Quien se sabe mirada con amor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puede decir: «Venid y ved».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«Señor, dame ese agua, dame vida de verdad»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recorre la sed, la verdad y el testimonio desde cuatro promesas bíblicas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55,1–3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SED ACOGIDA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«Todos los sedientos, venid por agua; venid, sin pagar.»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negocia el agua viva: la ofrece gratuitamente y devuelve la vida.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42,2–3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EL DESEO PROFUNDO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«Mi alma tiene sed de Dios, del Dios vivo.»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Bajo muchas búsquedas late una sed más honda. Orar comienza al dejar de esconderla.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36,25–27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UN CORAZÓN NUEVO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«Derramaré un agua pura… y os daré un corazón nuevo.»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agua de Dios limpia, recrea por dentro y vuelve posible una vida nueva.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7,37–39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UNA FUENTE QUE SALE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que tenga sed, que venga a mí; de sus entrañas manarán ríos.»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Espíritu convierte el don recibido en corriente para otros: la gracia se hace misión.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Sed reconocida  ·  gracia gratuita  ·  verdad que recrea  ·  Espíritu que envía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sed intento calmar una y otra vez sin llegar a la fuente?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cántaro que pesa a una fuente que el grupo pueda compartir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«Dame ese agua»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palabra, imagen o sed ha resonado en mí?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Ante un cuenco con agua, escribir: «lo que digo que necesito» / «la sed que hay debajo».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busco realmente cuando digo que necesito «más»?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4,5–30 en tres voces y localizar los cinco movimientos del mapa.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para que la verdad no se convierta en condena?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COMPARTIR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hablar en primera persona. Escuchar sin arreglar ni interpretar la vida ajena.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parte de mi historia necesita una mirada que abra futuro?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SOLTAR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qué quiero dejar y qué fuente deseo cuidar. Compartir un gesto y terminar con oración.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cántaro puedo soltar para volver con una palabra de vida?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forzar confesiones; ofrecer verdad sin juicio y un paso libre, pequeño y verificable.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2026-07-12T11:31:51.7860000Z</dcterms:created>
  <dcterms:modified xsi:type="dcterms:W3CDTF">2026-07-12T11:31:51.7860000Z</dcterms:modified>
</coreProperties>
</file>