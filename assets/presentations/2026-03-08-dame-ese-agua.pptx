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8a76f6df7647fa" /><Relationship Type="http://schemas.openxmlformats.org/officeDocument/2006/relationships/extended-properties" Target="/docProps/app.xml" Id="R25b0e1941bc640d7" /><Relationship Type="http://schemas.openxmlformats.org/officeDocument/2006/relationships/officeDocument" Target="/ppt/presentation.xml" Id="R3a56517ba17647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773a4787954e75"/>
  </p:sldMasterIdLst>
  <p:notesMasterIdLst>
    <p:notesMasterId xmlns:r="http://schemas.openxmlformats.org/officeDocument/2006/relationships" r:id="Rcb126c1406af4619"/>
  </p:notesMasterIdLst>
  <p:sldIdLst>
    <p:sldId xmlns:r="http://schemas.openxmlformats.org/officeDocument/2006/relationships" id="256" r:id="Raaca60ddc0824ba2"/>
    <p:sldId xmlns:r="http://schemas.openxmlformats.org/officeDocument/2006/relationships" id="257" r:id="Rf04b50c57c324c55"/>
    <p:sldId xmlns:r="http://schemas.openxmlformats.org/officeDocument/2006/relationships" id="258" r:id="R6a0ca3dadbdc48c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32d554a51d48a2" /><Relationship Type="http://schemas.openxmlformats.org/officeDocument/2006/relationships/slideMaster" Target="/ppt/slideMasters/slideMaster1.xml" Id="Rdb773a4787954e75" /><Relationship Type="http://schemas.openxmlformats.org/officeDocument/2006/relationships/notesMaster" Target="/ppt/notesMasters/notesMaster1.xml" Id="Rcb126c1406af4619" /><Relationship Type="http://schemas.openxmlformats.org/officeDocument/2006/relationships/presProps" Target="/ppt/presProps.xml" Id="Rc523a76635f04dea" /><Relationship Type="http://schemas.openxmlformats.org/officeDocument/2006/relationships/viewProps" Target="/ppt/viewProps.xml" Id="R6fbed513adc84d04" /><Relationship Type="http://schemas.openxmlformats.org/officeDocument/2006/relationships/tableStyles" Target="/ppt/tableStyles.xml" Id="Rc992c18b38b14899" /><Relationship Type="http://schemas.openxmlformats.org/officeDocument/2006/relationships/slide" Target="/ppt/slides/slide1.xml" Id="Raaca60ddc0824ba2" /><Relationship Type="http://schemas.openxmlformats.org/officeDocument/2006/relationships/slide" Target="/ppt/slides/slide2.xml" Id="Rf04b50c57c324c55" /><Relationship Type="http://schemas.openxmlformats.org/officeDocument/2006/relationships/slide" Target="/ppt/slides/slide3.xml" Id="R6a0ca3dadbdc48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28a69d053e40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f587efd6bd4bca" /><Relationship Type="http://schemas.openxmlformats.org/officeDocument/2006/relationships/notesMaster" Target="/ppt/notesMasters/notesMaster1.xml" Id="Rc5b08e6b6a5b44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5db3bdacb149cc" /><Relationship Type="http://schemas.openxmlformats.org/officeDocument/2006/relationships/notesMaster" Target="/ppt/notesMasters/notesMaster1.xml" Id="Ra4ffdebd082c4a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7167befd2e4ce2" /><Relationship Type="http://schemas.openxmlformats.org/officeDocument/2006/relationships/notesMaster" Target="/ppt/notesMasters/notesMaster1.xml" Id="Rf87ca903acaa48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Lectura del mapa: partir de la sed que se oculta en la rutina; mostrar que Jesús inicia un encuentro que cruza fronteras; subrayar que nombra la historia sin condenar; presentar el agua viva como don interior; terminar en el cántaro abandonado y el regreso a la comunidad. Idea nuclear: la verdad acogida por Jesús se vuelve libertad y testimonio.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es necesario leer completos los cuatro textos. Puede asignarse uno a cada pareja. Al volver, pedir una frase: ¿qué promete Dios a la sed humana y qué transformación produce? Cuidar que la sed no se reduzca a carencia moral; también es deseo, apertura y lugar de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un cuenco o jarra transparente con agua, papeles y bolígrafos. Clima: acogedor, confidencial y sin prisas. En el paso NOMBRAR, cada persona escribe solo para sí; compartir es opcional. En los tríos, hablar en primera persona y no aconsejar. El compromiso final debe ser libre, pequeño y verificable.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a16b3400a242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0b642a12ff4431" /><Relationship Type="http://schemas.openxmlformats.org/officeDocument/2006/relationships/slideLayout" Target="/ppt/slideLayouts/slideLayout1.xml" Id="Re3338f4b281e47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338f4b281e47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ce42e2cae4390" /><Relationship Type="http://schemas.openxmlformats.org/officeDocument/2006/relationships/image" Target="/ppt/media/image.png" Id="Rd942f7881150482c" /><Relationship Type="http://schemas.openxmlformats.org/officeDocument/2006/relationships/notesSlide" Target="/ppt/notesSlides/notesSlide1.xml" Id="Rb407c0a1cb6b4c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f650552c14b6a" /><Relationship Type="http://schemas.openxmlformats.org/officeDocument/2006/relationships/notesSlide" Target="/ppt/notesSlides/notesSlide2.xml" Id="R725046f0f0ea41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6827b64ad4f28" /><Relationship Type="http://schemas.openxmlformats.org/officeDocument/2006/relationships/notesSlide" Target="/ppt/notesSlides/notesSlide3.xml" Id="R74f5119dd0634d7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2f7881150482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DAME ESE AGUA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Del cansancio de repetir a la libertad de ser fuente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JESÚS ACOGE LA SED</a:t>
            </a:r>
          </a:p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 LA HACE FUENTE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 el pozo, la verdad no condena:</a:t>
            </a:r>
          </a:p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abre una vida nueva y devuelve a la comunidad.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SED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Llega al pozo al mediodía,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con su historia a cuestas.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Repetimos caminos sin nombrar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lo que de verdad buscamos.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ENCUENTRO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pide agua y cruza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fronteras que separaban.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Antes de enseñar, se sienta,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pregunta y espera.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VERDAD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nombra su historia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sin convertirla en condena.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verdad acogida pierde peso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y abre un futuro posible.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FUENTE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don se hace agua viva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dentro de quien lo recibe.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Adorar en espíritu y verdad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unifica la vida.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TESTIMONIO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Deja el cántaro y vuelve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 la ciudad que evitaba.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Quien se sabe mirada con amor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puede decir: «Venid y ved».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«Señor, dame ese agua, dame vida de verdad»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La canción recorre la sed, la verdad y el testimonio desde cuatro promesas bíblicas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Is 55,1–3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LA SED ACOGIDA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«Todos los sedientos, venid por agua; venid, sin pagar.»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Dios no negocia el agua viva: la ofrece gratuitamente y devuelve la vida.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Sal 42,2–3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EL DESEO PROFUNDO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«Mi alma tiene sed de Dios, del Dios vivo.»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Bajo muchas búsquedas late una sed más honda. Orar comienza al dejar de esconderla.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Ez 36,25–27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UN CORAZÓN NUEVO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«Derramaré un agua pura… y os daré un corazón nuevo.»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 agua de Dios limpia, recrea por dentro y vuelve posible una vida nueva.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Jn 7,37–39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UNA FUENTE QUE SALE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«El que tenga sed, que venga a mí; de sus entrañas manarán ríos.»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 Espíritu convierte el don recibido en corriente para otros: la gracia se hace misión.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Sed reconocida  ·  gracia gratuita  ·  verdad que recrea  ·  Espíritu que envía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sed intento calmar una y otra vez sin llegar a la fuente?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Del cántaro que pesa a una fuente que el grupo pueda compartir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00–08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«Dame ese agua»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palabra, imagen o sed ha resonado en mí?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08–20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NOMBRAR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Ante un cuenco con agua, escribir: «lo que digo que necesito» / «la sed que hay debajo».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busco realmente cuando digo que necesito «más»?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20–38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Jn 4,5–30 en tres voces y localizar los cinco movimientos del mapa.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hace Jesús para que la verdad no se convierta en condena?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38–58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COMPARTIR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En tríos, hablar en primera persona. Escuchar sin arreglar ni interpretar la vida ajena.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parte de mi historia necesita una mirada que abra futuro?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58–70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SOLTAR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Escribir qué quiero dejar y qué fuente deseo cuidar. Compartir un gesto y terminar con oración.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cántaro puedo soltar para volver con una palabra de vida?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no forzar confesiones; ofrecer verdad sin juicio y un paso libre, pequeño y verificable.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2026-07-19T11:01:31.7000000Z</dcterms:created>
  <dcterms:modified xsi:type="dcterms:W3CDTF">2026-07-19T11:01:31.7000000Z</dcterms:modified>
</coreProperties>
</file>