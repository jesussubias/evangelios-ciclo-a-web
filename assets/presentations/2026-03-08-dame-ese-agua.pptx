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9a197de8c514132" /><Relationship Type="http://schemas.openxmlformats.org/officeDocument/2006/relationships/extended-properties" Target="/docProps/app.xml" Id="Rfcea91943d6b46d0" /><Relationship Type="http://schemas.openxmlformats.org/officeDocument/2006/relationships/officeDocument" Target="/ppt/presentation.xml" Id="R11451b19fa40441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d04abcdf5a405b"/>
  </p:sldMasterIdLst>
  <p:notesMasterIdLst>
    <p:notesMasterId xmlns:r="http://schemas.openxmlformats.org/officeDocument/2006/relationships" r:id="R2aa8a0dd153c475b"/>
  </p:notesMasterIdLst>
  <p:sldIdLst>
    <p:sldId xmlns:r="http://schemas.openxmlformats.org/officeDocument/2006/relationships" id="256" r:id="R2dda0ca5f91d4b93"/>
    <p:sldId xmlns:r="http://schemas.openxmlformats.org/officeDocument/2006/relationships" id="257" r:id="R96fb84ab5826481d"/>
    <p:sldId xmlns:r="http://schemas.openxmlformats.org/officeDocument/2006/relationships" id="258" r:id="R8dd3e7d1e81542e2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2188bb82a21d4d60" /><Relationship Type="http://schemas.openxmlformats.org/officeDocument/2006/relationships/slideMaster" Target="/ppt/slideMasters/slideMaster1.xml" Id="Raed04abcdf5a405b" /><Relationship Type="http://schemas.openxmlformats.org/officeDocument/2006/relationships/notesMaster" Target="/ppt/notesMasters/notesMaster1.xml" Id="R2aa8a0dd153c475b" /><Relationship Type="http://schemas.openxmlformats.org/officeDocument/2006/relationships/presProps" Target="/ppt/presProps.xml" Id="Rfea0c6ec9f3d43e9" /><Relationship Type="http://schemas.openxmlformats.org/officeDocument/2006/relationships/viewProps" Target="/ppt/viewProps.xml" Id="R6bd5ed9b79154e76" /><Relationship Type="http://schemas.openxmlformats.org/officeDocument/2006/relationships/tableStyles" Target="/ppt/tableStyles.xml" Id="R368644ade1d849fc" /><Relationship Type="http://schemas.openxmlformats.org/officeDocument/2006/relationships/slide" Target="/ppt/slides/slide1.xml" Id="R2dda0ca5f91d4b93" /><Relationship Type="http://schemas.openxmlformats.org/officeDocument/2006/relationships/slide" Target="/ppt/slides/slide2.xml" Id="R96fb84ab5826481d" /><Relationship Type="http://schemas.openxmlformats.org/officeDocument/2006/relationships/slide" Target="/ppt/slides/slide3.xml" Id="R8dd3e7d1e81542e2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3b31cc2f19e473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94bf1bccb3c422a" /><Relationship Type="http://schemas.openxmlformats.org/officeDocument/2006/relationships/notesMaster" Target="/ppt/notesMasters/notesMaster1.xml" Id="R174b8f3c64cf4de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7ab7efc25f144f4" /><Relationship Type="http://schemas.openxmlformats.org/officeDocument/2006/relationships/notesMaster" Target="/ppt/notesMasters/notesMaster1.xml" Id="R359fd8c2515d4d9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d56651118a094d89" /><Relationship Type="http://schemas.openxmlformats.org/officeDocument/2006/relationships/notesMaster" Target="/ppt/notesMasters/notesMaster1.xml" Id="R0eb6d58d6cdd499e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Lectura del mapa: partir de la sed que se oculta en la rutina; mostrar que Jesús inicia un encuentro que cruza fronteras; subrayar que nombra la historia sin condenar; presentar el agua viva como don interior; terminar en el cántaro abandonado y el regreso a la comunidad. Idea nuclear: la verdad acogida por Jesús se vuelve libertad y testimonio.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No es necesario leer completos los cuatro textos. Puede asignarse uno a cada pareja. Al volver, pedir una frase: ¿qué promete Dios a la sed humana y qué transformación produce? Cuidar que la sed no se reduzca a carencia moral; también es deseo, apertura y lugar de encuentro.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Material: un cuenco o jarra transparente con agua, papeles y bolígrafos. Clima: acogedor, confidencial y sin prisas. En el paso NOMBRAR, cada persona escribe solo para sí; compartir es opcional. En los tríos, hablar en primera persona y no aconsejar. El compromiso final debe ser libre, pequeño y verificable.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45739dd8c5b4754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d2b71b8587f4228" /><Relationship Type="http://schemas.openxmlformats.org/officeDocument/2006/relationships/slideLayout" Target="/ppt/slideLayouts/slideLayout1.xml" Id="R2e04bdaa627e42f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e04bdaa627e42f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f26e8aaef84971" /><Relationship Type="http://schemas.openxmlformats.org/officeDocument/2006/relationships/image" Target="/ppt/media/image.png" Id="R3279397c80ae41a6" /><Relationship Type="http://schemas.openxmlformats.org/officeDocument/2006/relationships/notesSlide" Target="/ppt/notesSlides/notesSlide1.xml" Id="Rb8a6e58ef147449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67f726cadba40f2" /><Relationship Type="http://schemas.openxmlformats.org/officeDocument/2006/relationships/notesSlide" Target="/ppt/notesSlides/notesSlide2.xml" Id="R400dd062525b4df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f7d78d193a4122" /><Relationship Type="http://schemas.openxmlformats.org/officeDocument/2006/relationships/notesSlide" Target="/ppt/notesSlides/notesSlide3.xml" Id="R40ec527792544dbd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3" name="Imagen 4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79397c80ae41a6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B76F925A-853B-4B63-B630-E7E0361B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12395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3" name="Rectángulo 2">
            <a:extLst xmlns:a="http://schemas.openxmlformats.org/drawingml/2006/main">
              <a:ext uri="{FF2B5EF4-FFF2-40B4-BE49-F238E27FC236}">
                <a16:creationId xmlns:a16="http://schemas.microsoft.com/office/drawing/2014/main" id="{FB1C263C-5E91-44EE-907E-89FD02816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457700"/>
            <a:ext cx="12192000" cy="2400300"/>
          </a:xfrm>
          <a:prstGeom xmlns:a="http://schemas.openxmlformats.org/drawingml/2006/main" prst="rect">
            <a:avLst/>
          </a:prstGeom>
          <a:ln xmlns:a="http://schemas.openxmlformats.org/drawingml/2006/main" w="0">
            <a:noFill/>
          </a:ln>
        </p:spPr>
      </p:sp>
      <p:sp>
        <p:nvSpPr>
          <p:cNvPr id="4" name="Rectángulo 3">
            <a:extLst xmlns:a="http://schemas.openxmlformats.org/drawingml/2006/main">
              <a:ext uri="{FF2B5EF4-FFF2-40B4-BE49-F238E27FC236}">
                <a16:creationId xmlns:a16="http://schemas.microsoft.com/office/drawing/2014/main" id="{B76D6CD6-C65C-4094-B79C-E893F194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8600"/>
            <a:ext cx="5715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400" b="1">
                <a:solidFill>
                  <a:srgbClr val="FFFFFF"/>
                </a:solidFill>
              </a:defRPr>
            </a:pPr>
            <a:r>
              <a:rPr sz="2400" b="1">
                <a:solidFill>
                  <a:srgbClr val="FFFFFF"/>
                </a:solidFill>
              </a:rPr>
              <a:t>DAME ESE AGUA</a:t>
            </a:r>
          </a:p>
        </p:txBody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5912B2F9-7ECB-4D03-9D83-96A67B67E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0">
                <a:solidFill>
                  <a:srgbClr val="F5E7C3"/>
                </a:solidFill>
              </a:defRPr>
            </a:pPr>
            <a:r>
              <a:rPr sz="1275">
                <a:solidFill>
                  <a:srgbClr val="F5E7C3"/>
                </a:solidFill>
              </a:rPr>
              <a:t>Del cansancio de repetir a la libertad de ser fuente</a:t>
            </a:r>
          </a:p>
        </p:txBody>
      </p:sp>
      <p:sp>
        <p:nvSpPr>
          <p:cNvPr id="6" name="Rectángulo: esquinas redondeadas 5">
            <a:extLst xmlns:a="http://schemas.openxmlformats.org/drawingml/2006/main">
              <a:ext uri="{FF2B5EF4-FFF2-40B4-BE49-F238E27FC236}">
                <a16:creationId xmlns:a16="http://schemas.microsoft.com/office/drawing/2014/main" id="{6BA613D3-A121-4C21-8A6A-26CE265C2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3350" y="1381125"/>
            <a:ext cx="4305300" cy="1581150"/>
          </a:xfrm>
          <a:prstGeom xmlns:a="http://schemas.openxmlformats.org/drawingml/2006/main" prst="roundRect">
            <a:avLst>
              <a:gd name="adj" fmla="val 7229"/>
            </a:avLst>
          </a:prstGeom>
          <a:ln xmlns:a="http://schemas.openxmlformats.org/drawingml/2006/main" w="9525">
            <a:solidFill>
              <a:srgbClr val="C7B379"/>
            </a:solidFill>
            <a:prstDash val="solid"/>
          </a:ln>
        </p:spPr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D33900F7-2BFB-4C08-9991-E4DBC79CD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552575"/>
            <a:ext cx="31623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JESÚS ACOGE LA SED</a:t>
            </a:r>
          </a:p>
          <a:p xmlns:a="http://schemas.openxmlformats.org/drawingml/2006/main">
            <a:pPr algn="ctr">
              <a:buNone/>
              <a:defRPr sz="1875" b="1">
                <a:solidFill>
                  <a:srgbClr val="FFFFFF"/>
                </a:solidFill>
              </a:defRPr>
            </a:pPr>
            <a:r>
              <a:rPr sz="1875">
                <a:ln w="0"/>
                <a:solidFill>
                  <a:srgbClr val="F5E7C3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Y LA HACE FUENTE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F9A3AF1-988D-4987-A2AF-F5D5DBBF33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200275"/>
            <a:ext cx="38481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En el pozo, la verdad no condena:</a:t>
            </a:r>
          </a:p>
          <a:p xmlns:a="http://schemas.openxmlformats.org/drawingml/2006/main">
            <a:pPr>
              <a:buNone/>
              <a:defRPr sz="1200" b="0">
                <a:solidFill>
                  <a:srgbClr val="FFFFFF"/>
                </a:solidFill>
              </a:defRPr>
            </a:pPr>
            <a:r>
              <a:rPr sz="1200">
                <a:ln w="0"/>
                <a:solidFill>
                  <a:srgbClr val="FFFFFF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abre una vida nueva y devuelve a la comunidad.</a:t>
            </a:r>
          </a:p>
        </p:txBody>
      </p:sp>
      <p:sp>
        <p:nvSpPr>
          <p:cNvPr id="9" name="Conector recto 8">
            <a:extLst xmlns:a="http://schemas.openxmlformats.org/drawingml/2006/main">
              <a:ext uri="{FF2B5EF4-FFF2-40B4-BE49-F238E27FC236}">
                <a16:creationId xmlns:a16="http://schemas.microsoft.com/office/drawing/2014/main" id="{766AD396-925D-4C92-B794-935B24E5E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676275" y="4600575"/>
            <a:ext cx="10753725" cy="476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CDA64F"/>
            </a:solidFill>
            <a:prstDash val="solid"/>
          </a:ln>
        </p:spPr>
      </p:sp>
      <p:sp>
        <p:nvSpPr>
          <p:cNvPr id="10" name="Elipse 9">
            <a:extLst xmlns:a="http://schemas.openxmlformats.org/drawingml/2006/main">
              <a:ext uri="{FF2B5EF4-FFF2-40B4-BE49-F238E27FC236}">
                <a16:creationId xmlns:a16="http://schemas.microsoft.com/office/drawing/2014/main" id="{125F3B06-0623-45FC-A98E-F08D0AB8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665761AE-B378-4760-9A4B-681322582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1</a:t>
            </a:r>
          </a:p>
        </p:txBody>
      </p:sp>
      <p:sp>
        <p:nvSpPr>
          <p:cNvPr id="12" name="Rectángulo 11">
            <a:extLst xmlns:a="http://schemas.openxmlformats.org/drawingml/2006/main">
              <a:ext uri="{FF2B5EF4-FFF2-40B4-BE49-F238E27FC236}">
                <a16:creationId xmlns:a16="http://schemas.microsoft.com/office/drawing/2014/main" id="{12613CD1-C39B-4AAF-BBCE-27BE81326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SED</a:t>
            </a:r>
          </a:p>
        </p:txBody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73132C27-ABFD-4365-B43B-986B5714A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Llega al pozo al mediodía,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con su historia a cuestas.</a:t>
            </a:r>
          </a:p>
        </p:txBody>
      </p:sp>
      <p:sp>
        <p:nvSpPr>
          <p:cNvPr id="14" name="Conector recto 13">
            <a:extLst xmlns:a="http://schemas.openxmlformats.org/drawingml/2006/main">
              <a:ext uri="{FF2B5EF4-FFF2-40B4-BE49-F238E27FC236}">
                <a16:creationId xmlns:a16="http://schemas.microsoft.com/office/drawing/2014/main" id="{743C9350-C4A1-4490-AD9D-DD5C3BAC7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1D8BD664-2AAB-48D3-BBB2-62EFB4D7A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Repetimos caminos sin nombrar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lo que de verdad buscamos.</a:t>
            </a:r>
          </a:p>
        </p:txBody>
      </p:sp>
      <p:sp>
        <p:nvSpPr>
          <p:cNvPr id="16" name="Elipse 15">
            <a:extLst xmlns:a="http://schemas.openxmlformats.org/drawingml/2006/main">
              <a:ext uri="{FF2B5EF4-FFF2-40B4-BE49-F238E27FC236}">
                <a16:creationId xmlns:a16="http://schemas.microsoft.com/office/drawing/2014/main" id="{B66FFF91-9CA2-4037-A956-A2DE54CB47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3DE679FA-D2A8-430A-B3B4-C3932A72B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3367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2</a:t>
            </a:r>
          </a:p>
        </p:txBody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C6E15EEF-3684-4338-8BA0-DF2F682EF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ENCUENTRO</a:t>
            </a:r>
          </a:p>
        </p:txBody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C5A39A7D-9CD1-42F2-A7DB-5F0014AC2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pide agua y cruza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fronteras que separaban.</a:t>
            </a:r>
          </a:p>
        </p:txBody>
      </p:sp>
      <p:sp>
        <p:nvSpPr>
          <p:cNvPr id="20" name="Conector recto 19">
            <a:extLst xmlns:a="http://schemas.openxmlformats.org/drawingml/2006/main">
              <a:ext uri="{FF2B5EF4-FFF2-40B4-BE49-F238E27FC236}">
                <a16:creationId xmlns:a16="http://schemas.microsoft.com/office/drawing/2014/main" id="{C915E308-4F55-4006-BE35-D83ACB192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CEE927DE-097C-47A0-8B22-8024ECD0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Antes de enseñar, se sienta,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pregunta y espera.</a:t>
            </a:r>
          </a:p>
        </p:txBody>
      </p:sp>
      <p:sp>
        <p:nvSpPr>
          <p:cNvPr id="22" name="Elipse 21">
            <a:extLst xmlns:a="http://schemas.openxmlformats.org/drawingml/2006/main">
              <a:ext uri="{FF2B5EF4-FFF2-40B4-BE49-F238E27FC236}">
                <a16:creationId xmlns:a16="http://schemas.microsoft.com/office/drawing/2014/main" id="{26BBFF55-7514-457A-AE5C-C740E04E8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B5775468-8B8E-4ABF-B92E-67DADC5F8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3</a:t>
            </a:r>
          </a:p>
        </p:txBody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D935F955-A505-483F-A10A-C7C65AD1F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VERDAD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35129EB-3FA7-4669-BF9F-26DE8F4BD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Jesús nombra su historia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sin convertirla en condena.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7679B2FF-34E5-4D19-851E-EC869FF00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42D02D78-9FF2-44F5-B00A-5FE232E32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967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La verdad acogida pierde peso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y abre un futuro posible.</a:t>
            </a:r>
          </a:p>
        </p:txBody>
      </p:sp>
      <p:sp>
        <p:nvSpPr>
          <p:cNvPr id="28" name="Elipse 27">
            <a:extLst xmlns:a="http://schemas.openxmlformats.org/drawingml/2006/main">
              <a:ext uri="{FF2B5EF4-FFF2-40B4-BE49-F238E27FC236}">
                <a16:creationId xmlns:a16="http://schemas.microsoft.com/office/drawing/2014/main" id="{BE26EAC8-47A2-4607-BEFE-2460A2FF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8B3C1128-2625-4751-800D-21D264F87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02290257-ADD7-4E95-946B-FC1D86FB6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FUENTE</a:t>
            </a:r>
          </a:p>
        </p:txBody>
      </p:sp>
      <p:sp>
        <p:nvSpPr>
          <p:cNvPr id="31" name="Rectángulo 30">
            <a:extLst xmlns:a="http://schemas.openxmlformats.org/drawingml/2006/main">
              <a:ext uri="{FF2B5EF4-FFF2-40B4-BE49-F238E27FC236}">
                <a16:creationId xmlns:a16="http://schemas.microsoft.com/office/drawing/2014/main" id="{B00D536D-D621-4236-AF48-F610F2F9B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El don se hace agua viva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dentro de quien lo recibe.</a:t>
            </a:r>
          </a:p>
        </p:txBody>
      </p:sp>
      <p:sp>
        <p:nvSpPr>
          <p:cNvPr id="32" name="Conector recto 31">
            <a:extLst xmlns:a="http://schemas.openxmlformats.org/drawingml/2006/main">
              <a:ext uri="{FF2B5EF4-FFF2-40B4-BE49-F238E27FC236}">
                <a16:creationId xmlns:a16="http://schemas.microsoft.com/office/drawing/2014/main" id="{8C8B5876-7F3F-4B03-90C7-DD63DB089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F935BB92-EC79-495F-BBBD-30B0F3EAC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Adorar en espíritu y verdad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unifica la vida.</a:t>
            </a:r>
          </a:p>
        </p:txBody>
      </p:sp>
      <p:sp>
        <p:nvSpPr>
          <p:cNvPr id="34" name="Elipse 33">
            <a:extLst xmlns:a="http://schemas.openxmlformats.org/drawingml/2006/main">
              <a:ext uri="{FF2B5EF4-FFF2-40B4-BE49-F238E27FC236}">
                <a16:creationId xmlns:a16="http://schemas.microsoft.com/office/drawing/2014/main" id="{2FF2A9B7-688D-4C1E-AE74-25F236D3F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8627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731CFFEA-8755-4D80-99D5-85B69C56CD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4495800"/>
            <a:ext cx="228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750" b="1">
                <a:solidFill>
                  <a:srgbClr val="07151F"/>
                </a:solidFill>
              </a:defRPr>
            </a:pPr>
            <a:r>
              <a:rPr sz="750" b="1">
                <a:solidFill>
                  <a:srgbClr val="07151F"/>
                </a:solidFill>
              </a:rPr>
              <a:t>5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E4B35737-4FF5-4FFB-B35C-BF0791C43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686300"/>
            <a:ext cx="21240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D9A441"/>
                </a:solidFill>
              </a:defRPr>
            </a:pPr>
            <a:r>
              <a:rPr sz="1200" b="1">
                <a:solidFill>
                  <a:srgbClr val="D9A441"/>
                </a:solidFill>
              </a:rPr>
              <a:t>TESTIMONIO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D3C05DC6-EEF3-47D1-8D15-FD1B08633B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4981575"/>
            <a:ext cx="21240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Deja el cántaro y vuelve</a:t>
            </a:r>
          </a:p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a la ciudad que evitaba.</a:t>
            </a:r>
          </a:p>
        </p:txBody>
      </p:sp>
      <p:sp>
        <p:nvSpPr>
          <p:cNvPr id="38" name="Conector recto 37">
            <a:extLst xmlns:a="http://schemas.openxmlformats.org/drawingml/2006/main">
              <a:ext uri="{FF2B5EF4-FFF2-40B4-BE49-F238E27FC236}">
                <a16:creationId xmlns:a16="http://schemas.microsoft.com/office/drawing/2014/main" id="{3579FD05-578B-414A-A46E-83F30DAF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05450"/>
            <a:ext cx="2009775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E858D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C276F3AF-1F6D-406C-A755-D267075D4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10725" y="5572125"/>
            <a:ext cx="2124075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Quien se sabe mirada con amor</a:t>
            </a:r>
          </a:p>
          <a:p xmlns:a="http://schemas.openxmlformats.org/drawingml/2006/main">
            <a:pPr>
              <a:buNone/>
              <a:defRPr sz="1050" b="0">
                <a:solidFill>
                  <a:srgbClr val="DCE3E3"/>
                </a:solidFill>
              </a:defRPr>
            </a:pPr>
            <a:r>
              <a:rPr sz="1050" b="0">
                <a:solidFill>
                  <a:srgbClr val="DCE3E3"/>
                </a:solidFill>
              </a:rPr>
              <a:t>puede decir: «Venid y ved».</a:t>
            </a:r>
          </a:p>
        </p:txBody>
      </p:sp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BBFA0AF3-1233-4EED-9907-CF97B9DD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095750"/>
            <a:ext cx="4381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«Señor, dame ese agua, dame vida de verdad»</a:t>
            </a:r>
          </a:p>
        </p:txBody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F331B9A7-E894-478D-B98F-65FC4F155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1150455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0E7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Rectángulo 39">
            <a:extLst xmlns:a="http://schemas.openxmlformats.org/drawingml/2006/main">
              <a:ext uri="{FF2B5EF4-FFF2-40B4-BE49-F238E27FC236}">
                <a16:creationId xmlns:a16="http://schemas.microsoft.com/office/drawing/2014/main" id="{72F37E03-C2AE-4457-92CB-8FFA9A737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6700"/>
            <a:ext cx="723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07151F"/>
                </a:solidFill>
              </a:defRPr>
            </a:pPr>
            <a:r>
              <a:rPr sz="2250" b="1">
                <a:solidFill>
                  <a:srgbClr val="07151F"/>
                </a:solidFill>
              </a:rPr>
              <a:t>CUATRO RESONANCIAS BÍBLICAS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A32D06E0-C229-427F-A845-5B0388C55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5800"/>
            <a:ext cx="8096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4D646B"/>
                </a:solidFill>
              </a:defRPr>
            </a:pPr>
            <a:r>
              <a:rPr sz="1200" b="0">
                <a:solidFill>
                  <a:srgbClr val="4D646B"/>
                </a:solidFill>
              </a:rPr>
              <a:t>La canción recorre la sed, la verdad y el testimonio desde cuatro promesas bíblicas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011AFFC2-C892-49BF-B5B8-38CA089B6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Rectángulo: esquinas redondeadas 3">
            <a:extLst xmlns:a="http://schemas.openxmlformats.org/drawingml/2006/main">
              <a:ext uri="{FF2B5EF4-FFF2-40B4-BE49-F238E27FC236}">
                <a16:creationId xmlns:a16="http://schemas.microsoft.com/office/drawing/2014/main" id="{ED4C0F0B-03BD-4136-B8C9-08B2D21A4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0D2A38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5" name="Rectángulo 4">
            <a:extLst xmlns:a="http://schemas.openxmlformats.org/drawingml/2006/main">
              <a:ext uri="{FF2B5EF4-FFF2-40B4-BE49-F238E27FC236}">
                <a16:creationId xmlns:a16="http://schemas.microsoft.com/office/drawing/2014/main" id="{4E9E5A45-0DB9-40E5-9BE5-787146AD3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01</a:t>
            </a:r>
          </a:p>
        </p:txBody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E40C7DFE-33ED-454A-AB51-137E5FDD0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Is 55,1–3</a:t>
            </a:r>
          </a:p>
        </p:txBody>
      </p:sp>
      <p:sp>
        <p:nvSpPr>
          <p:cNvPr id="7" name="Conector recto 6">
            <a:extLst xmlns:a="http://schemas.openxmlformats.org/drawingml/2006/main">
              <a:ext uri="{FF2B5EF4-FFF2-40B4-BE49-F238E27FC236}">
                <a16:creationId xmlns:a16="http://schemas.microsoft.com/office/drawing/2014/main" id="{713B4E51-C338-4275-8ED9-A48BAEF756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80C421F1-9F2E-477F-BA2B-79164E95E1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LA SED ACOGIDA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1537AC9D-01DD-431D-A0B8-2736697D5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«Todos los sedientos, venid por agua; venid, sin pagar.»</a:t>
            </a:r>
          </a:p>
        </p:txBody>
      </p:sp>
      <p:sp>
        <p:nvSpPr>
          <p:cNvPr id="10" name="Conector recto 9">
            <a:extLst xmlns:a="http://schemas.openxmlformats.org/drawingml/2006/main">
              <a:ext uri="{FF2B5EF4-FFF2-40B4-BE49-F238E27FC236}">
                <a16:creationId xmlns:a16="http://schemas.microsoft.com/office/drawing/2014/main" id="{E31F0AC1-698A-4C06-85A6-017D12120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51FA8C67-5C0F-4F4B-BCAC-CA72A523F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Dios no negocia el agua viva: la ofrece gratuitamente y devuelve la vida.</a:t>
            </a:r>
          </a:p>
        </p:txBody>
      </p:sp>
      <p:sp>
        <p:nvSpPr>
          <p:cNvPr id="12" name="Rectángulo: esquinas redondeadas 11">
            <a:extLst xmlns:a="http://schemas.openxmlformats.org/drawingml/2006/main">
              <a:ext uri="{FF2B5EF4-FFF2-40B4-BE49-F238E27FC236}">
                <a16:creationId xmlns:a16="http://schemas.microsoft.com/office/drawing/2014/main" id="{B54CCF2A-F82C-4629-9AEC-6C0E8321B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355A478B-DBB8-47C8-8164-6A9D50E1D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71B0A35-DB7C-48DB-9465-948C04C07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Sal 42,2–3</a:t>
            </a:r>
          </a:p>
        </p:txBody>
      </p:sp>
      <p:sp>
        <p:nvSpPr>
          <p:cNvPr id="15" name="Conector recto 14">
            <a:extLst xmlns:a="http://schemas.openxmlformats.org/drawingml/2006/main">
              <a:ext uri="{FF2B5EF4-FFF2-40B4-BE49-F238E27FC236}">
                <a16:creationId xmlns:a16="http://schemas.microsoft.com/office/drawing/2014/main" id="{66CA8D28-498A-402B-98C3-16AAF5309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500BD432-5A8A-4615-A99B-AF730BB29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EL DESEO PROFUNDO</a:t>
            </a:r>
          </a:p>
        </p:txBody>
      </p:sp>
      <p:sp>
        <p:nvSpPr>
          <p:cNvPr id="17" name="Rectángulo 16">
            <a:extLst xmlns:a="http://schemas.openxmlformats.org/drawingml/2006/main">
              <a:ext uri="{FF2B5EF4-FFF2-40B4-BE49-F238E27FC236}">
                <a16:creationId xmlns:a16="http://schemas.microsoft.com/office/drawing/2014/main" id="{2A29B886-2F11-434C-AEB0-140D65C3F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«Mi alma tiene sed de Dios, del Dios vivo.»</a:t>
            </a:r>
          </a:p>
        </p:txBody>
      </p:sp>
      <p:sp>
        <p:nvSpPr>
          <p:cNvPr id="18" name="Conector recto 17">
            <a:extLst xmlns:a="http://schemas.openxmlformats.org/drawingml/2006/main">
              <a:ext uri="{FF2B5EF4-FFF2-40B4-BE49-F238E27FC236}">
                <a16:creationId xmlns:a16="http://schemas.microsoft.com/office/drawing/2014/main" id="{58FF9ECC-73F3-426D-9AB0-734B1EDA3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19" name="Rectángulo 18">
            <a:extLst xmlns:a="http://schemas.openxmlformats.org/drawingml/2006/main">
              <a:ext uri="{FF2B5EF4-FFF2-40B4-BE49-F238E27FC236}">
                <a16:creationId xmlns:a16="http://schemas.microsoft.com/office/drawing/2014/main" id="{88D83548-307E-4D0D-A2BB-45A12131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Bajo muchas búsquedas late una sed más honda. Orar comienza al dejar de esconderla.</a:t>
            </a:r>
          </a:p>
        </p:txBody>
      </p:sp>
      <p:sp>
        <p:nvSpPr>
          <p:cNvPr id="20" name="Rectángulo: esquinas redondeadas 19">
            <a:extLst xmlns:a="http://schemas.openxmlformats.org/drawingml/2006/main">
              <a:ext uri="{FF2B5EF4-FFF2-40B4-BE49-F238E27FC236}">
                <a16:creationId xmlns:a16="http://schemas.microsoft.com/office/drawing/2014/main" id="{83F9E9AD-DC76-4724-B8B0-4CD903AF4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865B4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D36563D4-1A9D-44B1-8E7D-442814D58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03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727E3E34-3C0F-4D35-A6B6-B7F48852A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Ez 36,25–27</a:t>
            </a:r>
          </a:p>
        </p:txBody>
      </p:sp>
      <p:sp>
        <p:nvSpPr>
          <p:cNvPr id="23" name="Conector recto 22">
            <a:extLst xmlns:a="http://schemas.openxmlformats.org/drawingml/2006/main">
              <a:ext uri="{FF2B5EF4-FFF2-40B4-BE49-F238E27FC236}">
                <a16:creationId xmlns:a16="http://schemas.microsoft.com/office/drawing/2014/main" id="{721D9E58-FFC0-47B8-98D6-BC3CC419F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24" name="Rectángulo 23">
            <a:extLst xmlns:a="http://schemas.openxmlformats.org/drawingml/2006/main">
              <a:ext uri="{FF2B5EF4-FFF2-40B4-BE49-F238E27FC236}">
                <a16:creationId xmlns:a16="http://schemas.microsoft.com/office/drawing/2014/main" id="{300E4868-92F9-40B4-9D0E-435EAB60A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UN CORAZÓN NUEVO</a:t>
            </a:r>
          </a:p>
        </p:txBody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BC582428-796B-4095-98B6-3C2A6FDD4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«Derramaré un agua pura… y os daré un corazón nuevo.»</a:t>
            </a:r>
          </a:p>
        </p:txBody>
      </p:sp>
      <p:sp>
        <p:nvSpPr>
          <p:cNvPr id="26" name="Conector recto 25">
            <a:extLst xmlns:a="http://schemas.openxmlformats.org/drawingml/2006/main">
              <a:ext uri="{FF2B5EF4-FFF2-40B4-BE49-F238E27FC236}">
                <a16:creationId xmlns:a16="http://schemas.microsoft.com/office/drawing/2014/main" id="{20EA01E7-7751-4CD8-9B07-E89134EDD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77EED197-C142-4BC9-AC15-FD8B4BE9C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agua de Dios limpia, recrea por dentro y vuelve posible una vida nueva.</a:t>
            </a:r>
          </a:p>
        </p:txBody>
      </p:sp>
      <p:sp>
        <p:nvSpPr>
          <p:cNvPr id="28" name="Rectángulo: esquinas redondeadas 27">
            <a:extLst xmlns:a="http://schemas.openxmlformats.org/drawingml/2006/main">
              <a:ext uri="{FF2B5EF4-FFF2-40B4-BE49-F238E27FC236}">
                <a16:creationId xmlns:a16="http://schemas.microsoft.com/office/drawing/2014/main" id="{77FC9282-B573-472C-9171-60922622F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1381125"/>
            <a:ext cx="2533650" cy="3905250"/>
          </a:xfrm>
          <a:prstGeom xmlns:a="http://schemas.openxmlformats.org/drawingml/2006/main" prst="roundRect">
            <a:avLst>
              <a:gd name="adj" fmla="val 4511"/>
            </a:avLst>
          </a:prstGeom>
          <a:solidFill xmlns:a="http://schemas.openxmlformats.org/drawingml/2006/main">
            <a:srgbClr val="5A5135"/>
          </a:solidFill>
          <a:ln xmlns:a="http://schemas.openxmlformats.org/drawingml/2006/main" w="9525">
            <a:solidFill>
              <a:srgbClr val="D8C48D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2AC27A7E-3684-497B-92CE-AF102E6E0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581150"/>
            <a:ext cx="419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D9A441"/>
                </a:solidFill>
              </a:defRPr>
            </a:pPr>
            <a:r>
              <a:rPr sz="975" b="1">
                <a:solidFill>
                  <a:srgbClr val="D9A441"/>
                </a:solidFill>
              </a:rPr>
              <a:t>04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541B0600-63A3-4D50-8DCD-C2A91BC9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562100"/>
            <a:ext cx="1619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5E7C3"/>
                </a:solidFill>
              </a:defRPr>
            </a:pPr>
            <a:r>
              <a:rPr sz="1200" b="1">
                <a:solidFill>
                  <a:srgbClr val="F5E7C3"/>
                </a:solidFill>
              </a:rPr>
              <a:t>Jn 7,37–39</a:t>
            </a:r>
          </a:p>
        </p:txBody>
      </p:sp>
      <p:sp>
        <p:nvSpPr>
          <p:cNvPr id="31" name="Conector recto 30">
            <a:extLst xmlns:a="http://schemas.openxmlformats.org/drawingml/2006/main">
              <a:ext uri="{FF2B5EF4-FFF2-40B4-BE49-F238E27FC236}">
                <a16:creationId xmlns:a16="http://schemas.microsoft.com/office/drawing/2014/main" id="{CD0F8830-070D-4550-BAC0-0FCBBE3D81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1971675"/>
            <a:ext cx="215265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96A5A2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2F68BC15-077A-4086-B47D-446BC43F3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133600"/>
            <a:ext cx="21526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FFFFFF"/>
                </a:solidFill>
              </a:defRPr>
            </a:pPr>
            <a:r>
              <a:rPr sz="1425" b="1">
                <a:solidFill>
                  <a:srgbClr val="FFFFFF"/>
                </a:solidFill>
              </a:rPr>
              <a:t>UNA FUENTE QUE SALE</a:t>
            </a:r>
          </a:p>
        </p:txBody>
      </p:sp>
      <p:sp>
        <p:nvSpPr>
          <p:cNvPr id="33" name="Rectángulo 32">
            <a:extLst xmlns:a="http://schemas.openxmlformats.org/drawingml/2006/main">
              <a:ext uri="{FF2B5EF4-FFF2-40B4-BE49-F238E27FC236}">
                <a16:creationId xmlns:a16="http://schemas.microsoft.com/office/drawing/2014/main" id="{9B1D6005-D34A-4E37-9CFF-143BEC9BF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2771775"/>
            <a:ext cx="21526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F5E7C3"/>
                </a:solidFill>
              </a:defRPr>
            </a:pPr>
            <a:r>
              <a:rPr sz="1350" b="1">
                <a:solidFill>
                  <a:srgbClr val="F5E7C3"/>
                </a:solidFill>
              </a:rPr>
              <a:t>«El que tenga sed, que venga a mí; de sus entrañas manarán ríos.»</a:t>
            </a:r>
          </a:p>
        </p:txBody>
      </p:sp>
      <p:sp>
        <p:nvSpPr>
          <p:cNvPr id="34" name="Conector recto 33">
            <a:extLst xmlns:a="http://schemas.openxmlformats.org/drawingml/2006/main">
              <a:ext uri="{FF2B5EF4-FFF2-40B4-BE49-F238E27FC236}">
                <a16:creationId xmlns:a16="http://schemas.microsoft.com/office/drawing/2014/main" id="{097B30E3-4B9F-42F8-A9F7-556491E30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3857625"/>
            <a:ext cx="5715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695C0E6E-C3AE-4CF8-8FEA-6B5576C7A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057650"/>
            <a:ext cx="21526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El Espíritu convierte el don recibido en corriente para otros: la gracia se hace misión.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B381F95A-49F1-4757-9BCD-58948874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581650"/>
            <a:ext cx="114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050" b="1">
                <a:solidFill>
                  <a:srgbClr val="D9A441"/>
                </a:solidFill>
              </a:defRPr>
            </a:pPr>
            <a:r>
              <a:rPr sz="1050" b="1">
                <a:solidFill>
                  <a:srgbClr val="D9A441"/>
                </a:solidFill>
              </a:rPr>
              <a:t>SÍNTESIS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1C5AD733-368F-4750-80C9-D90C06620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495925"/>
            <a:ext cx="9982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425" b="1">
                <a:solidFill>
                  <a:srgbClr val="07151F"/>
                </a:solidFill>
              </a:defRPr>
            </a:pPr>
            <a:r>
              <a:rPr sz="1425" b="1">
                <a:solidFill>
                  <a:srgbClr val="07151F"/>
                </a:solidFill>
              </a:rPr>
              <a:t>Sed reconocida  ·  gracia gratuita  ·  verdad que recrea  ·  Espíritu que envía</a:t>
            </a:r>
          </a:p>
        </p:txBody>
      </p:sp>
      <p:sp>
        <p:nvSpPr>
          <p:cNvPr id="38" name="Rectángulo 37">
            <a:extLst xmlns:a="http://schemas.openxmlformats.org/drawingml/2006/main">
              <a:ext uri="{FF2B5EF4-FFF2-40B4-BE49-F238E27FC236}">
                <a16:creationId xmlns:a16="http://schemas.microsoft.com/office/drawing/2014/main" id="{10B79631-8116-4707-9F97-E11C327DF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76950"/>
            <a:ext cx="10668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40565E"/>
                </a:solidFill>
              </a:defRPr>
            </a:pPr>
            <a:r>
              <a:rPr sz="1350" b="0">
                <a:solidFill>
                  <a:srgbClr val="40565E"/>
                </a:solidFill>
              </a:rPr>
              <a:t>Pregunta de fondo: ¿qué sed intento calmar una y otra vez sin llegar a la fuente?</a:t>
            </a:r>
          </a:p>
        </p:txBody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4360E03B-D8D8-40B4-A0BC-61403AB2C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35637756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715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Rectángulo 42">
            <a:extLst xmlns:a="http://schemas.openxmlformats.org/drawingml/2006/main">
              <a:ext uri="{FF2B5EF4-FFF2-40B4-BE49-F238E27FC236}">
                <a16:creationId xmlns:a16="http://schemas.microsoft.com/office/drawing/2014/main" id="{53C88EF1-7990-4A69-ABBC-6CF451A064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"/>
            <a:ext cx="7429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PROPUESTA DE REUNIÓN · 70 MINUTOS</a:t>
            </a:r>
          </a:p>
        </p:txBody>
      </p:sp>
      <p:sp>
        <p:nvSpPr>
          <p:cNvPr id="2" name="Rectángulo 1">
            <a:extLst xmlns:a="http://schemas.openxmlformats.org/drawingml/2006/main">
              <a:ext uri="{FF2B5EF4-FFF2-40B4-BE49-F238E27FC236}">
                <a16:creationId xmlns:a16="http://schemas.microsoft.com/office/drawing/2014/main" id="{92328298-5735-44A1-9D3B-60B29C4F7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66750"/>
            <a:ext cx="876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0">
                <a:solidFill>
                  <a:srgbClr val="F5E7C3"/>
                </a:solidFill>
              </a:defRPr>
            </a:pPr>
            <a:r>
              <a:rPr sz="1200" b="0">
                <a:solidFill>
                  <a:srgbClr val="F5E7C3"/>
                </a:solidFill>
              </a:rPr>
              <a:t>Del cántaro que pesa a una fuente que el grupo pueda compartir</a:t>
            </a:r>
          </a:p>
        </p:txBody>
      </p:sp>
      <p:sp>
        <p:nvSpPr>
          <p:cNvPr id="3" name="Conector recto 2">
            <a:extLst xmlns:a="http://schemas.openxmlformats.org/drawingml/2006/main">
              <a:ext uri="{FF2B5EF4-FFF2-40B4-BE49-F238E27FC236}">
                <a16:creationId xmlns:a16="http://schemas.microsoft.com/office/drawing/2014/main" id="{10BC4743-C41F-4DB3-AE82-190DDB79ED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6800"/>
            <a:ext cx="11125200" cy="95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D9A441"/>
            </a:solidFill>
            <a:prstDash val="solid"/>
          </a:ln>
        </p:spPr>
      </p:sp>
      <p:sp>
        <p:nvSpPr>
          <p:cNvPr id="4" name="Conector recto 3">
            <a:extLst xmlns:a="http://schemas.openxmlformats.org/drawingml/2006/main">
              <a:ext uri="{FF2B5EF4-FFF2-40B4-BE49-F238E27FC236}">
                <a16:creationId xmlns:a16="http://schemas.microsoft.com/office/drawing/2014/main" id="{6375B53B-3AA1-4460-8323-A486114CD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1619250"/>
            <a:ext cx="9525" cy="400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627984"/>
            </a:solidFill>
            <a:prstDash val="solid"/>
          </a:ln>
        </p:spPr>
      </p:sp>
      <p:sp>
        <p:nvSpPr>
          <p:cNvPr id="5" name="Elipse 4">
            <a:extLst xmlns:a="http://schemas.openxmlformats.org/drawingml/2006/main">
              <a:ext uri="{FF2B5EF4-FFF2-40B4-BE49-F238E27FC236}">
                <a16:creationId xmlns:a16="http://schemas.microsoft.com/office/drawing/2014/main" id="{E8FF985D-7012-4049-8855-F4E7978EF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478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6" name="Rectángulo 5">
            <a:extLst xmlns:a="http://schemas.openxmlformats.org/drawingml/2006/main">
              <a:ext uri="{FF2B5EF4-FFF2-40B4-BE49-F238E27FC236}">
                <a16:creationId xmlns:a16="http://schemas.microsoft.com/office/drawing/2014/main" id="{BCCD8C92-E8A4-4942-8D70-4FEB73210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4668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Rectángulo 6">
            <a:extLst xmlns:a="http://schemas.openxmlformats.org/drawingml/2006/main">
              <a:ext uri="{FF2B5EF4-FFF2-40B4-BE49-F238E27FC236}">
                <a16:creationId xmlns:a16="http://schemas.microsoft.com/office/drawing/2014/main" id="{7D28D4B5-83E9-4A6C-BA6E-7AF1E13328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00–08</a:t>
            </a:r>
          </a:p>
        </p:txBody>
      </p:sp>
      <p:sp>
        <p:nvSpPr>
          <p:cNvPr id="8" name="Rectángulo 7">
            <a:extLst xmlns:a="http://schemas.openxmlformats.org/drawingml/2006/main">
              <a:ext uri="{FF2B5EF4-FFF2-40B4-BE49-F238E27FC236}">
                <a16:creationId xmlns:a16="http://schemas.microsoft.com/office/drawing/2014/main" id="{B2EA4705-1FF4-4311-96DC-0AAD55DB2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3525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ESCUCHAR</a:t>
            </a:r>
          </a:p>
        </p:txBody>
      </p:sp>
      <p:sp>
        <p:nvSpPr>
          <p:cNvPr id="9" name="Rectángulo 8">
            <a:extLst xmlns:a="http://schemas.openxmlformats.org/drawingml/2006/main">
              <a:ext uri="{FF2B5EF4-FFF2-40B4-BE49-F238E27FC236}">
                <a16:creationId xmlns:a16="http://schemas.microsoft.com/office/drawing/2014/main" id="{477E6774-15D6-4800-8AA4-01B6AE42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6478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Oír «Dame ese agua» completa, sin explicarla todavía.</a:t>
            </a:r>
          </a:p>
        </p:txBody>
      </p:sp>
      <p:sp>
        <p:nvSpPr>
          <p:cNvPr id="10" name="Rectángulo: esquinas redondeadas 9">
            <a:extLst xmlns:a="http://schemas.openxmlformats.org/drawingml/2006/main">
              <a:ext uri="{FF2B5EF4-FFF2-40B4-BE49-F238E27FC236}">
                <a16:creationId xmlns:a16="http://schemas.microsoft.com/office/drawing/2014/main" id="{2093CDD0-60C3-4498-B8E9-DFB2374BE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13525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1" name="Rectángulo 10">
            <a:extLst xmlns:a="http://schemas.openxmlformats.org/drawingml/2006/main">
              <a:ext uri="{FF2B5EF4-FFF2-40B4-BE49-F238E27FC236}">
                <a16:creationId xmlns:a16="http://schemas.microsoft.com/office/drawing/2014/main" id="{3A81FBB7-1C20-4A8B-B498-33B54ED26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14478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palabra, imagen o sed ha resonado en mí?</a:t>
            </a:r>
          </a:p>
        </p:txBody>
      </p:sp>
      <p:sp>
        <p:nvSpPr>
          <p:cNvPr id="12" name="Elipse 11">
            <a:extLst xmlns:a="http://schemas.openxmlformats.org/drawingml/2006/main">
              <a:ext uri="{FF2B5EF4-FFF2-40B4-BE49-F238E27FC236}">
                <a16:creationId xmlns:a16="http://schemas.microsoft.com/office/drawing/2014/main" id="{82CE6E74-11DE-4371-9707-7D819C30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622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13" name="Rectángulo 12">
            <a:extLst xmlns:a="http://schemas.openxmlformats.org/drawingml/2006/main">
              <a:ext uri="{FF2B5EF4-FFF2-40B4-BE49-F238E27FC236}">
                <a16:creationId xmlns:a16="http://schemas.microsoft.com/office/drawing/2014/main" id="{6E14E9C9-CBA7-46E4-9814-7F335CF54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812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Rectángulo 13">
            <a:extLst xmlns:a="http://schemas.openxmlformats.org/drawingml/2006/main">
              <a:ext uri="{FF2B5EF4-FFF2-40B4-BE49-F238E27FC236}">
                <a16:creationId xmlns:a16="http://schemas.microsoft.com/office/drawing/2014/main" id="{E292DDD7-9BF5-4785-AA91-207E5346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812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08–20</a:t>
            </a:r>
          </a:p>
        </p:txBody>
      </p:sp>
      <p:sp>
        <p:nvSpPr>
          <p:cNvPr id="15" name="Rectángulo 14">
            <a:extLst xmlns:a="http://schemas.openxmlformats.org/drawingml/2006/main">
              <a:ext uri="{FF2B5EF4-FFF2-40B4-BE49-F238E27FC236}">
                <a16:creationId xmlns:a16="http://schemas.microsoft.com/office/drawing/2014/main" id="{A514BB4A-2401-4F6B-BDB3-187145CB7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266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NOMBRAR</a:t>
            </a:r>
          </a:p>
        </p:txBody>
      </p:sp>
      <p:sp>
        <p:nvSpPr>
          <p:cNvPr id="16" name="Rectángulo 15">
            <a:extLst xmlns:a="http://schemas.openxmlformats.org/drawingml/2006/main">
              <a:ext uri="{FF2B5EF4-FFF2-40B4-BE49-F238E27FC236}">
                <a16:creationId xmlns:a16="http://schemas.microsoft.com/office/drawing/2014/main" id="{98ED842D-F6DE-40B3-A888-6D81AA91D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25622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Ante un cuenco con agua, escribir: «lo que digo que necesito» / «la sed que hay debajo».</a:t>
            </a:r>
          </a:p>
        </p:txBody>
      </p:sp>
      <p:sp>
        <p:nvSpPr>
          <p:cNvPr id="17" name="Rectángulo: esquinas redondeadas 16">
            <a:extLst xmlns:a="http://schemas.openxmlformats.org/drawingml/2006/main">
              <a:ext uri="{FF2B5EF4-FFF2-40B4-BE49-F238E27FC236}">
                <a16:creationId xmlns:a16="http://schemas.microsoft.com/office/drawing/2014/main" id="{844D3CC3-83C2-4555-AA49-17F6F0358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2669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18" name="Rectángulo 17">
            <a:extLst xmlns:a="http://schemas.openxmlformats.org/drawingml/2006/main">
              <a:ext uri="{FF2B5EF4-FFF2-40B4-BE49-F238E27FC236}">
                <a16:creationId xmlns:a16="http://schemas.microsoft.com/office/drawing/2014/main" id="{70419300-4ED5-4180-85A1-517F52DFD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23622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busco realmente cuando digo que necesito «más»?</a:t>
            </a:r>
          </a:p>
        </p:txBody>
      </p:sp>
      <p:sp>
        <p:nvSpPr>
          <p:cNvPr id="19" name="Elipse 18">
            <a:extLst xmlns:a="http://schemas.openxmlformats.org/drawingml/2006/main">
              <a:ext uri="{FF2B5EF4-FFF2-40B4-BE49-F238E27FC236}">
                <a16:creationId xmlns:a16="http://schemas.microsoft.com/office/drawing/2014/main" id="{21440157-A5B3-4220-B61D-9DB2AB3DC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766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0" name="Rectángulo 19">
            <a:extLst xmlns:a="http://schemas.openxmlformats.org/drawingml/2006/main">
              <a:ext uri="{FF2B5EF4-FFF2-40B4-BE49-F238E27FC236}">
                <a16:creationId xmlns:a16="http://schemas.microsoft.com/office/drawing/2014/main" id="{98DCD944-D80F-4335-93F8-2FBC2D62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2956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ángulo 20">
            <a:extLst xmlns:a="http://schemas.openxmlformats.org/drawingml/2006/main">
              <a:ext uri="{FF2B5EF4-FFF2-40B4-BE49-F238E27FC236}">
                <a16:creationId xmlns:a16="http://schemas.microsoft.com/office/drawing/2014/main" id="{3195E1D4-5B20-49BE-92FF-51BA140D5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956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20–38</a:t>
            </a:r>
          </a:p>
        </p:txBody>
      </p:sp>
      <p:sp>
        <p:nvSpPr>
          <p:cNvPr id="22" name="Rectángulo 21">
            <a:extLst xmlns:a="http://schemas.openxmlformats.org/drawingml/2006/main">
              <a:ext uri="{FF2B5EF4-FFF2-40B4-BE49-F238E27FC236}">
                <a16:creationId xmlns:a16="http://schemas.microsoft.com/office/drawing/2014/main" id="{15AF171C-7201-47F1-AED5-9E8D28108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1813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ILUMINAR</a:t>
            </a:r>
          </a:p>
        </p:txBody>
      </p:sp>
      <p:sp>
        <p:nvSpPr>
          <p:cNvPr id="23" name="Rectángulo 22">
            <a:extLst xmlns:a="http://schemas.openxmlformats.org/drawingml/2006/main">
              <a:ext uri="{FF2B5EF4-FFF2-40B4-BE49-F238E27FC236}">
                <a16:creationId xmlns:a16="http://schemas.microsoft.com/office/drawing/2014/main" id="{5685EC69-1FED-4758-B7B9-83DB3A0BB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34766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Leer Jn 4,5–30 en tres voces y localizar los cinco movimientos del mapa.</a:t>
            </a:r>
          </a:p>
        </p:txBody>
      </p:sp>
      <p:sp>
        <p:nvSpPr>
          <p:cNvPr id="24" name="Rectángulo: esquinas redondeadas 23">
            <a:extLst xmlns:a="http://schemas.openxmlformats.org/drawingml/2006/main">
              <a:ext uri="{FF2B5EF4-FFF2-40B4-BE49-F238E27FC236}">
                <a16:creationId xmlns:a16="http://schemas.microsoft.com/office/drawing/2014/main" id="{906FFFBE-D862-49A8-9A23-FFDE300EF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1813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25" name="Rectángulo 24">
            <a:extLst xmlns:a="http://schemas.openxmlformats.org/drawingml/2006/main">
              <a:ext uri="{FF2B5EF4-FFF2-40B4-BE49-F238E27FC236}">
                <a16:creationId xmlns:a16="http://schemas.microsoft.com/office/drawing/2014/main" id="{7CFFC0D1-2720-4CFD-8F95-8EB2A021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2766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hace Jesús para que la verdad no se convierta en condena?</a:t>
            </a:r>
          </a:p>
        </p:txBody>
      </p:sp>
      <p:sp>
        <p:nvSpPr>
          <p:cNvPr id="26" name="Elipse 25">
            <a:extLst xmlns:a="http://schemas.openxmlformats.org/drawingml/2006/main">
              <a:ext uri="{FF2B5EF4-FFF2-40B4-BE49-F238E27FC236}">
                <a16:creationId xmlns:a16="http://schemas.microsoft.com/office/drawing/2014/main" id="{6E6643F4-6238-46E9-8AB2-F53E1FDCA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1910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9A441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27" name="Rectángulo 26">
            <a:extLst xmlns:a="http://schemas.openxmlformats.org/drawingml/2006/main">
              <a:ext uri="{FF2B5EF4-FFF2-40B4-BE49-F238E27FC236}">
                <a16:creationId xmlns:a16="http://schemas.microsoft.com/office/drawing/2014/main" id="{87CC754A-24A1-4F48-96FC-75E0CBD33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2100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8" name="Rectángulo 27">
            <a:extLst xmlns:a="http://schemas.openxmlformats.org/drawingml/2006/main">
              <a:ext uri="{FF2B5EF4-FFF2-40B4-BE49-F238E27FC236}">
                <a16:creationId xmlns:a16="http://schemas.microsoft.com/office/drawing/2014/main" id="{F2300832-27E6-4A62-B815-CC398E774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100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38–58</a:t>
            </a:r>
          </a:p>
        </p:txBody>
      </p:sp>
      <p:sp>
        <p:nvSpPr>
          <p:cNvPr id="29" name="Rectángulo 28">
            <a:extLst xmlns:a="http://schemas.openxmlformats.org/drawingml/2006/main">
              <a:ext uri="{FF2B5EF4-FFF2-40B4-BE49-F238E27FC236}">
                <a16:creationId xmlns:a16="http://schemas.microsoft.com/office/drawing/2014/main" id="{7834DC01-F13F-45A7-B827-2EFCF258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0957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COMPARTIR</a:t>
            </a:r>
          </a:p>
        </p:txBody>
      </p:sp>
      <p:sp>
        <p:nvSpPr>
          <p:cNvPr id="30" name="Rectángulo 29">
            <a:extLst xmlns:a="http://schemas.openxmlformats.org/drawingml/2006/main">
              <a:ext uri="{FF2B5EF4-FFF2-40B4-BE49-F238E27FC236}">
                <a16:creationId xmlns:a16="http://schemas.microsoft.com/office/drawing/2014/main" id="{E215B0C6-630D-414B-854B-6049BC88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3910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En tríos, hablar en primera persona. Escuchar sin arreglar ni interpretar la vida ajena.</a:t>
            </a:r>
          </a:p>
        </p:txBody>
      </p:sp>
      <p:sp>
        <p:nvSpPr>
          <p:cNvPr id="31" name="Rectángulo: esquinas redondeadas 30">
            <a:extLst xmlns:a="http://schemas.openxmlformats.org/drawingml/2006/main">
              <a:ext uri="{FF2B5EF4-FFF2-40B4-BE49-F238E27FC236}">
                <a16:creationId xmlns:a16="http://schemas.microsoft.com/office/drawing/2014/main" id="{4DE7B454-0DF5-46AF-8F41-F50C71472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0957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2" name="Rectángulo 31">
            <a:extLst xmlns:a="http://schemas.openxmlformats.org/drawingml/2006/main">
              <a:ext uri="{FF2B5EF4-FFF2-40B4-BE49-F238E27FC236}">
                <a16:creationId xmlns:a16="http://schemas.microsoft.com/office/drawing/2014/main" id="{3F3B248E-9AFD-4821-9A04-E4B2993BE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41910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parte de mi historia necesita una mirada que abra futuro?</a:t>
            </a:r>
          </a:p>
        </p:txBody>
      </p:sp>
      <p:sp>
        <p:nvSpPr>
          <p:cNvPr id="33" name="Elipse 32">
            <a:extLst xmlns:a="http://schemas.openxmlformats.org/drawingml/2006/main">
              <a:ext uri="{FF2B5EF4-FFF2-40B4-BE49-F238E27FC236}">
                <a16:creationId xmlns:a16="http://schemas.microsoft.com/office/drawing/2014/main" id="{E1ED5C02-4073-4A3B-AF10-4A0648C33B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05400"/>
            <a:ext cx="36195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96B4A"/>
          </a:solidFill>
          <a:ln xmlns:a="http://schemas.openxmlformats.org/drawingml/2006/main" w="9525">
            <a:solidFill>
              <a:srgbClr val="F5E7C3"/>
            </a:solidFill>
          </a:ln>
        </p:spPr>
      </p:sp>
      <p:sp>
        <p:nvSpPr>
          <p:cNvPr id="34" name="Rectángulo 33">
            <a:extLst xmlns:a="http://schemas.openxmlformats.org/drawingml/2006/main">
              <a:ext uri="{FF2B5EF4-FFF2-40B4-BE49-F238E27FC236}">
                <a16:creationId xmlns:a16="http://schemas.microsoft.com/office/drawing/2014/main" id="{F49ADBB0-2D51-41F5-9F5F-40B5F266B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5124450"/>
            <a:ext cx="361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FFFFFF"/>
                </a:solidFill>
              </a:defRPr>
            </a:pPr>
            <a:r>
              <a:rPr sz="1125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5" name="Rectángulo 34">
            <a:extLst xmlns:a="http://schemas.openxmlformats.org/drawingml/2006/main">
              <a:ext uri="{FF2B5EF4-FFF2-40B4-BE49-F238E27FC236}">
                <a16:creationId xmlns:a16="http://schemas.microsoft.com/office/drawing/2014/main" id="{336EC6DF-7239-4253-9ACE-80243B29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244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AAB9BC"/>
                </a:solidFill>
              </a:defRPr>
            </a:pPr>
            <a:r>
              <a:rPr sz="975" b="1">
                <a:solidFill>
                  <a:srgbClr val="AAB9BC"/>
                </a:solidFill>
              </a:rPr>
              <a:t>58–70</a:t>
            </a:r>
          </a:p>
        </p:txBody>
      </p:sp>
      <p:sp>
        <p:nvSpPr>
          <p:cNvPr id="36" name="Rectángulo 35">
            <a:extLst xmlns:a="http://schemas.openxmlformats.org/drawingml/2006/main">
              <a:ext uri="{FF2B5EF4-FFF2-40B4-BE49-F238E27FC236}">
                <a16:creationId xmlns:a16="http://schemas.microsoft.com/office/drawing/2014/main" id="{89AB0ED0-9F6F-4E16-8BD6-1E0D0433F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0101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350" b="1">
                <a:solidFill>
                  <a:srgbClr val="D9A441"/>
                </a:solidFill>
              </a:defRPr>
            </a:pPr>
            <a:r>
              <a:rPr sz="1350" b="1">
                <a:solidFill>
                  <a:srgbClr val="D9A441"/>
                </a:solidFill>
              </a:rPr>
              <a:t>SOLTAR</a:t>
            </a:r>
          </a:p>
        </p:txBody>
      </p:sp>
      <p:sp>
        <p:nvSpPr>
          <p:cNvPr id="37" name="Rectángulo 36">
            <a:extLst xmlns:a="http://schemas.openxmlformats.org/drawingml/2006/main">
              <a:ext uri="{FF2B5EF4-FFF2-40B4-BE49-F238E27FC236}">
                <a16:creationId xmlns:a16="http://schemas.microsoft.com/office/drawing/2014/main" id="{CEED62F7-9C9A-4EFF-AE0F-747882061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5305425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125" b="0">
                <a:solidFill>
                  <a:srgbClr val="FFFFFF"/>
                </a:solidFill>
              </a:defRPr>
            </a:pPr>
            <a:r>
              <a:rPr sz="1125" b="0">
                <a:solidFill>
                  <a:srgbClr val="FFFFFF"/>
                </a:solidFill>
              </a:rPr>
              <a:t>Escribir qué quiero dejar y qué fuente deseo cuidar. Compartir un gesto y terminar con oración.</a:t>
            </a:r>
          </a:p>
        </p:txBody>
      </p:sp>
      <p:sp>
        <p:nvSpPr>
          <p:cNvPr id="38" name="Rectángulo: esquinas redondeadas 37">
            <a:extLst xmlns:a="http://schemas.openxmlformats.org/drawingml/2006/main">
              <a:ext uri="{FF2B5EF4-FFF2-40B4-BE49-F238E27FC236}">
                <a16:creationId xmlns:a16="http://schemas.microsoft.com/office/drawing/2014/main" id="{192F604F-0693-4338-B4C8-60A0986BA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010150"/>
            <a:ext cx="4953000" cy="666750"/>
          </a:xfrm>
          <a:prstGeom xmlns:a="http://schemas.openxmlformats.org/drawingml/2006/main" prst="roundRect">
            <a:avLst>
              <a:gd name="adj" fmla="val 17143"/>
            </a:avLst>
          </a:prstGeom>
          <a:ln xmlns:a="http://schemas.openxmlformats.org/drawingml/2006/main" w="9525">
            <a:solidFill>
              <a:srgbClr val="6E8790"/>
            </a:solidFill>
            <a:prstDash val="solid"/>
          </a:ln>
        </p:spPr>
      </p:sp>
      <p:sp>
        <p:nvSpPr>
          <p:cNvPr id="39" name="Rectángulo 38">
            <a:extLst xmlns:a="http://schemas.openxmlformats.org/drawingml/2006/main">
              <a:ext uri="{FF2B5EF4-FFF2-40B4-BE49-F238E27FC236}">
                <a16:creationId xmlns:a16="http://schemas.microsoft.com/office/drawing/2014/main" id="{E1A9E620-0DA6-4D84-A6FA-A22825ED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5105400"/>
            <a:ext cx="45148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75" b="1">
                <a:solidFill>
                  <a:srgbClr val="F5E7C3"/>
                </a:solidFill>
              </a:defRPr>
            </a:pPr>
            <a:r>
              <a:rPr sz="1275" b="1">
                <a:solidFill>
                  <a:srgbClr val="F5E7C3"/>
                </a:solidFill>
              </a:rPr>
              <a:t>¿Qué cántaro puedo soltar para volver con una palabra de vida?</a:t>
            </a:r>
          </a:p>
        </p:txBody>
      </p:sp>
      <p:sp>
        <p:nvSpPr>
          <p:cNvPr id="40" name="Rectángulo: esquinas redondeadas 39">
            <a:extLst xmlns:a="http://schemas.openxmlformats.org/drawingml/2006/main">
              <a:ext uri="{FF2B5EF4-FFF2-40B4-BE49-F238E27FC236}">
                <a16:creationId xmlns:a16="http://schemas.microsoft.com/office/drawing/2014/main" id="{4ED58C9D-8432-446A-B976-960336A9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6048375"/>
            <a:ext cx="9725025" cy="447675"/>
          </a:xfrm>
          <a:prstGeom xmlns:a="http://schemas.openxmlformats.org/drawingml/2006/main" prst="roundRect">
            <a:avLst>
              <a:gd name="adj" fmla="val 25532"/>
            </a:avLst>
          </a:prstGeom>
          <a:ln xmlns:a="http://schemas.openxmlformats.org/drawingml/2006/main" w="9525">
            <a:solidFill>
              <a:srgbClr val="D9A441"/>
            </a:solidFill>
            <a:prstDash val="solid"/>
          </a:ln>
        </p:spPr>
      </p:sp>
      <p:sp>
        <p:nvSpPr>
          <p:cNvPr id="41" name="Rectángulo 40">
            <a:extLst xmlns:a="http://schemas.openxmlformats.org/drawingml/2006/main">
              <a:ext uri="{FF2B5EF4-FFF2-40B4-BE49-F238E27FC236}">
                <a16:creationId xmlns:a16="http://schemas.microsoft.com/office/drawing/2014/main" id="{1E9C6448-F067-47A4-9BF5-FD916857C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6124575"/>
            <a:ext cx="9344025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FFFFFF"/>
                </a:solidFill>
              </a:defRPr>
            </a:pPr>
            <a:r>
              <a:rPr sz="1200" b="1">
                <a:solidFill>
                  <a:srgbClr val="FFFFFF"/>
                </a:solidFill>
              </a:rPr>
              <a:t>CRITERIO: no forzar confesiones; ofrecer verdad sin juicio y un paso libre, pequeño y verificable.</a:t>
            </a:r>
          </a:p>
        </p:txBody>
      </p:sp>
      <p:sp>
        <p:nvSpPr>
          <p:cNvPr id="42" name="Rectángulo 41">
            <a:extLst xmlns:a="http://schemas.openxmlformats.org/drawingml/2006/main">
              <a:ext uri="{FF2B5EF4-FFF2-40B4-BE49-F238E27FC236}">
                <a16:creationId xmlns:a16="http://schemas.microsoft.com/office/drawing/2014/main" id="{B8673AC7-8C86-4415-B176-1DC3C973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29375"/>
            <a:ext cx="4000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>
              <a:buNone/>
              <a:defRPr sz="825" b="0">
                <a:solidFill>
                  <a:srgbClr val="B8C3C7"/>
                </a:solidFill>
              </a:defRPr>
            </a:pPr>
            <a:r>
              <a:rPr sz="825" b="0">
                <a:solidFill>
                  <a:srgbClr val="B8C3C7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20084964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2026-07-12T11:31:51.7860000Z</dcterms:created>
  <dcterms:modified xsi:type="dcterms:W3CDTF">2026-07-12T11:31:51.7860000Z</dcterms:modified>
</coreProperties>
</file>