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15914eb5144c29" /><Relationship Type="http://schemas.openxmlformats.org/officeDocument/2006/relationships/extended-properties" Target="/docProps/app.xml" Id="R8b3de5c26a644eeb" /><Relationship Type="http://schemas.openxmlformats.org/officeDocument/2006/relationships/officeDocument" Target="/ppt/presentation.xml" Id="R0bf32de8572b45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ab7f4584f4263"/>
  </p:sldMasterIdLst>
  <p:notesMasterIdLst>
    <p:notesMasterId xmlns:r="http://schemas.openxmlformats.org/officeDocument/2006/relationships" r:id="Rd5177ce55a1a4058"/>
  </p:notesMasterIdLst>
  <p:sldIdLst>
    <p:sldId xmlns:r="http://schemas.openxmlformats.org/officeDocument/2006/relationships" id="256" r:id="Rb854e886ad1b4325"/>
    <p:sldId xmlns:r="http://schemas.openxmlformats.org/officeDocument/2006/relationships" id="257" r:id="R23c0ffda16e0429d"/>
    <p:sldId xmlns:r="http://schemas.openxmlformats.org/officeDocument/2006/relationships" id="258" r:id="R8a62b5dd4f2b41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6a9af7bd5428d" /><Relationship Type="http://schemas.openxmlformats.org/officeDocument/2006/relationships/slideMaster" Target="/ppt/slideMasters/slideMaster1.xml" Id="R914ab7f4584f4263" /><Relationship Type="http://schemas.openxmlformats.org/officeDocument/2006/relationships/notesMaster" Target="/ppt/notesMasters/notesMaster1.xml" Id="Rd5177ce55a1a4058" /><Relationship Type="http://schemas.openxmlformats.org/officeDocument/2006/relationships/presProps" Target="/ppt/presProps.xml" Id="Rb259e1c18e4b4a0f" /><Relationship Type="http://schemas.openxmlformats.org/officeDocument/2006/relationships/viewProps" Target="/ppt/viewProps.xml" Id="R98a3f92088e74bc6" /><Relationship Type="http://schemas.openxmlformats.org/officeDocument/2006/relationships/tableStyles" Target="/ppt/tableStyles.xml" Id="R1a2704807c8a46c5" /><Relationship Type="http://schemas.openxmlformats.org/officeDocument/2006/relationships/slide" Target="/ppt/slides/slide1.xml" Id="Rb854e886ad1b4325" /><Relationship Type="http://schemas.openxmlformats.org/officeDocument/2006/relationships/slide" Target="/ppt/slides/slide2.xml" Id="R23c0ffda16e0429d" /><Relationship Type="http://schemas.openxmlformats.org/officeDocument/2006/relationships/slide" Target="/ppt/slides/slide3.xml" Id="R8a62b5dd4f2b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cb5475e0b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38616e4ee48e3" /><Relationship Type="http://schemas.openxmlformats.org/officeDocument/2006/relationships/notesMaster" Target="/ppt/notesMasters/notesMaster1.xml" Id="Raa7f876f7fe2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68b677cab4dd2" /><Relationship Type="http://schemas.openxmlformats.org/officeDocument/2006/relationships/notesMaster" Target="/ppt/notesMasters/notesMaster1.xml" Id="Rd395aa28ce03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4a80725ef4c4d" /><Relationship Type="http://schemas.openxmlformats.org/officeDocument/2006/relationships/notesMaster" Target="/ppt/notesMasters/notesMaster1.xml" Id="R05b41cb804c84a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subir, mirar, acercarse, ir y permanecer. Los once vuelven a Galilea obedeciendo una cita, no porque hayan resuelto todo. Al ver a Jesús lo adoran y, al mismo tiempo, algunos dudan. El texto no elimina esa tensión. Jesús se acerca antes de hablar y confía la misión a esa comunidad real. El envío no consiste en imponerse, sino en hacer discípulos, bautizar y enseñar a vivir lo recibido. La promesa final —«yo estoy con vosotros todos los días»— desplaza el centro desde la seguridad del mensajero hacia la presencia fiel de Cristo.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Éxodo 3 muestra que Moisés pregunta «¿quién soy yo?» y recibe una promesa de presencia; Jeremías 1 nombra su juventud y descubre que la fragilidad puede entrar en la llamada; Lucas 10 recuerda que Jesús envía de dos en dos y como corderos, no como conquistadores; 2 Corintios 4 presenta el tesoro en vasijas de barro. Evitar usar estos textos para negar límites o forzar responsabilidades. La misión cristiana es compartida, escucha antes de hablar y busca frutos de libertad, dignidad y cuidado.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«Id», copias de Mt 28,16–20, tarjetas y tres situaciones ficticias de baja exposición: una persona nueva que necesita acogida, alguien aislado que agradecería una visita y una necesidad comunitaria que exige coordinación. Nadie debe contar una experiencia privada ni asumir tareas para las que no está preparado. En el ensayo, comprobar escucha, consentimiento, lenguaje respetuoso, compañía y límites. No actuar en solitario ante salud, violencia, desprotección o necesidades complejas. Compartir y pasar son opciones válidas; un paso pequeño y sostenido vale más que una promesa grandiosa.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1e659f096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ddeacd40844f1" /><Relationship Type="http://schemas.openxmlformats.org/officeDocument/2006/relationships/slideLayout" Target="/ppt/slideLayouts/slideLayout1.xml" Id="Rdf88eb50d801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8eb50d801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c40ea0e0342ad" /><Relationship Type="http://schemas.openxmlformats.org/officeDocument/2006/relationships/image" Target="/ppt/media/image.png" Id="Rf8f822d7911b44d2" /><Relationship Type="http://schemas.openxmlformats.org/officeDocument/2006/relationships/notesSlide" Target="/ppt/notesSlides/notesSlide1.xml" Id="Rf0f380a5736f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202946b67436c" /><Relationship Type="http://schemas.openxmlformats.org/officeDocument/2006/relationships/notesSlide" Target="/ppt/notesSlides/notesSlide2.xml" Id="R1a059c7ccbd1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de19b7aee48b6" /><Relationship Type="http://schemas.openxmlformats.org/officeDocument/2006/relationships/notesSlide" Target="/ppt/notesSlides/notesSlide3.xml" Id="R56b5ae2046f74f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822d7911b44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Enviados aun con dudas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AUN CON DUDAS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NOS ENVÍA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espera perfección;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9A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acerca, confía y acompaña.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SUBIR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once vuelven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monte de Galilea.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misión nace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 una llamada recordada.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verlo, adoran;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algunos aún dudan.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fragilidad entra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el encuentro.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ACERCARSE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 acerca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de enviar.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autoridad crea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confianza, no distancia.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«Id y haced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discípulos».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sale de sí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para aprender a amar.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«Yo estoy con vosotros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todos los días».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misión se sostiene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una presencia fiel.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«Id… no para gritar más fuerte,</a:t>
            </a:r>
            <a:br/>
            <a:r>
              <a:rPr sz="1350" b="1">
                <a:solidFill>
                  <a:srgbClr val="F5E7C3"/>
                </a:solidFill>
              </a:rPr>
              <a:t>solo para aprender a amar»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llama a los frágiles, los acompaña y abre la misión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3,11–12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PRESENCIA QUE ENVÍA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«¿Quién soy yo para ir? Yo estaré contigo.»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Moisés no recibe una seguridad sobre sí mismo: recibe la promesa de una presencia que lo acompaña.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Jer 1,6–8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FRAGILIDAD ACOMPAÑADA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digas: soy un muchacho; yo estoy contigo.»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Jeremías nombra su límite; Dios no lo humilla, pone palabras en su boca y permanece a su lado.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10,1–3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MISIÓN COMPARTIDA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«Los envió de dos en dos.»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no envía individuos aislados: la misión se aprende en compañía, escucha y vulnerabilidad.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Cor 4,7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TESORO FRÁGIL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«Llevamos este tesoro en vasijas de barro.»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fragilidad del mensajero deja claro que la fuerza del Evangelio no procede del protagonismo personal.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Llamada recibida  ·  fragilidad reconocida  ·  misión compartida  ·  presencia prometida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paso puedo dar sin esperar a sentirme completamente preparado?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inseguridad compartida a un envío acompañado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«Id»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cambia mi idea de lo que significa «ir»?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«lo que me frena» / «lo que ya puedo ofrecer» / «con quién puedo ir».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fragilidad estoy esperando resolver antes de participar?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28,16–20 y marcar: ir, ver, adorar, dudar, acercarse, hacer discípulos y permanecer.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antes de enviar y qué promesa coloca al final?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ENSAYAR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diseñar un gesto de presencia: escuchar, servir, invitar o acompañar.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llegar sin imponer, hablar por encima ni prometer de más?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ENVIAR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paso pequeño, una persona con quien hacerlo y una fecha.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puedo llegar esta semana llevando cercanía y no protagonismo?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convertir la misión en presión o protagonismo. Escuchar antes de hablar, respetar libertad y cultura, no actuar solos ante necesidades complejas ni prometer ayuda insostenible.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2026-07-15T17:48:19.4870000Z</dcterms:created>
  <dcterms:modified xsi:type="dcterms:W3CDTF">2026-07-15T17:48:19.4870000Z</dcterms:modified>
</coreProperties>
</file>