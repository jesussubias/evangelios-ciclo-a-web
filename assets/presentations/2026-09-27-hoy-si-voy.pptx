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a36691fa744dd6" /><Relationship Type="http://schemas.openxmlformats.org/officeDocument/2006/relationships/extended-properties" Target="/docProps/app.xml" Id="R1aac2c0542c54197" /><Relationship Type="http://schemas.openxmlformats.org/officeDocument/2006/relationships/officeDocument" Target="/ppt/presentation.xml" Id="R9cd23da0315643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850776dff94ce6"/>
  </p:sldMasterIdLst>
  <p:notesMasterIdLst>
    <p:notesMasterId xmlns:r="http://schemas.openxmlformats.org/officeDocument/2006/relationships" r:id="Re0f235958080474a"/>
  </p:notesMasterIdLst>
  <p:sldIdLst>
    <p:sldId xmlns:r="http://schemas.openxmlformats.org/officeDocument/2006/relationships" id="256" r:id="Rc1176b23bc0b4ab6"/>
    <p:sldId xmlns:r="http://schemas.openxmlformats.org/officeDocument/2006/relationships" id="257" r:id="Rc24999c3dc0f4e45"/>
    <p:sldId xmlns:r="http://schemas.openxmlformats.org/officeDocument/2006/relationships" id="258" r:id="R15b82b4b2fd74d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a60bf284104204" /><Relationship Type="http://schemas.openxmlformats.org/officeDocument/2006/relationships/slideMaster" Target="/ppt/slideMasters/slideMaster1.xml" Id="Rba850776dff94ce6" /><Relationship Type="http://schemas.openxmlformats.org/officeDocument/2006/relationships/notesMaster" Target="/ppt/notesMasters/notesMaster1.xml" Id="Re0f235958080474a" /><Relationship Type="http://schemas.openxmlformats.org/officeDocument/2006/relationships/presProps" Target="/ppt/presProps.xml" Id="R49b6e384681848ef" /><Relationship Type="http://schemas.openxmlformats.org/officeDocument/2006/relationships/viewProps" Target="/ppt/viewProps.xml" Id="Rdcf1427a78474d91" /><Relationship Type="http://schemas.openxmlformats.org/officeDocument/2006/relationships/tableStyles" Target="/ppt/tableStyles.xml" Id="R153124f932cd4012" /><Relationship Type="http://schemas.openxmlformats.org/officeDocument/2006/relationships/slide" Target="/ppt/slides/slide1.xml" Id="Rc1176b23bc0b4ab6" /><Relationship Type="http://schemas.openxmlformats.org/officeDocument/2006/relationships/slide" Target="/ppt/slides/slide2.xml" Id="Rc24999c3dc0f4e45" /><Relationship Type="http://schemas.openxmlformats.org/officeDocument/2006/relationships/slide" Target="/ppt/slides/slide3.xml" Id="R15b82b4b2fd74d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98e77f7f8047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5e0b7fa4a9434f" /><Relationship Type="http://schemas.openxmlformats.org/officeDocument/2006/relationships/notesMaster" Target="/ppt/notesMasters/notesMaster1.xml" Id="R6ec65a65b60346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6625e221be46ec" /><Relationship Type="http://schemas.openxmlformats.org/officeDocument/2006/relationships/notesMaster" Target="/ppt/notesMasters/notesMaster1.xml" Id="R5d4fb32897bb42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dac25319bd4f65" /><Relationship Type="http://schemas.openxmlformats.org/officeDocument/2006/relationships/notesMaster" Target="/ppt/notesMasters/notesMaster1.xml" Id="Refec97f3e89d49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 de septiembre de 2026. XXVI Domingo del Tiempo Ordinario, ciclo A. Mt 21,28–32.</a:t>
            </a:r>
          </a:p>
          <a:p xmlns:a="http://schemas.openxmlformats.org/drawingml/2006/main">
            <a:r>
              <a:t>Canción: Hoy sí voy. Letra y audio proporcionados por el autor.</a:t>
            </a:r>
          </a:p>
          <a:p xmlns:a="http://schemas.openxmlformats.org/drawingml/2006/main">
            <a:r>
              <a:t>Los dos hijos reciben una invitación. El primero no queda encerrado en su negativa: recapacita y va. El segundo pronuncia la respuesta correcta, pero sus pasos no la acompañan. Jesús no invita a clasificar a los demás, sino a revisar nuestra propia respuesta y a reconocer que una vida puede cambiar. La canción acerca esa conversión a un encuentro sencillo: escuchar a quien habíamos evitado. El amor recibido no se compra con actividad; puede convertirse en un gesto libre, concreto y posible.</a:t>
            </a:r>
          </a:p>
          <a:p xmlns:a="http://schemas.openxmlformats.org/drawingml/2006/main">
            <a:r>
              <a:t>No confundir disponibilidad con decir sí a todo ni usar el Evangelio para imponer actividad, obediencia ciega o culpa. Un límite responsable puede ser necesario; cuidar no exige agotarse ni exponerse a daño. No etiquetar a nadie como el hijo bueno o malo. Nadie está obligado a hablar ni a contar nada personal. Cada persona puede compartir solo lo que desee, guardar silencio o no responder.</a:t>
            </a:r>
          </a:p>
          <a:p xmlns:a="http://schemas.openxmlformats.org/drawingml/2006/main">
            <a:r>
              <a:t>Texto bíblico: https://www.conferenciaepiscopal.es/evangelio/domingo-xxvi-del-tiempo-ordinario/</a:t>
            </a:r>
          </a:p>
          <a:p xmlns:a="http://schemas.openxmlformats.org/drawingml/2006/main">
            <a:r>
              <a:t>La imagen es una recreación generada con IA, no un registro histórico.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textos de las tarjetas son paráfrasis pastorales, no citas literales.</a:t>
            </a:r>
          </a:p>
          <a:p xmlns:a="http://schemas.openxmlformats.org/drawingml/2006/main">
            <a:r>
              <a:t>Ez 18,27–28. Volverse del mal abre un camino de vida (paráfrasis). La persona no queda reducida a su pasado. Reconocer lo vivido puede iniciar una respuesta distinta.</a:t>
            </a:r>
          </a:p>
          <a:p xmlns:a="http://schemas.openxmlformats.org/drawingml/2006/main">
            <a:r>
              <a:t>Flp 2,3–5. Atender también al bien de los demás (paráfrasis). La respuesta cristiana toma la forma de la humildad y del cuidado, siguiendo la actitud de Jesús.</a:t>
            </a:r>
          </a:p>
          <a:p xmlns:a="http://schemas.openxmlformats.org/drawingml/2006/main">
            <a:r>
              <a:t>Sant 1,22–25. La Palabra pide ser puesta en práctica (paráfrasis). Escuchar no termina al comprender una frase: continúa cuando esa palabra orienta una decisión.</a:t>
            </a:r>
          </a:p>
          <a:p xmlns:a="http://schemas.openxmlformats.org/drawingml/2006/main">
            <a:r>
              <a:t>1 Jn 3,18. Amar con obras y de verdad (paráfrasis). Los gestos dan credibilidad a lo que decimos. Una presencia disponible puede expresar un amor verdadero.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00–08 min. Escuchar. Oír «Hoy sí voy» completa y dejar un breve silencio.</a:t>
            </a:r>
          </a:p>
          <a:p xmlns:a="http://schemas.openxmlformats.org/drawingml/2006/main">
            <a:r>
              <a:t>¿Qué frase me habla de mi forma de responder?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08–20 min. Reconocer. Tarjeta opcional: un no que cambió / un sí que quedó en palabras.</a:t>
            </a:r>
          </a:p>
          <a:p xmlns:a="http://schemas.openxmlformats.org/drawingml/2006/main">
            <a:r>
              <a:t>¿Qué me ayuda a mirar mis contradicciones con verdad?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20–38 min. Iluminar. Leer Mt 21,28–32 y observar la invitación, las respuestas y los hechos.</a:t>
            </a:r>
          </a:p>
          <a:p xmlns:a="http://schemas.openxmlformats.org/drawingml/2006/main">
            <a:r>
              <a:t>¿Qué cambia cuando escucho la parábola como dirigida a mí?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38–58 min. Concretar. Caso ficticio: alguien promete ayudar, pero siempre lo aplaza. Pensar un paso realista.</a:t>
            </a:r>
          </a:p>
          <a:p xmlns:a="http://schemas.openxmlformats.org/drawingml/2006/main">
            <a:r>
              <a:t>¿Cómo pasar de la intención al cuidado sin exigirlo todo?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58–70 min. Responder. Elegir un gesto posible, cuándo realizarlo y cómo revisarlo.</a:t>
            </a:r>
          </a:p>
          <a:p xmlns:a="http://schemas.openxmlformats.org/drawingml/2006/main">
            <a:r>
              <a:t>¿A quién puedo escuchar o acompañar de una manera concreta?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confundir disponibilidad con decir sí a todo ni usar el Evangelio para imponer actividad, obediencia ciega o culpa. Un límite responsable puede ser necesario; cuidar no exige agotarse ni exponerse a daño. No etiquetar a nadie como el hijo bueno o malo. Nadie está obligado a hablar ni a contar nada personal. Cada persona puede compartir solo lo que desee, guardar silencio o no responder.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7ed54e571440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057110fd77425c" /><Relationship Type="http://schemas.openxmlformats.org/officeDocument/2006/relationships/slideLayout" Target="/ppt/slideLayouts/slideLayout1.xml" Id="R1180afcd1e5a44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80afcd1e5a44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c06ecd9464ada" /><Relationship Type="http://schemas.openxmlformats.org/officeDocument/2006/relationships/image" Target="/ppt/media/image.png" Id="R7618294da73149c2" /><Relationship Type="http://schemas.openxmlformats.org/officeDocument/2006/relationships/notesSlide" Target="/ppt/notesSlides/notesSlide1.xml" Id="R7e577150c5154d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871a89f994502" /><Relationship Type="http://schemas.openxmlformats.org/officeDocument/2006/relationships/notesSlide" Target="/ppt/notesSlides/notesSlide2.xml" Id="R87e8ebedf5844c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1eae76296489f" /><Relationship Type="http://schemas.openxmlformats.org/officeDocument/2006/relationships/notesSlide" Target="/ppt/notesSlides/notesSlide3.xml" Id="R4db741ce6b9641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8294da73149c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HOY SÍ VOY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 las buenas palabras a un paso concreto de amor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HOY MIS PASOS</a:t>
            </a:r>
          </a:p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DICEN SÍ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El no de ayer no cierra el camino.</a:t>
            </a:r>
          </a:p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El amor toma cuerpo al caminar.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ESCUCHAR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llamada sigue abierta.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Reconocer la voz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que me llama hijo.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RECONOCER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siempre hago lo que digo.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Mirar mis excusas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sin quedarme en la culpa.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RECAPACITAR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Todavía puedo cambiar.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Revisar una respuesta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y volver a empezar.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ACERCARSE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Escuchar también es amar.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Hacer sitio al otro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sin tener la solución.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CAMINAR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 gesto hace real el sí.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Elegir un paso posible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y ponerle un momento.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«Me seguías llamando hijo.»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rPr>
              <a:t>Recapacitar, escuchar y amar también con los hechos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Ez 18,27–28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CAMBIO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 POSIBLE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Volverse del mal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abre camino a la vida.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pasado no encierra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todas las respuestas.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Flp 2,3–5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MIRAR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 OTRO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Atender también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al bien de los demás.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humildad de Jesús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nos enseña a cuidar.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Sant 1,22–25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UNA ESCUCHA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 ACTÚA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La Palabra pide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ser puesta en práctica.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Escuchar continúa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 tomar una decisión.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1 Jn 3,18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AMOR QUE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 CONCRETA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Amar con obras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de verdad.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Los gestos dan verdad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nuestras palabras.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rPr>
              <a:t>La llamada permanece · el no puede cambiar · el sí se hace cuidado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rPr>
              <a:t>Pregunta de fondo: ¿qué paso posible puede hacer verdadero mi sí esta semana?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 las excusas y las promesas a una respuesta concreta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Oír «Hoy sí voy» completa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dejar un breve silencio.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frase me habla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 mi forma de responder?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Tarjeta opcional: un no que cambió /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 sí que quedó en palabras.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me ayuda a mirar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mis contradicciones con verdad?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Leer Mt 21,28–32: la invitación,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las respuestas y los hechos.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cambia cuando escucho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la parábola como dirigida a mí?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CONCRETAR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Caso: promete ayudar y siempre lo aplaza.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Pensar un primer paso realista.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¿Cómo pasar de la intención al cuidado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sin exigirlo todo?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Elegir un gesto, cuándo realizarlo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cómo revisar lo vivido.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¿A quién puedo escuchar o acompañar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 una manera concreta?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CRITERIO: responder con libertad, cuidar los límites. Compartir es siempre voluntario.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2026-09-21T12:11:25.6500000Z</dcterms:created>
  <dcterms:modified xsi:type="dcterms:W3CDTF">2026-09-21T12:11:25.6500000Z</dcterms:modified>
</coreProperties>
</file>