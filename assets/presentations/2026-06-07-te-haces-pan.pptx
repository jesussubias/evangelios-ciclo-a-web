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250903be394b9e" /><Relationship Type="http://schemas.openxmlformats.org/officeDocument/2006/relationships/extended-properties" Target="/docProps/app.xml" Id="Rd09418dea3ab48c0" /><Relationship Type="http://schemas.openxmlformats.org/officeDocument/2006/relationships/officeDocument" Target="/ppt/presentation.xml" Id="R47ee4d11eb6949f1" /></Relationships>
</file>

<file path=ppt/presentation.xml><?xml version="1.0" encoding="utf-8"?>
<p:presentation xmlns:p="http://schemas.openxmlformats.org/presentationml/2006/main">
  <p:sldMasterIdLst>
    <p:sldMasterId xmlns:r="http://schemas.openxmlformats.org/officeDocument/2006/relationships" id="2147483648" r:id="R8d81732b79024654"/>
  </p:sldMasterIdLst>
  <p:notesMasterIdLst>
    <p:notesMasterId xmlns:r="http://schemas.openxmlformats.org/officeDocument/2006/relationships" r:id="R71d084094f99412f"/>
  </p:notesMasterIdLst>
  <p:sldIdLst>
    <p:sldId xmlns:r="http://schemas.openxmlformats.org/officeDocument/2006/relationships" id="256" r:id="Rec4808e52a16488c"/>
    <p:sldId xmlns:r="http://schemas.openxmlformats.org/officeDocument/2006/relationships" id="257" r:id="R8659a4ad34f543f1"/>
    <p:sldId xmlns:r="http://schemas.openxmlformats.org/officeDocument/2006/relationships" id="258" r:id="R18e1a10a97bf441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f2a953c2584abd" /><Relationship Type="http://schemas.openxmlformats.org/officeDocument/2006/relationships/slideMaster" Target="/ppt/slideMasters/slideMaster1.xml" Id="R8d81732b79024654" /><Relationship Type="http://schemas.openxmlformats.org/officeDocument/2006/relationships/notesMaster" Target="/ppt/notesMasters/notesMaster1.xml" Id="R71d084094f99412f" /><Relationship Type="http://schemas.openxmlformats.org/officeDocument/2006/relationships/presProps" Target="/ppt/presProps.xml" Id="R69b881dd25824d2f" /><Relationship Type="http://schemas.openxmlformats.org/officeDocument/2006/relationships/viewProps" Target="/ppt/viewProps.xml" Id="R90782da20ee34d72" /><Relationship Type="http://schemas.openxmlformats.org/officeDocument/2006/relationships/tableStyles" Target="/ppt/tableStyles.xml" Id="R54f30ce31a664abf" /><Relationship Type="http://schemas.openxmlformats.org/officeDocument/2006/relationships/slide" Target="/ppt/slides/slide1.xml" Id="Rec4808e52a16488c" /><Relationship Type="http://schemas.openxmlformats.org/officeDocument/2006/relationships/slide" Target="/ppt/slides/slide2.xml" Id="R8659a4ad34f543f1" /><Relationship Type="http://schemas.openxmlformats.org/officeDocument/2006/relationships/slide" Target="/ppt/slides/slide3.xml" Id="R18e1a10a97bf44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956884402a4f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380f42aa544395" /><Relationship Type="http://schemas.openxmlformats.org/officeDocument/2006/relationships/notesMaster" Target="/ppt/notesMasters/notesMaster1.xml" Id="R5612b2d05e7b43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880781f8e04bb0" /><Relationship Type="http://schemas.openxmlformats.org/officeDocument/2006/relationships/notesMaster" Target="/ppt/notesMasters/notesMaster1.xml" Id="Rcfe5269b3a3b4f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c32dad795f4ad0" /><Relationship Type="http://schemas.openxmlformats.org/officeDocument/2006/relationships/notesMaster" Target="/ppt/notesMasters/notesMaster1.xml" Id="Rd2dd6e5c5e07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 del mapa: hambre, recibir, permanecer, hacer cuerpo y compartir. Jesús se presenta como Pan vivo y vincula comer, beber, permanecer y vivir. La Eucaristía no es premio al rendimiento ni consuelo aislado: es don, relación e incorporación a un cuerpo. «Hacerse pan» se usa aquí de manera analógica: solo Cristo es la presencia eucarística; la comunidad se deja configurar por su entrega y la traduce en cuidado concreto. Compartir nunca significa borrarse, invadir o sostenerlo todo.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Puede asignarse una resonancia a cada pareja. Éxodo enseña suficiencia y reparto frente a la acumulación; Emaús muestra la secuencia acoger, agradecer, partir y dar; Pablo vincula el único pan con la pertenencia a un cuerpo; Isaías lleva el culto hasta la necesidad concreta. No presentar el servicio como sustituto de la Eucaristía ni la Eucaristía como refugio que evita la justicia. Preguntar qué forma de recibir, pertenecer y cuidar abre cada 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audio Te haces Pan, copias de Jn 6,51–58, tarjetas, bolígrafos, tres casos ficticios y una cesta vacía para depositar compromisos escritos. No usar pan consagrado ni simular una celebración eucarística. Leer las consignas en voz alta y ofrecer texto amplio. Nadie tiene que contar hambre material, enfermedad, historia familiar o necesidad privada; compartir y pasar son opciones válidas. Toda ayuda se acuerda y respeta autonomía, confidencialidad, seguridad, alergias y límites de competencia. Ante hambre material, abuso o riesgo, activar recursos responsables. No fotografiar ni publicar compromisos.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2a11e75f134a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f06376c1634a1e" /><Relationship Type="http://schemas.openxmlformats.org/officeDocument/2006/relationships/slideLayout" Target="/ppt/slideLayouts/slideLayout1.xml" Id="R3c03975b630a43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03975b630a43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d1f5ab77494d1c" /><Relationship Type="http://schemas.openxmlformats.org/officeDocument/2006/relationships/image" Target="/ppt/media/image.png" Id="Rf49a5ea085a642e2" /><Relationship Type="http://schemas.openxmlformats.org/officeDocument/2006/relationships/notesSlide" Target="/ppt/notesSlides/notesSlide1.xml" Id="R8f2436ff6d04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d9908c21bf4775" /><Relationship Type="http://schemas.openxmlformats.org/officeDocument/2006/relationships/notesSlide" Target="/ppt/notesSlides/notesSlide2.xml" Id="R7ed3dcaea4064b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ac05b9cb9d4f3b" /><Relationship Type="http://schemas.openxmlformats.org/officeDocument/2006/relationships/notesSlide" Target="/ppt/notesSlides/notesSlide3.xml" Id="R5209f3aff9ae4f6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43" name="Imagen 41"/>
          <p:cNvPicPr>
            <a:picLocks xmlns:a="http://schemas.openxmlformats.org/drawingml/2006/main" noChangeAspect="1"/>
          </p:cNvPicPr>
          <p:nvPr/>
        </p:nvPicPr>
        <p:blipFill>
          <a:blip xmlns:r="http://schemas.openxmlformats.org/officeDocument/2006/relationships" xmlns:a="http://schemas.openxmlformats.org/drawingml/2006/main" r:embed="Rf49a5ea085a642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ángulo 1">
            <a:extLst xmlns:a="http://schemas.openxmlformats.org/drawingml/2006/main">
              <a:ext uri="{FF2B5EF4-FFF2-40B4-BE49-F238E27FC236}">
                <a16:creationId xmlns:a16="http://schemas.microsoft.com/office/drawing/2014/main" id="{B76F925A-853B-4B63-B630-E7E0361BA3FF}"/>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ln xmlns:a="http://schemas.openxmlformats.org/drawingml/2006/main" w="0">
            <a:noFill/>
          </a:ln>
        </p:spPr>
      </p:sp>
      <p:sp>
        <p:nvSpPr>
          <p:cNvPr id="3" name="Rectángulo 2">
            <a:extLst xmlns:a="http://schemas.openxmlformats.org/drawingml/2006/main">
              <a:ext uri="{FF2B5EF4-FFF2-40B4-BE49-F238E27FC236}">
                <a16:creationId xmlns:a16="http://schemas.microsoft.com/office/drawing/2014/main" id="{FB1C263C-5E91-44EE-907E-89FD02816680}"/>
              </a:ext>
            </a:extLst>
          </p:cNvPr>
          <p:cNvSpPr>
            <a:spLocks xmlns:a="http://schemas.openxmlformats.org/drawingml/2006/main" noGrp="1"/>
          </p:cNvSpPr>
          <p:nvPr/>
        </p:nvSpPr>
        <p:spPr>
          <a:xfrm xmlns:a="http://schemas.openxmlformats.org/drawingml/2006/main">
            <a:off x="0" y="4457700"/>
            <a:ext cx="12192000" cy="2400300"/>
          </a:xfrm>
          <a:prstGeom xmlns:a="http://schemas.openxmlformats.org/drawingml/2006/main" prst="rect">
            <a:avLst/>
          </a:prstGeom>
          <a:ln xmlns:a="http://schemas.openxmlformats.org/drawingml/2006/main" w="0">
            <a:noFill/>
          </a:ln>
        </p:spPr>
      </p:sp>
      <p:sp>
        <p:nvSpPr>
          <p:cNvPr id="4" name="Rectángulo 3">
            <a:extLst xmlns:a="http://schemas.openxmlformats.org/drawingml/2006/main">
              <a:ext uri="{FF2B5EF4-FFF2-40B4-BE49-F238E27FC236}">
                <a16:creationId xmlns:a16="http://schemas.microsoft.com/office/drawing/2014/main" id="{B76D6CD6-C65C-4094-B79C-E893F1944BC9}"/>
              </a:ext>
            </a:extLst>
          </p:cNvPr>
          <p:cNvSpPr>
            <a:spLocks xmlns:a="http://schemas.openxmlformats.org/drawingml/2006/main" noGrp="1"/>
          </p:cNvSpPr>
          <p:nvPr/>
        </p:nvSpPr>
        <p:spPr>
          <a:xfrm xmlns:a="http://schemas.openxmlformats.org/drawingml/2006/main">
            <a:off x="514350" y="2286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400" b="1">
                <a:solidFill>
                  <a:srgbClr val="FFFFFF"/>
                </a:solidFill>
              </a:defRPr>
            </a:pPr>
            <a:r>
              <a:rPr sz="2400" b="1">
                <a:solidFill>
                  <a:srgbClr val="FFFFFF"/>
                </a:solidFill>
              </a:rPr>
              <a:t>TE HACES PAN</a:t>
            </a:r>
          </a:p>
        </p:txBody>
      </p:sp>
      <p:sp>
        <p:nvSpPr>
          <p:cNvPr id="5" name="Rectángulo 4">
            <a:extLst xmlns:a="http://schemas.openxmlformats.org/drawingml/2006/main">
              <a:ext uri="{FF2B5EF4-FFF2-40B4-BE49-F238E27FC236}">
                <a16:creationId xmlns:a16="http://schemas.microsoft.com/office/drawing/2014/main" id="{5912B2F9-7ECB-4D03-9D83-96A67B67EAEA}"/>
              </a:ext>
            </a:extLst>
          </p:cNvPr>
          <p:cNvSpPr>
            <a:spLocks xmlns:a="http://schemas.openxmlformats.org/drawingml/2006/main" noGrp="1"/>
          </p:cNvSpPr>
          <p:nvPr/>
        </p:nvSpPr>
        <p:spPr>
          <a:xfrm xmlns:a="http://schemas.openxmlformats.org/drawingml/2006/main">
            <a:off x="533400" y="666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0">
                <a:solidFill>
                  <a:srgbClr val="F5E7C3"/>
                </a:solidFill>
              </a:defRPr>
            </a:pPr>
            <a:r>
              <a:rPr sz="1275">
                <a:solidFill>
                  <a:srgbClr val="F5E7C3"/>
                </a:solidFill>
              </a:rPr>
              <a:t>Recibir la vida de Jesús para compartirla</a:t>
            </a:r>
          </a:p>
        </p:txBody>
      </p:sp>
      <p:sp>
        <p:nvSpPr>
          <p:cNvPr id="6" name="Rectángulo: esquinas redondeadas 5">
            <a:extLst xmlns:a="http://schemas.openxmlformats.org/drawingml/2006/main">
              <a:ext uri="{FF2B5EF4-FFF2-40B4-BE49-F238E27FC236}">
                <a16:creationId xmlns:a16="http://schemas.microsoft.com/office/drawing/2014/main" id="{6BA613D3-A121-4C21-8A6A-26CE265C21D6}"/>
              </a:ext>
            </a:extLst>
          </p:cNvPr>
          <p:cNvSpPr>
            <a:spLocks xmlns:a="http://schemas.openxmlformats.org/drawingml/2006/main" noGrp="1"/>
          </p:cNvSpPr>
          <p:nvPr/>
        </p:nvSpPr>
        <p:spPr>
          <a:xfrm xmlns:a="http://schemas.openxmlformats.org/drawingml/2006/main">
            <a:off x="3943350" y="1381125"/>
            <a:ext cx="4305300" cy="1581150"/>
          </a:xfrm>
          <a:prstGeom xmlns:a="http://schemas.openxmlformats.org/drawingml/2006/main" prst="roundRect">
            <a:avLst>
              <a:gd name="adj" fmla="val 7229"/>
            </a:avLst>
          </a:prstGeom>
          <a:ln xmlns:a="http://schemas.openxmlformats.org/drawingml/2006/main" w="9525">
            <a:solidFill>
              <a:srgbClr val="C7B379"/>
            </a:solidFill>
            <a:prstDash val="solid"/>
          </a:ln>
        </p:spPr>
      </p:sp>
      <p:sp>
        <p:nvSpPr>
          <p:cNvPr id="7" name="Rectángulo 6">
            <a:extLst xmlns:a="http://schemas.openxmlformats.org/drawingml/2006/main">
              <a:ext uri="{FF2B5EF4-FFF2-40B4-BE49-F238E27FC236}">
                <a16:creationId xmlns:a16="http://schemas.microsoft.com/office/drawing/2014/main" id="{D33900F7-2BFB-4C08-9991-E4DBC79CDB0C}"/>
              </a:ext>
            </a:extLst>
          </p:cNvPr>
          <p:cNvSpPr>
            <a:spLocks xmlns:a="http://schemas.openxmlformats.org/drawingml/2006/main" noGrp="1"/>
          </p:cNvSpPr>
          <p:nvPr/>
        </p:nvSpPr>
        <p:spPr>
          <a:xfrm xmlns:a="http://schemas.openxmlformats.org/drawingml/2006/main">
            <a:off x="4514850" y="1552575"/>
            <a:ext cx="3162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a:ln w="0"/>
                <a:solidFill>
                  <a:srgbClr val="F5E7C3"/>
                </a:solidFill>
                <a:effectLst>
                  <a:outerShdw blurRad="38100" dist="19050" dir="2700000" algn="tl" rotWithShape="0">
                    <a:schemeClr val="dk1">
                      <a:alpha val="40000"/>
                    </a:schemeClr>
                  </a:outerShdw>
                </a:effectLst>
              </a:rPr>
              <a:t>RECIBIR EL PAN</a:t>
            </a:r>
          </a:p>
          <a:p xmlns:a="http://schemas.openxmlformats.org/drawingml/2006/main">
            <a:pPr algn="ctr">
              <a:buNone/>
              <a:defRPr sz="1875" b="1">
                <a:solidFill>
                  <a:srgbClr val="FFFFFF"/>
                </a:solidFill>
              </a:defRPr>
            </a:pPr>
            <a:r>
              <a:rPr sz="1875">
                <a:ln w="0"/>
                <a:solidFill>
                  <a:srgbClr val="F5E7C3"/>
                </a:solidFill>
                <a:effectLst>
                  <a:outerShdw blurRad="38100" dist="19050" dir="2700000" algn="tl" rotWithShape="0">
                    <a:schemeClr val="dk1">
                      <a:alpha val="40000"/>
                    </a:schemeClr>
                  </a:outerShdw>
                </a:effectLst>
              </a:rPr>
              <a:t>NOS HACE CUERPO</a:t>
            </a:r>
          </a:p>
        </p:txBody>
      </p:sp>
      <p:sp>
        <p:nvSpPr>
          <p:cNvPr id="8" name="Rectángulo 7">
            <a:extLst xmlns:a="http://schemas.openxmlformats.org/drawingml/2006/main">
              <a:ext uri="{FF2B5EF4-FFF2-40B4-BE49-F238E27FC236}">
                <a16:creationId xmlns:a16="http://schemas.microsoft.com/office/drawing/2014/main" id="{8F9A3AF1-988D-4987-A2AF-F5D5DBBF33B9}"/>
              </a:ext>
            </a:extLst>
          </p:cNvPr>
          <p:cNvSpPr>
            <a:spLocks xmlns:a="http://schemas.openxmlformats.org/drawingml/2006/main" noGrp="1"/>
          </p:cNvSpPr>
          <p:nvPr/>
        </p:nvSpPr>
        <p:spPr>
          <a:xfrm xmlns:a="http://schemas.openxmlformats.org/drawingml/2006/main">
            <a:off x="4305300" y="2200275"/>
            <a:ext cx="3848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solidFill>
                  <a:srgbClr val="FFFFFF"/>
                </a:solidFill>
              </a:defRPr>
            </a:pPr>
            <a:r>
              <a:rPr sz="1200">
                <a:ln w="0"/>
                <a:solidFill>
                  <a:srgbClr val="FFFFFF"/>
                </a:solidFill>
                <a:effectLst>
                  <a:outerShdw blurRad="38100" dist="19050" dir="2700000" algn="tl" rotWithShape="0">
                    <a:schemeClr val="dk1">
                      <a:alpha val="40000"/>
                    </a:schemeClr>
                  </a:outerShdw>
                </a:effectLst>
              </a:rPr>
              <a:t>La comunión no termina en la mesa;</a:t>
            </a:r>
          </a:p>
          <a:p xmlns:a="http://schemas.openxmlformats.org/drawingml/2006/main">
            <a:pPr>
              <a:buNone/>
              <a:defRPr sz="1200" b="0">
                <a:solidFill>
                  <a:srgbClr val="FFFFFF"/>
                </a:solidFill>
              </a:defRPr>
            </a:pPr>
            <a:r>
              <a:rPr sz="1200">
                <a:ln w="0"/>
                <a:solidFill>
                  <a:srgbClr val="FFFFFF"/>
                </a:solidFill>
                <a:effectLst>
                  <a:outerShdw blurRad="38100" dist="19050" dir="2700000" algn="tl" rotWithShape="0">
                    <a:schemeClr val="dk1">
                      <a:alpha val="40000"/>
                    </a:schemeClr>
                  </a:outerShdw>
                </a:effectLst>
              </a:rPr>
              <a:t>se convierte en cuidado concreto.</a:t>
            </a:r>
          </a:p>
        </p:txBody>
      </p:sp>
      <p:sp>
        <p:nvSpPr>
          <p:cNvPr id="9" name="Conector recto 8">
            <a:extLst xmlns:a="http://schemas.openxmlformats.org/drawingml/2006/main">
              <a:ext uri="{FF2B5EF4-FFF2-40B4-BE49-F238E27FC236}">
                <a16:creationId xmlns:a16="http://schemas.microsoft.com/office/drawing/2014/main" id="{766AD396-925D-4C92-B794-935B24E5E35D}"/>
              </a:ext>
            </a:extLst>
          </p:cNvPr>
          <p:cNvSpPr>
            <a:spLocks xmlns:a="http://schemas.openxmlformats.org/drawingml/2006/main" noGrp="1"/>
          </p:cNvSpPr>
          <p:nvPr/>
        </p:nvSpPr>
        <p:spPr>
          <a:xfrm xmlns:a="http://schemas.openxmlformats.org/drawingml/2006/main" flipV="1">
            <a:off x="676275" y="4600575"/>
            <a:ext cx="10753725" cy="47625"/>
          </a:xfrm>
          <a:prstGeom xmlns:a="http://schemas.openxmlformats.org/drawingml/2006/main" prst="line">
            <a:avLst/>
          </a:prstGeom>
          <a:noFill xmlns:a="http://schemas.openxmlformats.org/drawingml/2006/main"/>
          <a:ln xmlns:a="http://schemas.openxmlformats.org/drawingml/2006/main" w="19050">
            <a:solidFill>
              <a:srgbClr val="CDA64F"/>
            </a:solidFill>
            <a:prstDash val="solid"/>
          </a:ln>
        </p:spPr>
      </p:sp>
      <p:sp>
        <p:nvSpPr>
          <p:cNvPr id="10" name="Elipse 9">
            <a:extLst xmlns:a="http://schemas.openxmlformats.org/drawingml/2006/main">
              <a:ext uri="{FF2B5EF4-FFF2-40B4-BE49-F238E27FC236}">
                <a16:creationId xmlns:a16="http://schemas.microsoft.com/office/drawing/2014/main" id="{125F3B06-0623-45FC-A98E-F08D0AB8A03C}"/>
              </a:ext>
            </a:extLst>
          </p:cNvPr>
          <p:cNvSpPr>
            <a:spLocks xmlns:a="http://schemas.openxmlformats.org/drawingml/2006/main" noGrp="1"/>
          </p:cNvSpPr>
          <p:nvPr/>
        </p:nvSpPr>
        <p:spPr>
          <a:xfrm xmlns:a="http://schemas.openxmlformats.org/drawingml/2006/main">
            <a:off x="4381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1" name="Rectángulo 10">
            <a:extLst xmlns:a="http://schemas.openxmlformats.org/drawingml/2006/main">
              <a:ext uri="{FF2B5EF4-FFF2-40B4-BE49-F238E27FC236}">
                <a16:creationId xmlns:a16="http://schemas.microsoft.com/office/drawing/2014/main" id="{665761AE-B378-4760-9A4B-681322582544}"/>
              </a:ext>
            </a:extLst>
          </p:cNvPr>
          <p:cNvSpPr>
            <a:spLocks xmlns:a="http://schemas.openxmlformats.org/drawingml/2006/main" noGrp="1"/>
          </p:cNvSpPr>
          <p:nvPr/>
        </p:nvSpPr>
        <p:spPr>
          <a:xfrm xmlns:a="http://schemas.openxmlformats.org/drawingml/2006/main">
            <a:off x="4381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1</a:t>
            </a:r>
          </a:p>
        </p:txBody>
      </p:sp>
      <p:sp>
        <p:nvSpPr>
          <p:cNvPr id="12" name="Rectángulo 11">
            <a:extLst xmlns:a="http://schemas.openxmlformats.org/drawingml/2006/main">
              <a:ext uri="{FF2B5EF4-FFF2-40B4-BE49-F238E27FC236}">
                <a16:creationId xmlns:a16="http://schemas.microsoft.com/office/drawing/2014/main" id="{12613CD1-C39B-4AAF-BBCE-27BE81326D1D}"/>
              </a:ext>
            </a:extLst>
          </p:cNvPr>
          <p:cNvSpPr>
            <a:spLocks xmlns:a="http://schemas.openxmlformats.org/drawingml/2006/main" noGrp="1"/>
          </p:cNvSpPr>
          <p:nvPr/>
        </p:nvSpPr>
        <p:spPr>
          <a:xfrm xmlns:a="http://schemas.openxmlformats.org/drawingml/2006/main">
            <a:off x="4286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HAMBRE</a:t>
            </a:r>
          </a:p>
        </p:txBody>
      </p:sp>
      <p:sp>
        <p:nvSpPr>
          <p:cNvPr id="13" name="Rectángulo 12">
            <a:extLst xmlns:a="http://schemas.openxmlformats.org/drawingml/2006/main">
              <a:ext uri="{FF2B5EF4-FFF2-40B4-BE49-F238E27FC236}">
                <a16:creationId xmlns:a16="http://schemas.microsoft.com/office/drawing/2014/main" id="{73132C27-ABFD-4365-B43B-986B5714A5FA}"/>
              </a:ext>
            </a:extLst>
          </p:cNvPr>
          <p:cNvSpPr>
            <a:spLocks xmlns:a="http://schemas.openxmlformats.org/drawingml/2006/main" noGrp="1"/>
          </p:cNvSpPr>
          <p:nvPr/>
        </p:nvSpPr>
        <p:spPr>
          <a:xfrm xmlns:a="http://schemas.openxmlformats.org/drawingml/2006/main">
            <a:off x="4286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Nombrar el hambre propia</a:t>
            </a:r>
          </a:p>
          <a:p xmlns:a="http://schemas.openxmlformats.org/drawingml/2006/main">
            <a:pPr>
              <a:buNone/>
              <a:defRPr sz="1125" b="1">
                <a:solidFill>
                  <a:srgbClr val="FFFFFF"/>
                </a:solidFill>
              </a:defRPr>
            </a:pPr>
            <a:r>
              <a:rPr sz="1125" b="1">
                <a:solidFill>
                  <a:srgbClr val="FFFFFF"/>
                </a:solidFill>
              </a:rPr>
              <a:t>abre espacio para recibir.</a:t>
            </a:r>
          </a:p>
        </p:txBody>
      </p:sp>
      <p:sp>
        <p:nvSpPr>
          <p:cNvPr id="14" name="Conector recto 13">
            <a:extLst xmlns:a="http://schemas.openxmlformats.org/drawingml/2006/main">
              <a:ext uri="{FF2B5EF4-FFF2-40B4-BE49-F238E27FC236}">
                <a16:creationId xmlns:a16="http://schemas.microsoft.com/office/drawing/2014/main" id="{743C9350-C4A1-4490-AD9D-DD5C3BAC772D}"/>
              </a:ext>
            </a:extLst>
          </p:cNvPr>
          <p:cNvSpPr>
            <a:spLocks xmlns:a="http://schemas.openxmlformats.org/drawingml/2006/main" noGrp="1"/>
          </p:cNvSpPr>
          <p:nvPr/>
        </p:nvSpPr>
        <p:spPr>
          <a:xfrm xmlns:a="http://schemas.openxmlformats.org/drawingml/2006/main">
            <a:off x="4286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15" name="Rectángulo 14">
            <a:extLst xmlns:a="http://schemas.openxmlformats.org/drawingml/2006/main">
              <a:ext uri="{FF2B5EF4-FFF2-40B4-BE49-F238E27FC236}">
                <a16:creationId xmlns:a16="http://schemas.microsoft.com/office/drawing/2014/main" id="{1D8BD664-2AAB-48D3-BBB2-62EFB4D7A226}"/>
              </a:ext>
            </a:extLst>
          </p:cNvPr>
          <p:cNvSpPr>
            <a:spLocks xmlns:a="http://schemas.openxmlformats.org/drawingml/2006/main" noGrp="1"/>
          </p:cNvSpPr>
          <p:nvPr/>
        </p:nvSpPr>
        <p:spPr>
          <a:xfrm xmlns:a="http://schemas.openxmlformats.org/drawingml/2006/main">
            <a:off x="4286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No hace falta esconderla</a:t>
            </a:r>
          </a:p>
          <a:p xmlns:a="http://schemas.openxmlformats.org/drawingml/2006/main">
            <a:pPr>
              <a:buNone/>
              <a:defRPr sz="1050" b="0">
                <a:solidFill>
                  <a:srgbClr val="DCE3E3"/>
                </a:solidFill>
              </a:defRPr>
            </a:pPr>
            <a:r>
              <a:rPr sz="1050" b="0">
                <a:solidFill>
                  <a:srgbClr val="DCE3E3"/>
                </a:solidFill>
              </a:rPr>
              <a:t>ni resolverla en soledad.</a:t>
            </a:r>
          </a:p>
        </p:txBody>
      </p:sp>
      <p:sp>
        <p:nvSpPr>
          <p:cNvPr id="16" name="Elipse 15">
            <a:extLst xmlns:a="http://schemas.openxmlformats.org/drawingml/2006/main">
              <a:ext uri="{FF2B5EF4-FFF2-40B4-BE49-F238E27FC236}">
                <a16:creationId xmlns:a16="http://schemas.microsoft.com/office/drawing/2014/main" id="{B66FFF91-9CA2-4037-A956-A2DE54CB47C7}"/>
              </a:ext>
            </a:extLst>
          </p:cNvPr>
          <p:cNvSpPr>
            <a:spLocks xmlns:a="http://schemas.openxmlformats.org/drawingml/2006/main" noGrp="1"/>
          </p:cNvSpPr>
          <p:nvPr/>
        </p:nvSpPr>
        <p:spPr>
          <a:xfrm xmlns:a="http://schemas.openxmlformats.org/drawingml/2006/main">
            <a:off x="273367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7" name="Rectángulo 16">
            <a:extLst xmlns:a="http://schemas.openxmlformats.org/drawingml/2006/main">
              <a:ext uri="{FF2B5EF4-FFF2-40B4-BE49-F238E27FC236}">
                <a16:creationId xmlns:a16="http://schemas.microsoft.com/office/drawing/2014/main" id="{3DE679FA-D2A8-430A-B3B4-C3932A72B274}"/>
              </a:ext>
            </a:extLst>
          </p:cNvPr>
          <p:cNvSpPr>
            <a:spLocks xmlns:a="http://schemas.openxmlformats.org/drawingml/2006/main" noGrp="1"/>
          </p:cNvSpPr>
          <p:nvPr/>
        </p:nvSpPr>
        <p:spPr>
          <a:xfrm xmlns:a="http://schemas.openxmlformats.org/drawingml/2006/main">
            <a:off x="273367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2</a:t>
            </a:r>
          </a:p>
        </p:txBody>
      </p:sp>
      <p:sp>
        <p:nvSpPr>
          <p:cNvPr id="18" name="Rectángulo 17">
            <a:extLst xmlns:a="http://schemas.openxmlformats.org/drawingml/2006/main">
              <a:ext uri="{FF2B5EF4-FFF2-40B4-BE49-F238E27FC236}">
                <a16:creationId xmlns:a16="http://schemas.microsoft.com/office/drawing/2014/main" id="{C6E15EEF-3684-4338-8BA0-DF2F682EFD08}"/>
              </a:ext>
            </a:extLst>
          </p:cNvPr>
          <p:cNvSpPr>
            <a:spLocks xmlns:a="http://schemas.openxmlformats.org/drawingml/2006/main" noGrp="1"/>
          </p:cNvSpPr>
          <p:nvPr/>
        </p:nvSpPr>
        <p:spPr>
          <a:xfrm xmlns:a="http://schemas.openxmlformats.org/drawingml/2006/main">
            <a:off x="272415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RECIBIR</a:t>
            </a:r>
          </a:p>
        </p:txBody>
      </p:sp>
      <p:sp>
        <p:nvSpPr>
          <p:cNvPr id="19" name="Rectángulo 18">
            <a:extLst xmlns:a="http://schemas.openxmlformats.org/drawingml/2006/main">
              <a:ext uri="{FF2B5EF4-FFF2-40B4-BE49-F238E27FC236}">
                <a16:creationId xmlns:a16="http://schemas.microsoft.com/office/drawing/2014/main" id="{C5A39A7D-9CD1-42F2-A7DB-5F0014AC231C}"/>
              </a:ext>
            </a:extLst>
          </p:cNvPr>
          <p:cNvSpPr>
            <a:spLocks xmlns:a="http://schemas.openxmlformats.org/drawingml/2006/main" noGrp="1"/>
          </p:cNvSpPr>
          <p:nvPr/>
        </p:nvSpPr>
        <p:spPr>
          <a:xfrm xmlns:a="http://schemas.openxmlformats.org/drawingml/2006/main">
            <a:off x="272415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Jesús se entrega</a:t>
            </a:r>
          </a:p>
          <a:p xmlns:a="http://schemas.openxmlformats.org/drawingml/2006/main">
            <a:pPr>
              <a:buNone/>
              <a:defRPr sz="1125" b="1">
                <a:solidFill>
                  <a:srgbClr val="FFFFFF"/>
                </a:solidFill>
              </a:defRPr>
            </a:pPr>
            <a:r>
              <a:rPr sz="1125" b="1">
                <a:solidFill>
                  <a:srgbClr val="FFFFFF"/>
                </a:solidFill>
              </a:rPr>
              <a:t>como don y alimento.</a:t>
            </a:r>
          </a:p>
        </p:txBody>
      </p:sp>
      <p:sp>
        <p:nvSpPr>
          <p:cNvPr id="20" name="Conector recto 19">
            <a:extLst xmlns:a="http://schemas.openxmlformats.org/drawingml/2006/main">
              <a:ext uri="{FF2B5EF4-FFF2-40B4-BE49-F238E27FC236}">
                <a16:creationId xmlns:a16="http://schemas.microsoft.com/office/drawing/2014/main" id="{C915E308-4F55-4006-BE35-D83ACB192400}"/>
              </a:ext>
            </a:extLst>
          </p:cNvPr>
          <p:cNvSpPr>
            <a:spLocks xmlns:a="http://schemas.openxmlformats.org/drawingml/2006/main" noGrp="1"/>
          </p:cNvSpPr>
          <p:nvPr/>
        </p:nvSpPr>
        <p:spPr>
          <a:xfrm xmlns:a="http://schemas.openxmlformats.org/drawingml/2006/main">
            <a:off x="272415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1" name="Rectángulo 20">
            <a:extLst xmlns:a="http://schemas.openxmlformats.org/drawingml/2006/main">
              <a:ext uri="{FF2B5EF4-FFF2-40B4-BE49-F238E27FC236}">
                <a16:creationId xmlns:a16="http://schemas.microsoft.com/office/drawing/2014/main" id="{CEE927DE-097C-47A0-8B22-8024ECD0F3DD}"/>
              </a:ext>
            </a:extLst>
          </p:cNvPr>
          <p:cNvSpPr>
            <a:spLocks xmlns:a="http://schemas.openxmlformats.org/drawingml/2006/main" noGrp="1"/>
          </p:cNvSpPr>
          <p:nvPr/>
        </p:nvSpPr>
        <p:spPr>
          <a:xfrm xmlns:a="http://schemas.openxmlformats.org/drawingml/2006/main">
            <a:off x="272415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Comulgar no es premio</a:t>
            </a:r>
          </a:p>
          <a:p xmlns:a="http://schemas.openxmlformats.org/drawingml/2006/main">
            <a:pPr>
              <a:buNone/>
              <a:defRPr sz="1050" b="0">
                <a:solidFill>
                  <a:srgbClr val="DCE3E3"/>
                </a:solidFill>
              </a:defRPr>
            </a:pPr>
            <a:r>
              <a:rPr sz="1050" b="0">
                <a:solidFill>
                  <a:srgbClr val="DCE3E3"/>
                </a:solidFill>
              </a:rPr>
              <a:t>ni autosuficiencia.</a:t>
            </a:r>
          </a:p>
        </p:txBody>
      </p:sp>
      <p:sp>
        <p:nvSpPr>
          <p:cNvPr id="22" name="Elipse 21">
            <a:extLst xmlns:a="http://schemas.openxmlformats.org/drawingml/2006/main">
              <a:ext uri="{FF2B5EF4-FFF2-40B4-BE49-F238E27FC236}">
                <a16:creationId xmlns:a16="http://schemas.microsoft.com/office/drawing/2014/main" id="{26BBFF55-7514-457A-AE5C-C740E04E88B6}"/>
              </a:ext>
            </a:extLst>
          </p:cNvPr>
          <p:cNvSpPr>
            <a:spLocks xmlns:a="http://schemas.openxmlformats.org/drawingml/2006/main" noGrp="1"/>
          </p:cNvSpPr>
          <p:nvPr/>
        </p:nvSpPr>
        <p:spPr>
          <a:xfrm xmlns:a="http://schemas.openxmlformats.org/drawingml/2006/main">
            <a:off x="502920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3" name="Rectángulo 22">
            <a:extLst xmlns:a="http://schemas.openxmlformats.org/drawingml/2006/main">
              <a:ext uri="{FF2B5EF4-FFF2-40B4-BE49-F238E27FC236}">
                <a16:creationId xmlns:a16="http://schemas.microsoft.com/office/drawing/2014/main" id="{B5775468-8B8E-4ABF-B92E-67DADC5F8167}"/>
              </a:ext>
            </a:extLst>
          </p:cNvPr>
          <p:cNvSpPr>
            <a:spLocks xmlns:a="http://schemas.openxmlformats.org/drawingml/2006/main" noGrp="1"/>
          </p:cNvSpPr>
          <p:nvPr/>
        </p:nvSpPr>
        <p:spPr>
          <a:xfrm xmlns:a="http://schemas.openxmlformats.org/drawingml/2006/main">
            <a:off x="502920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3</a:t>
            </a:r>
          </a:p>
        </p:txBody>
      </p:sp>
      <p:sp>
        <p:nvSpPr>
          <p:cNvPr id="24" name="Rectángulo 23">
            <a:extLst xmlns:a="http://schemas.openxmlformats.org/drawingml/2006/main">
              <a:ext uri="{FF2B5EF4-FFF2-40B4-BE49-F238E27FC236}">
                <a16:creationId xmlns:a16="http://schemas.microsoft.com/office/drawing/2014/main" id="{D935F955-A505-483F-A10A-C7C65AD1F56D}"/>
              </a:ext>
            </a:extLst>
          </p:cNvPr>
          <p:cNvSpPr>
            <a:spLocks xmlns:a="http://schemas.openxmlformats.org/drawingml/2006/main" noGrp="1"/>
          </p:cNvSpPr>
          <p:nvPr/>
        </p:nvSpPr>
        <p:spPr>
          <a:xfrm xmlns:a="http://schemas.openxmlformats.org/drawingml/2006/main">
            <a:off x="501967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PERMANECER</a:t>
            </a:r>
          </a:p>
        </p:txBody>
      </p:sp>
      <p:sp>
        <p:nvSpPr>
          <p:cNvPr id="25" name="Rectángulo 24">
            <a:extLst xmlns:a="http://schemas.openxmlformats.org/drawingml/2006/main">
              <a:ext uri="{FF2B5EF4-FFF2-40B4-BE49-F238E27FC236}">
                <a16:creationId xmlns:a16="http://schemas.microsoft.com/office/drawing/2014/main" id="{B35129EB-3FA7-4669-BF9F-26DE8F4BD2F2}"/>
              </a:ext>
            </a:extLst>
          </p:cNvPr>
          <p:cNvSpPr>
            <a:spLocks xmlns:a="http://schemas.openxmlformats.org/drawingml/2006/main" noGrp="1"/>
          </p:cNvSpPr>
          <p:nvPr/>
        </p:nvSpPr>
        <p:spPr>
          <a:xfrm xmlns:a="http://schemas.openxmlformats.org/drawingml/2006/main">
            <a:off x="501967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«Permanece en mí»:</a:t>
            </a:r>
          </a:p>
          <a:p xmlns:a="http://schemas.openxmlformats.org/drawingml/2006/main">
            <a:pPr>
              <a:buNone/>
              <a:defRPr sz="1125" b="1">
                <a:solidFill>
                  <a:srgbClr val="FFFFFF"/>
                </a:solidFill>
              </a:defRPr>
            </a:pPr>
            <a:r>
              <a:rPr sz="1125" b="1">
                <a:solidFill>
                  <a:srgbClr val="FFFFFF"/>
                </a:solidFill>
              </a:rPr>
              <a:t>la mesa inaugura relación.</a:t>
            </a:r>
          </a:p>
        </p:txBody>
      </p:sp>
      <p:sp>
        <p:nvSpPr>
          <p:cNvPr id="26" name="Conector recto 25">
            <a:extLst xmlns:a="http://schemas.openxmlformats.org/drawingml/2006/main">
              <a:ext uri="{FF2B5EF4-FFF2-40B4-BE49-F238E27FC236}">
                <a16:creationId xmlns:a16="http://schemas.microsoft.com/office/drawing/2014/main" id="{7679B2FF-34E5-4D19-851E-EC869FF001DC}"/>
              </a:ext>
            </a:extLst>
          </p:cNvPr>
          <p:cNvSpPr>
            <a:spLocks xmlns:a="http://schemas.openxmlformats.org/drawingml/2006/main" noGrp="1"/>
          </p:cNvSpPr>
          <p:nvPr/>
        </p:nvSpPr>
        <p:spPr>
          <a:xfrm xmlns:a="http://schemas.openxmlformats.org/drawingml/2006/main">
            <a:off x="501967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7" name="Rectángulo 26">
            <a:extLst xmlns:a="http://schemas.openxmlformats.org/drawingml/2006/main">
              <a:ext uri="{FF2B5EF4-FFF2-40B4-BE49-F238E27FC236}">
                <a16:creationId xmlns:a16="http://schemas.microsoft.com/office/drawing/2014/main" id="{42D02D78-9FF2-44F5-B00A-5FE232E32BC7}"/>
              </a:ext>
            </a:extLst>
          </p:cNvPr>
          <p:cNvSpPr>
            <a:spLocks xmlns:a="http://schemas.openxmlformats.org/drawingml/2006/main" noGrp="1"/>
          </p:cNvSpPr>
          <p:nvPr/>
        </p:nvSpPr>
        <p:spPr>
          <a:xfrm xmlns:a="http://schemas.openxmlformats.org/drawingml/2006/main">
            <a:off x="501967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Su presencia sostiene</a:t>
            </a:r>
          </a:p>
          <a:p xmlns:a="http://schemas.openxmlformats.org/drawingml/2006/main">
            <a:pPr>
              <a:buNone/>
              <a:defRPr sz="1050" b="0">
                <a:solidFill>
                  <a:srgbClr val="DCE3E3"/>
                </a:solidFill>
              </a:defRPr>
            </a:pPr>
            <a:r>
              <a:rPr sz="1050" b="0">
                <a:solidFill>
                  <a:srgbClr val="DCE3E3"/>
                </a:solidFill>
              </a:rPr>
              <a:t>la vida de cada semana.</a:t>
            </a:r>
          </a:p>
        </p:txBody>
      </p:sp>
      <p:sp>
        <p:nvSpPr>
          <p:cNvPr id="28" name="Elipse 27">
            <a:extLst xmlns:a="http://schemas.openxmlformats.org/drawingml/2006/main">
              <a:ext uri="{FF2B5EF4-FFF2-40B4-BE49-F238E27FC236}">
                <a16:creationId xmlns:a16="http://schemas.microsoft.com/office/drawing/2014/main" id="{BE26EAC8-47A2-4607-BEFE-2460A2FFCF43}"/>
              </a:ext>
            </a:extLst>
          </p:cNvPr>
          <p:cNvSpPr>
            <a:spLocks xmlns:a="http://schemas.openxmlformats.org/drawingml/2006/main" noGrp="1"/>
          </p:cNvSpPr>
          <p:nvPr/>
        </p:nvSpPr>
        <p:spPr>
          <a:xfrm xmlns:a="http://schemas.openxmlformats.org/drawingml/2006/main">
            <a:off x="732472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9" name="Rectángulo 28">
            <a:extLst xmlns:a="http://schemas.openxmlformats.org/drawingml/2006/main">
              <a:ext uri="{FF2B5EF4-FFF2-40B4-BE49-F238E27FC236}">
                <a16:creationId xmlns:a16="http://schemas.microsoft.com/office/drawing/2014/main" id="{8B3C1128-2625-4751-800D-21D264F87A57}"/>
              </a:ext>
            </a:extLst>
          </p:cNvPr>
          <p:cNvSpPr>
            <a:spLocks xmlns:a="http://schemas.openxmlformats.org/drawingml/2006/main" noGrp="1"/>
          </p:cNvSpPr>
          <p:nvPr/>
        </p:nvSpPr>
        <p:spPr>
          <a:xfrm xmlns:a="http://schemas.openxmlformats.org/drawingml/2006/main">
            <a:off x="732472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4</a:t>
            </a:r>
          </a:p>
        </p:txBody>
      </p:sp>
      <p:sp>
        <p:nvSpPr>
          <p:cNvPr id="30" name="Rectángulo 29">
            <a:extLst xmlns:a="http://schemas.openxmlformats.org/drawingml/2006/main">
              <a:ext uri="{FF2B5EF4-FFF2-40B4-BE49-F238E27FC236}">
                <a16:creationId xmlns:a16="http://schemas.microsoft.com/office/drawing/2014/main" id="{02290257-ADD7-4E95-946B-FC1D86FB62AD}"/>
              </a:ext>
            </a:extLst>
          </p:cNvPr>
          <p:cNvSpPr>
            <a:spLocks xmlns:a="http://schemas.openxmlformats.org/drawingml/2006/main" noGrp="1"/>
          </p:cNvSpPr>
          <p:nvPr/>
        </p:nvSpPr>
        <p:spPr>
          <a:xfrm xmlns:a="http://schemas.openxmlformats.org/drawingml/2006/main">
            <a:off x="731520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HACER CUERPO</a:t>
            </a:r>
          </a:p>
        </p:txBody>
      </p:sp>
      <p:sp>
        <p:nvSpPr>
          <p:cNvPr id="31" name="Rectángulo 30">
            <a:extLst xmlns:a="http://schemas.openxmlformats.org/drawingml/2006/main">
              <a:ext uri="{FF2B5EF4-FFF2-40B4-BE49-F238E27FC236}">
                <a16:creationId xmlns:a16="http://schemas.microsoft.com/office/drawing/2014/main" id="{B00D536D-D621-4236-AF48-F610F2F9BBC5}"/>
              </a:ext>
            </a:extLst>
          </p:cNvPr>
          <p:cNvSpPr>
            <a:spLocks xmlns:a="http://schemas.openxmlformats.org/drawingml/2006/main" noGrp="1"/>
          </p:cNvSpPr>
          <p:nvPr/>
        </p:nvSpPr>
        <p:spPr>
          <a:xfrm xmlns:a="http://schemas.openxmlformats.org/drawingml/2006/main">
            <a:off x="731520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Un mismo pan reúne</a:t>
            </a:r>
          </a:p>
          <a:p xmlns:a="http://schemas.openxmlformats.org/drawingml/2006/main">
            <a:pPr>
              <a:buNone/>
              <a:defRPr sz="1125" b="1">
                <a:solidFill>
                  <a:srgbClr val="FFFFFF"/>
                </a:solidFill>
              </a:defRPr>
            </a:pPr>
            <a:r>
              <a:rPr sz="1125" b="1">
                <a:solidFill>
                  <a:srgbClr val="FFFFFF"/>
                </a:solidFill>
              </a:rPr>
              <a:t>a quienes son distintos.</a:t>
            </a:r>
          </a:p>
        </p:txBody>
      </p:sp>
      <p:sp>
        <p:nvSpPr>
          <p:cNvPr id="32" name="Conector recto 31">
            <a:extLst xmlns:a="http://schemas.openxmlformats.org/drawingml/2006/main">
              <a:ext uri="{FF2B5EF4-FFF2-40B4-BE49-F238E27FC236}">
                <a16:creationId xmlns:a16="http://schemas.microsoft.com/office/drawing/2014/main" id="{8C8B5876-7F3F-4B03-90C7-DD63DB089F0D}"/>
              </a:ext>
            </a:extLst>
          </p:cNvPr>
          <p:cNvSpPr>
            <a:spLocks xmlns:a="http://schemas.openxmlformats.org/drawingml/2006/main" noGrp="1"/>
          </p:cNvSpPr>
          <p:nvPr/>
        </p:nvSpPr>
        <p:spPr>
          <a:xfrm xmlns:a="http://schemas.openxmlformats.org/drawingml/2006/main">
            <a:off x="731520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3" name="Rectángulo 32">
            <a:extLst xmlns:a="http://schemas.openxmlformats.org/drawingml/2006/main">
              <a:ext uri="{FF2B5EF4-FFF2-40B4-BE49-F238E27FC236}">
                <a16:creationId xmlns:a16="http://schemas.microsoft.com/office/drawing/2014/main" id="{F935BB92-EC79-495F-BBBD-30B0F3EAC7D9}"/>
              </a:ext>
            </a:extLst>
          </p:cNvPr>
          <p:cNvSpPr>
            <a:spLocks xmlns:a="http://schemas.openxmlformats.org/drawingml/2006/main" noGrp="1"/>
          </p:cNvSpPr>
          <p:nvPr/>
        </p:nvSpPr>
        <p:spPr>
          <a:xfrm xmlns:a="http://schemas.openxmlformats.org/drawingml/2006/main">
            <a:off x="731520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La comunión rompe</a:t>
            </a:r>
          </a:p>
          <a:p xmlns:a="http://schemas.openxmlformats.org/drawingml/2006/main">
            <a:pPr>
              <a:buNone/>
              <a:defRPr sz="1050" b="0">
                <a:solidFill>
                  <a:srgbClr val="DCE3E3"/>
                </a:solidFill>
              </a:defRPr>
            </a:pPr>
            <a:r>
              <a:rPr sz="1050" b="0">
                <a:solidFill>
                  <a:srgbClr val="DCE3E3"/>
                </a:solidFill>
              </a:rPr>
              <a:t>el «cada cual por su cuenta».</a:t>
            </a:r>
          </a:p>
        </p:txBody>
      </p:sp>
      <p:sp>
        <p:nvSpPr>
          <p:cNvPr id="34" name="Elipse 33">
            <a:extLst xmlns:a="http://schemas.openxmlformats.org/drawingml/2006/main">
              <a:ext uri="{FF2B5EF4-FFF2-40B4-BE49-F238E27FC236}">
                <a16:creationId xmlns:a16="http://schemas.microsoft.com/office/drawing/2014/main" id="{2FF2A9B7-688D-4C1E-AE74-25F236D3F30C}"/>
              </a:ext>
            </a:extLst>
          </p:cNvPr>
          <p:cNvSpPr>
            <a:spLocks xmlns:a="http://schemas.openxmlformats.org/drawingml/2006/main" noGrp="1"/>
          </p:cNvSpPr>
          <p:nvPr/>
        </p:nvSpPr>
        <p:spPr>
          <a:xfrm xmlns:a="http://schemas.openxmlformats.org/drawingml/2006/main">
            <a:off x="96202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35" name="Rectángulo 34">
            <a:extLst xmlns:a="http://schemas.openxmlformats.org/drawingml/2006/main">
              <a:ext uri="{FF2B5EF4-FFF2-40B4-BE49-F238E27FC236}">
                <a16:creationId xmlns:a16="http://schemas.microsoft.com/office/drawing/2014/main" id="{731CFFEA-8755-4D80-99D5-85B69C56CDDD}"/>
              </a:ext>
            </a:extLst>
          </p:cNvPr>
          <p:cNvSpPr>
            <a:spLocks xmlns:a="http://schemas.openxmlformats.org/drawingml/2006/main" noGrp="1"/>
          </p:cNvSpPr>
          <p:nvPr/>
        </p:nvSpPr>
        <p:spPr>
          <a:xfrm xmlns:a="http://schemas.openxmlformats.org/drawingml/2006/main">
            <a:off x="96202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5</a:t>
            </a:r>
          </a:p>
        </p:txBody>
      </p:sp>
      <p:sp>
        <p:nvSpPr>
          <p:cNvPr id="36" name="Rectángulo 35">
            <a:extLst xmlns:a="http://schemas.openxmlformats.org/drawingml/2006/main">
              <a:ext uri="{FF2B5EF4-FFF2-40B4-BE49-F238E27FC236}">
                <a16:creationId xmlns:a16="http://schemas.microsoft.com/office/drawing/2014/main" id="{E4B35737-4FF5-4FFB-B35C-BF0791C43AD1}"/>
              </a:ext>
            </a:extLst>
          </p:cNvPr>
          <p:cNvSpPr>
            <a:spLocks xmlns:a="http://schemas.openxmlformats.org/drawingml/2006/main" noGrp="1"/>
          </p:cNvSpPr>
          <p:nvPr/>
        </p:nvSpPr>
        <p:spPr>
          <a:xfrm xmlns:a="http://schemas.openxmlformats.org/drawingml/2006/main">
            <a:off x="96107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COMPARTIR</a:t>
            </a:r>
          </a:p>
        </p:txBody>
      </p:sp>
      <p:sp>
        <p:nvSpPr>
          <p:cNvPr id="37" name="Rectángulo 36">
            <a:extLst xmlns:a="http://schemas.openxmlformats.org/drawingml/2006/main">
              <a:ext uri="{FF2B5EF4-FFF2-40B4-BE49-F238E27FC236}">
                <a16:creationId xmlns:a16="http://schemas.microsoft.com/office/drawing/2014/main" id="{D3C05DC6-EEF3-47D1-8D15-FD1B08633B3F}"/>
              </a:ext>
            </a:extLst>
          </p:cNvPr>
          <p:cNvSpPr>
            <a:spLocks xmlns:a="http://schemas.openxmlformats.org/drawingml/2006/main" noGrp="1"/>
          </p:cNvSpPr>
          <p:nvPr/>
        </p:nvSpPr>
        <p:spPr>
          <a:xfrm xmlns:a="http://schemas.openxmlformats.org/drawingml/2006/main">
            <a:off x="96107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La vida recibida</a:t>
            </a:r>
          </a:p>
          <a:p xmlns:a="http://schemas.openxmlformats.org/drawingml/2006/main">
            <a:pPr>
              <a:buNone/>
              <a:defRPr sz="1125" b="1">
                <a:solidFill>
                  <a:srgbClr val="FFFFFF"/>
                </a:solidFill>
              </a:defRPr>
            </a:pPr>
            <a:r>
              <a:rPr sz="1125" b="1">
                <a:solidFill>
                  <a:srgbClr val="FFFFFF"/>
                </a:solidFill>
              </a:rPr>
              <a:t>se vuelve cuidado concreto.</a:t>
            </a:r>
          </a:p>
        </p:txBody>
      </p:sp>
      <p:sp>
        <p:nvSpPr>
          <p:cNvPr id="38" name="Conector recto 37">
            <a:extLst xmlns:a="http://schemas.openxmlformats.org/drawingml/2006/main">
              <a:ext uri="{FF2B5EF4-FFF2-40B4-BE49-F238E27FC236}">
                <a16:creationId xmlns:a16="http://schemas.microsoft.com/office/drawing/2014/main" id="{3579FD05-578B-414A-A46E-83F30DAF291E}"/>
              </a:ext>
            </a:extLst>
          </p:cNvPr>
          <p:cNvSpPr>
            <a:spLocks xmlns:a="http://schemas.openxmlformats.org/drawingml/2006/main" noGrp="1"/>
          </p:cNvSpPr>
          <p:nvPr/>
        </p:nvSpPr>
        <p:spPr>
          <a:xfrm xmlns:a="http://schemas.openxmlformats.org/drawingml/2006/main">
            <a:off x="96107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9" name="Rectángulo 38">
            <a:extLst xmlns:a="http://schemas.openxmlformats.org/drawingml/2006/main">
              <a:ext uri="{FF2B5EF4-FFF2-40B4-BE49-F238E27FC236}">
                <a16:creationId xmlns:a16="http://schemas.microsoft.com/office/drawing/2014/main" id="{C276F3AF-1F6D-406C-A755-D267075D4397}"/>
              </a:ext>
            </a:extLst>
          </p:cNvPr>
          <p:cNvSpPr>
            <a:spLocks xmlns:a="http://schemas.openxmlformats.org/drawingml/2006/main" noGrp="1"/>
          </p:cNvSpPr>
          <p:nvPr/>
        </p:nvSpPr>
        <p:spPr>
          <a:xfrm xmlns:a="http://schemas.openxmlformats.org/drawingml/2006/main">
            <a:off x="96107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Presencia y servicio,</a:t>
            </a:r>
          </a:p>
          <a:p xmlns:a="http://schemas.openxmlformats.org/drawingml/2006/main">
            <a:pPr>
              <a:buNone/>
              <a:defRPr sz="1050" b="0">
                <a:solidFill>
                  <a:srgbClr val="DCE3E3"/>
                </a:solidFill>
              </a:defRPr>
            </a:pPr>
            <a:r>
              <a:rPr sz="1050" b="0">
                <a:solidFill>
                  <a:srgbClr val="DCE3E3"/>
                </a:solidFill>
              </a:rPr>
              <a:t>con autonomía y límites.</a:t>
            </a:r>
          </a:p>
        </p:txBody>
      </p:sp>
      <p:sp>
        <p:nvSpPr>
          <p:cNvPr id="40" name="Rectángulo 39">
            <a:extLst xmlns:a="http://schemas.openxmlformats.org/drawingml/2006/main">
              <a:ext uri="{FF2B5EF4-FFF2-40B4-BE49-F238E27FC236}">
                <a16:creationId xmlns:a16="http://schemas.microsoft.com/office/drawing/2014/main" id="{BBFA0AF3-1233-4EED-9907-CF97B9DDE100}"/>
              </a:ext>
            </a:extLst>
          </p:cNvPr>
          <p:cNvSpPr>
            <a:spLocks xmlns:a="http://schemas.openxmlformats.org/drawingml/2006/main" noGrp="1"/>
          </p:cNvSpPr>
          <p:nvPr/>
        </p:nvSpPr>
        <p:spPr>
          <a:xfrm xmlns:a="http://schemas.openxmlformats.org/drawingml/2006/main">
            <a:off x="7239000" y="4095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«Me haces pan para mis hermanos»</a:t>
            </a:r>
          </a:p>
        </p:txBody>
      </p:sp>
      <p:sp>
        <p:nvSpPr>
          <p:cNvPr id="41" name="Rectángulo 40">
            <a:extLst xmlns:a="http://schemas.openxmlformats.org/drawingml/2006/main">
              <a:ext uri="{FF2B5EF4-FFF2-40B4-BE49-F238E27FC236}">
                <a16:creationId xmlns:a16="http://schemas.microsoft.com/office/drawing/2014/main" id="{F331B9A7-E894-478D-B98F-65FC4F15579D}"/>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01</a:t>
            </a:r>
          </a:p>
        </p:txBody>
      </p:sp>
    </p:spTree>
    <p:extLst>
      <p:ext uri="{BB962C8B-B14F-4D97-AF65-F5344CB8AC3E}">
        <p14:creationId xmlns:p14="http://schemas.microsoft.com/office/powerpoint/2010/main" val="1115045511"/>
      </p:ext>
    </p:extLst>
  </p:cSld>
</p:sld>
</file>

<file path=ppt/slides/slide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40" name="Rectángulo 39">
            <a:extLst xmlns:a="http://schemas.openxmlformats.org/drawingml/2006/main">
              <a:ext uri="{FF2B5EF4-FFF2-40B4-BE49-F238E27FC236}">
                <a16:creationId xmlns:a16="http://schemas.microsoft.com/office/drawing/2014/main" id="{72F37E03-C2AE-4457-92CB-8FFA9A737EB8}"/>
              </a:ext>
            </a:extLst>
          </p:cNvPr>
          <p:cNvSpPr>
            <a:spLocks xmlns:a="http://schemas.openxmlformats.org/drawingml/2006/main" noGrp="1"/>
          </p:cNvSpPr>
          <p:nvPr/>
        </p:nvSpPr>
        <p:spPr>
          <a:xfrm xmlns:a="http://schemas.openxmlformats.org/drawingml/2006/main">
            <a:off x="514350" y="2667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07151F"/>
                </a:solidFill>
              </a:defRPr>
            </a:pPr>
            <a:r>
              <a:rPr sz="2250" b="1">
                <a:solidFill>
                  <a:srgbClr val="07151F"/>
                </a:solidFill>
              </a:rPr>
              <a:t>CUATRO RESONANCIAS BÍBLICAS</a:t>
            </a:r>
          </a:p>
        </p:txBody>
      </p:sp>
      <p:sp>
        <p:nvSpPr>
          <p:cNvPr id="2" name="Rectángulo 1">
            <a:extLst xmlns:a="http://schemas.openxmlformats.org/drawingml/2006/main">
              <a:ext uri="{FF2B5EF4-FFF2-40B4-BE49-F238E27FC236}">
                <a16:creationId xmlns:a16="http://schemas.microsoft.com/office/drawing/2014/main" id="{A32D06E0-C229-427F-A845-5B0388C551EF}"/>
              </a:ext>
            </a:extLst>
          </p:cNvPr>
          <p:cNvSpPr>
            <a:spLocks xmlns:a="http://schemas.openxmlformats.org/drawingml/2006/main" noGrp="1"/>
          </p:cNvSpPr>
          <p:nvPr/>
        </p:nvSpPr>
        <p:spPr>
          <a:xfrm xmlns:a="http://schemas.openxmlformats.org/drawingml/2006/main">
            <a:off x="533400" y="685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solidFill>
                  <a:srgbClr val="4D646B"/>
                </a:solidFill>
              </a:defRPr>
            </a:pPr>
            <a:r>
              <a:rPr sz="1200" b="0">
                <a:solidFill>
                  <a:srgbClr val="4D646B"/>
                </a:solidFill>
              </a:rPr>
              <a:t>La mesa recibida se vuelve comunión y cuidado</a:t>
            </a:r>
          </a:p>
        </p:txBody>
      </p:sp>
      <p:sp>
        <p:nvSpPr>
          <p:cNvPr id="3" name="Conector recto 2">
            <a:extLst xmlns:a="http://schemas.openxmlformats.org/drawingml/2006/main">
              <a:ext uri="{FF2B5EF4-FFF2-40B4-BE49-F238E27FC236}">
                <a16:creationId xmlns:a16="http://schemas.microsoft.com/office/drawing/2014/main" id="{011AFFC2-C892-49BF-B5B8-38CA089B6987}"/>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Rectángulo: esquinas redondeadas 3">
            <a:extLst xmlns:a="http://schemas.openxmlformats.org/drawingml/2006/main">
              <a:ext uri="{FF2B5EF4-FFF2-40B4-BE49-F238E27FC236}">
                <a16:creationId xmlns:a16="http://schemas.microsoft.com/office/drawing/2014/main" id="{ED4C0F0B-03BD-4136-B8C9-08B2D21A40B5}"/>
              </a:ext>
            </a:extLst>
          </p:cNvPr>
          <p:cNvSpPr>
            <a:spLocks xmlns:a="http://schemas.openxmlformats.org/drawingml/2006/main" noGrp="1"/>
          </p:cNvSpPr>
          <p:nvPr/>
        </p:nvSpPr>
        <p:spPr>
          <a:xfrm xmlns:a="http://schemas.openxmlformats.org/drawingml/2006/main">
            <a:off x="533400" y="1381125"/>
            <a:ext cx="2533650" cy="3905250"/>
          </a:xfrm>
          <a:prstGeom xmlns:a="http://schemas.openxmlformats.org/drawingml/2006/main" prst="roundRect">
            <a:avLst>
              <a:gd name="adj" fmla="val 4511"/>
            </a:avLst>
          </a:prstGeom>
          <a:solidFill xmlns:a="http://schemas.openxmlformats.org/drawingml/2006/main">
            <a:srgbClr val="0D2A38"/>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Rectángulo 4">
            <a:extLst xmlns:a="http://schemas.openxmlformats.org/drawingml/2006/main">
              <a:ext uri="{FF2B5EF4-FFF2-40B4-BE49-F238E27FC236}">
                <a16:creationId xmlns:a16="http://schemas.microsoft.com/office/drawing/2014/main" id="{4E9E5A45-0DB9-40E5-9BE5-787146AD3254}"/>
              </a:ext>
            </a:extLst>
          </p:cNvPr>
          <p:cNvSpPr>
            <a:spLocks xmlns:a="http://schemas.openxmlformats.org/drawingml/2006/main" noGrp="1"/>
          </p:cNvSpPr>
          <p:nvPr/>
        </p:nvSpPr>
        <p:spPr>
          <a:xfrm xmlns:a="http://schemas.openxmlformats.org/drawingml/2006/main">
            <a:off x="7239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01</a:t>
            </a:r>
          </a:p>
        </p:txBody>
      </p:sp>
      <p:sp>
        <p:nvSpPr>
          <p:cNvPr id="6" name="Rectángulo 5">
            <a:extLst xmlns:a="http://schemas.openxmlformats.org/drawingml/2006/main">
              <a:ext uri="{FF2B5EF4-FFF2-40B4-BE49-F238E27FC236}">
                <a16:creationId xmlns:a16="http://schemas.microsoft.com/office/drawing/2014/main" id="{E40C7DFE-33ED-454A-AB51-137E5FDD06E2}"/>
              </a:ext>
            </a:extLst>
          </p:cNvPr>
          <p:cNvSpPr>
            <a:spLocks xmlns:a="http://schemas.openxmlformats.org/drawingml/2006/main" noGrp="1"/>
          </p:cNvSpPr>
          <p:nvPr/>
        </p:nvSpPr>
        <p:spPr>
          <a:xfrm xmlns:a="http://schemas.openxmlformats.org/drawingml/2006/main">
            <a:off x="12192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Ex 16,18</a:t>
            </a:r>
          </a:p>
        </p:txBody>
      </p:sp>
      <p:sp>
        <p:nvSpPr>
          <p:cNvPr id="7" name="Conector recto 6">
            <a:extLst xmlns:a="http://schemas.openxmlformats.org/drawingml/2006/main">
              <a:ext uri="{FF2B5EF4-FFF2-40B4-BE49-F238E27FC236}">
                <a16:creationId xmlns:a16="http://schemas.microsoft.com/office/drawing/2014/main" id="{713B4E51-C338-4275-8ED9-A48BAEF756DB}"/>
              </a:ext>
            </a:extLst>
          </p:cNvPr>
          <p:cNvSpPr>
            <a:spLocks xmlns:a="http://schemas.openxmlformats.org/drawingml/2006/main" noGrp="1"/>
          </p:cNvSpPr>
          <p:nvPr/>
        </p:nvSpPr>
        <p:spPr>
          <a:xfrm xmlns:a="http://schemas.openxmlformats.org/drawingml/2006/main">
            <a:off x="7239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8" name="Rectángulo 7">
            <a:extLst xmlns:a="http://schemas.openxmlformats.org/drawingml/2006/main">
              <a:ext uri="{FF2B5EF4-FFF2-40B4-BE49-F238E27FC236}">
                <a16:creationId xmlns:a16="http://schemas.microsoft.com/office/drawing/2014/main" id="{80C421F1-9F2E-477F-BA2B-79164E95E194}"/>
              </a:ext>
            </a:extLst>
          </p:cNvPr>
          <p:cNvSpPr>
            <a:spLocks xmlns:a="http://schemas.openxmlformats.org/drawingml/2006/main" noGrp="1"/>
          </p:cNvSpPr>
          <p:nvPr/>
        </p:nvSpPr>
        <p:spPr>
          <a:xfrm xmlns:a="http://schemas.openxmlformats.org/drawingml/2006/main">
            <a:off x="7239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PAN PARA TODOS</a:t>
            </a:r>
          </a:p>
        </p:txBody>
      </p:sp>
      <p:sp>
        <p:nvSpPr>
          <p:cNvPr id="9" name="Rectángulo 8">
            <a:extLst xmlns:a="http://schemas.openxmlformats.org/drawingml/2006/main">
              <a:ext uri="{FF2B5EF4-FFF2-40B4-BE49-F238E27FC236}">
                <a16:creationId xmlns:a16="http://schemas.microsoft.com/office/drawing/2014/main" id="{1537AC9D-01DD-431D-A0B8-2736697D5147}"/>
              </a:ext>
            </a:extLst>
          </p:cNvPr>
          <p:cNvSpPr>
            <a:spLocks xmlns:a="http://schemas.openxmlformats.org/drawingml/2006/main" noGrp="1"/>
          </p:cNvSpPr>
          <p:nvPr/>
        </p:nvSpPr>
        <p:spPr>
          <a:xfrm xmlns:a="http://schemas.openxmlformats.org/drawingml/2006/main">
            <a:off x="7239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«Al que mucho recogió no le sobró, y al que poco no le faltó.»</a:t>
            </a:r>
          </a:p>
        </p:txBody>
      </p:sp>
      <p:sp>
        <p:nvSpPr>
          <p:cNvPr id="10" name="Conector recto 9">
            <a:extLst xmlns:a="http://schemas.openxmlformats.org/drawingml/2006/main">
              <a:ext uri="{FF2B5EF4-FFF2-40B4-BE49-F238E27FC236}">
                <a16:creationId xmlns:a16="http://schemas.microsoft.com/office/drawing/2014/main" id="{E31F0AC1-698A-4C06-85A6-017D121203CD}"/>
              </a:ext>
            </a:extLst>
          </p:cNvPr>
          <p:cNvSpPr>
            <a:spLocks xmlns:a="http://schemas.openxmlformats.org/drawingml/2006/main" noGrp="1"/>
          </p:cNvSpPr>
          <p:nvPr/>
        </p:nvSpPr>
        <p:spPr>
          <a:xfrm xmlns:a="http://schemas.openxmlformats.org/drawingml/2006/main">
            <a:off x="7239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1" name="Rectángulo 10">
            <a:extLst xmlns:a="http://schemas.openxmlformats.org/drawingml/2006/main">
              <a:ext uri="{FF2B5EF4-FFF2-40B4-BE49-F238E27FC236}">
                <a16:creationId xmlns:a16="http://schemas.microsoft.com/office/drawing/2014/main" id="{51FA8C67-5C0F-4F4B-BCAC-CA72A523F22C}"/>
              </a:ext>
            </a:extLst>
          </p:cNvPr>
          <p:cNvSpPr>
            <a:spLocks xmlns:a="http://schemas.openxmlformats.org/drawingml/2006/main" noGrp="1"/>
          </p:cNvSpPr>
          <p:nvPr/>
        </p:nvSpPr>
        <p:spPr>
          <a:xfrm xmlns:a="http://schemas.openxmlformats.org/drawingml/2006/main">
            <a:off x="7239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El maná se recibe cada día y educa en suficiencia: el don pierde sentido cuando se acumula.</a:t>
            </a:r>
          </a:p>
        </p:txBody>
      </p:sp>
      <p:sp>
        <p:nvSpPr>
          <p:cNvPr id="12" name="Rectángulo: esquinas redondeadas 11">
            <a:extLst xmlns:a="http://schemas.openxmlformats.org/drawingml/2006/main">
              <a:ext uri="{FF2B5EF4-FFF2-40B4-BE49-F238E27FC236}">
                <a16:creationId xmlns:a16="http://schemas.microsoft.com/office/drawing/2014/main" id="{B54CCF2A-F82C-4629-9AEC-6C0E8321B467}"/>
              </a:ext>
            </a:extLst>
          </p:cNvPr>
          <p:cNvSpPr>
            <a:spLocks xmlns:a="http://schemas.openxmlformats.org/drawingml/2006/main" noGrp="1"/>
          </p:cNvSpPr>
          <p:nvPr/>
        </p:nvSpPr>
        <p:spPr>
          <a:xfrm xmlns:a="http://schemas.openxmlformats.org/drawingml/2006/main">
            <a:off x="3333750" y="1381125"/>
            <a:ext cx="2533650" cy="3905250"/>
          </a:xfrm>
          <a:prstGeom xmlns:a="http://schemas.openxmlformats.org/drawingml/2006/main" prst="roundRect">
            <a:avLst>
              <a:gd name="adj" fmla="val 4511"/>
            </a:avLst>
          </a:prstGeom>
          <a:solidFill xmlns:a="http://schemas.openxmlformats.org/drawingml/2006/main">
            <a:srgbClr val="496B4A"/>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Rectángulo 12">
            <a:extLst xmlns:a="http://schemas.openxmlformats.org/drawingml/2006/main">
              <a:ext uri="{FF2B5EF4-FFF2-40B4-BE49-F238E27FC236}">
                <a16:creationId xmlns:a16="http://schemas.microsoft.com/office/drawing/2014/main" id="{355A478B-DBB8-47C8-8164-6A9D50E1DFFD}"/>
              </a:ext>
            </a:extLst>
          </p:cNvPr>
          <p:cNvSpPr>
            <a:spLocks xmlns:a="http://schemas.openxmlformats.org/drawingml/2006/main" noGrp="1"/>
          </p:cNvSpPr>
          <p:nvPr/>
        </p:nvSpPr>
        <p:spPr>
          <a:xfrm xmlns:a="http://schemas.openxmlformats.org/drawingml/2006/main">
            <a:off x="35242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02</a:t>
            </a:r>
          </a:p>
        </p:txBody>
      </p:sp>
      <p:sp>
        <p:nvSpPr>
          <p:cNvPr id="14" name="Rectángulo 13">
            <a:extLst xmlns:a="http://schemas.openxmlformats.org/drawingml/2006/main">
              <a:ext uri="{FF2B5EF4-FFF2-40B4-BE49-F238E27FC236}">
                <a16:creationId xmlns:a16="http://schemas.microsoft.com/office/drawing/2014/main" id="{E71B0A35-DB7C-48DB-9465-948C04C0742A}"/>
              </a:ext>
            </a:extLst>
          </p:cNvPr>
          <p:cNvSpPr>
            <a:spLocks xmlns:a="http://schemas.openxmlformats.org/drawingml/2006/main" noGrp="1"/>
          </p:cNvSpPr>
          <p:nvPr/>
        </p:nvSpPr>
        <p:spPr>
          <a:xfrm xmlns:a="http://schemas.openxmlformats.org/drawingml/2006/main">
            <a:off x="40195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Lc 24,30–31</a:t>
            </a:r>
          </a:p>
        </p:txBody>
      </p:sp>
      <p:sp>
        <p:nvSpPr>
          <p:cNvPr id="15" name="Conector recto 14">
            <a:extLst xmlns:a="http://schemas.openxmlformats.org/drawingml/2006/main">
              <a:ext uri="{FF2B5EF4-FFF2-40B4-BE49-F238E27FC236}">
                <a16:creationId xmlns:a16="http://schemas.microsoft.com/office/drawing/2014/main" id="{66CA8D28-498A-402B-98C3-16AAF5309041}"/>
              </a:ext>
            </a:extLst>
          </p:cNvPr>
          <p:cNvSpPr>
            <a:spLocks xmlns:a="http://schemas.openxmlformats.org/drawingml/2006/main" noGrp="1"/>
          </p:cNvSpPr>
          <p:nvPr/>
        </p:nvSpPr>
        <p:spPr>
          <a:xfrm xmlns:a="http://schemas.openxmlformats.org/drawingml/2006/main">
            <a:off x="35242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16" name="Rectángulo 15">
            <a:extLst xmlns:a="http://schemas.openxmlformats.org/drawingml/2006/main">
              <a:ext uri="{FF2B5EF4-FFF2-40B4-BE49-F238E27FC236}">
                <a16:creationId xmlns:a16="http://schemas.microsoft.com/office/drawing/2014/main" id="{500BD432-5A8A-4615-A99B-AF730BB29017}"/>
              </a:ext>
            </a:extLst>
          </p:cNvPr>
          <p:cNvSpPr>
            <a:spLocks xmlns:a="http://schemas.openxmlformats.org/drawingml/2006/main" noGrp="1"/>
          </p:cNvSpPr>
          <p:nvPr/>
        </p:nvSpPr>
        <p:spPr>
          <a:xfrm xmlns:a="http://schemas.openxmlformats.org/drawingml/2006/main">
            <a:off x="35242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PAN QUE REVELA</a:t>
            </a:r>
          </a:p>
        </p:txBody>
      </p:sp>
      <p:sp>
        <p:nvSpPr>
          <p:cNvPr id="17" name="Rectángulo 16">
            <a:extLst xmlns:a="http://schemas.openxmlformats.org/drawingml/2006/main">
              <a:ext uri="{FF2B5EF4-FFF2-40B4-BE49-F238E27FC236}">
                <a16:creationId xmlns:a16="http://schemas.microsoft.com/office/drawing/2014/main" id="{2A29B886-2F11-434C-AEB0-140D65C3FF10}"/>
              </a:ext>
            </a:extLst>
          </p:cNvPr>
          <p:cNvSpPr>
            <a:spLocks xmlns:a="http://schemas.openxmlformats.org/drawingml/2006/main" noGrp="1"/>
          </p:cNvSpPr>
          <p:nvPr/>
        </p:nvSpPr>
        <p:spPr>
          <a:xfrm xmlns:a="http://schemas.openxmlformats.org/drawingml/2006/main">
            <a:off x="35242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«Tomó el pan, lo bendijo, lo partió y se lo dio.»</a:t>
            </a:r>
          </a:p>
        </p:txBody>
      </p:sp>
      <p:sp>
        <p:nvSpPr>
          <p:cNvPr id="18" name="Conector recto 17">
            <a:extLst xmlns:a="http://schemas.openxmlformats.org/drawingml/2006/main">
              <a:ext uri="{FF2B5EF4-FFF2-40B4-BE49-F238E27FC236}">
                <a16:creationId xmlns:a16="http://schemas.microsoft.com/office/drawing/2014/main" id="{58FF9ECC-73F3-426D-9AB0-734B1EDA3CB7}"/>
              </a:ext>
            </a:extLst>
          </p:cNvPr>
          <p:cNvSpPr>
            <a:spLocks xmlns:a="http://schemas.openxmlformats.org/drawingml/2006/main" noGrp="1"/>
          </p:cNvSpPr>
          <p:nvPr/>
        </p:nvSpPr>
        <p:spPr>
          <a:xfrm xmlns:a="http://schemas.openxmlformats.org/drawingml/2006/main">
            <a:off x="35242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9" name="Rectángulo 18">
            <a:extLst xmlns:a="http://schemas.openxmlformats.org/drawingml/2006/main">
              <a:ext uri="{FF2B5EF4-FFF2-40B4-BE49-F238E27FC236}">
                <a16:creationId xmlns:a16="http://schemas.microsoft.com/office/drawing/2014/main" id="{88D83548-307E-4D0D-A2BB-45A121312C82}"/>
              </a:ext>
            </a:extLst>
          </p:cNvPr>
          <p:cNvSpPr>
            <a:spLocks xmlns:a="http://schemas.openxmlformats.org/drawingml/2006/main" noGrp="1"/>
          </p:cNvSpPr>
          <p:nvPr/>
        </p:nvSpPr>
        <p:spPr>
          <a:xfrm xmlns:a="http://schemas.openxmlformats.org/drawingml/2006/main">
            <a:off x="35242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Jesús se deja reconocer en una mesa que acoge, agradece, parte y entrega.</a:t>
            </a:r>
          </a:p>
        </p:txBody>
      </p:sp>
      <p:sp>
        <p:nvSpPr>
          <p:cNvPr id="20" name="Rectángulo: esquinas redondeadas 19">
            <a:extLst xmlns:a="http://schemas.openxmlformats.org/drawingml/2006/main">
              <a:ext uri="{FF2B5EF4-FFF2-40B4-BE49-F238E27FC236}">
                <a16:creationId xmlns:a16="http://schemas.microsoft.com/office/drawing/2014/main" id="{83F9E9AD-DC76-4724-B8B0-4CD903AF494D}"/>
              </a:ext>
            </a:extLst>
          </p:cNvPr>
          <p:cNvSpPr>
            <a:spLocks xmlns:a="http://schemas.openxmlformats.org/drawingml/2006/main" noGrp="1"/>
          </p:cNvSpPr>
          <p:nvPr/>
        </p:nvSpPr>
        <p:spPr>
          <a:xfrm xmlns:a="http://schemas.openxmlformats.org/drawingml/2006/main">
            <a:off x="6134100" y="1381125"/>
            <a:ext cx="2533650" cy="3905250"/>
          </a:xfrm>
          <a:prstGeom xmlns:a="http://schemas.openxmlformats.org/drawingml/2006/main" prst="roundRect">
            <a:avLst>
              <a:gd name="adj" fmla="val 4511"/>
            </a:avLst>
          </a:prstGeom>
          <a:solidFill xmlns:a="http://schemas.openxmlformats.org/drawingml/2006/main">
            <a:srgbClr val="865B4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Rectángulo 20">
            <a:extLst xmlns:a="http://schemas.openxmlformats.org/drawingml/2006/main">
              <a:ext uri="{FF2B5EF4-FFF2-40B4-BE49-F238E27FC236}">
                <a16:creationId xmlns:a16="http://schemas.microsoft.com/office/drawing/2014/main" id="{D36563D4-1A9D-44B1-8E7D-442814D58A57}"/>
              </a:ext>
            </a:extLst>
          </p:cNvPr>
          <p:cNvSpPr>
            <a:spLocks xmlns:a="http://schemas.openxmlformats.org/drawingml/2006/main" noGrp="1"/>
          </p:cNvSpPr>
          <p:nvPr/>
        </p:nvSpPr>
        <p:spPr>
          <a:xfrm xmlns:a="http://schemas.openxmlformats.org/drawingml/2006/main">
            <a:off x="63246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03</a:t>
            </a:r>
          </a:p>
        </p:txBody>
      </p:sp>
      <p:sp>
        <p:nvSpPr>
          <p:cNvPr id="22" name="Rectángulo 21">
            <a:extLst xmlns:a="http://schemas.openxmlformats.org/drawingml/2006/main">
              <a:ext uri="{FF2B5EF4-FFF2-40B4-BE49-F238E27FC236}">
                <a16:creationId xmlns:a16="http://schemas.microsoft.com/office/drawing/2014/main" id="{727E3E34-3C0F-4D35-A6B6-B7F48852A0B6}"/>
              </a:ext>
            </a:extLst>
          </p:cNvPr>
          <p:cNvSpPr>
            <a:spLocks xmlns:a="http://schemas.openxmlformats.org/drawingml/2006/main" noGrp="1"/>
          </p:cNvSpPr>
          <p:nvPr/>
        </p:nvSpPr>
        <p:spPr>
          <a:xfrm xmlns:a="http://schemas.openxmlformats.org/drawingml/2006/main">
            <a:off x="68199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1 Cor 10,16–17</a:t>
            </a:r>
          </a:p>
        </p:txBody>
      </p:sp>
      <p:sp>
        <p:nvSpPr>
          <p:cNvPr id="23" name="Conector recto 22">
            <a:extLst xmlns:a="http://schemas.openxmlformats.org/drawingml/2006/main">
              <a:ext uri="{FF2B5EF4-FFF2-40B4-BE49-F238E27FC236}">
                <a16:creationId xmlns:a16="http://schemas.microsoft.com/office/drawing/2014/main" id="{721D9E58-FFC0-47B8-98D6-BC3CC419F081}"/>
              </a:ext>
            </a:extLst>
          </p:cNvPr>
          <p:cNvSpPr>
            <a:spLocks xmlns:a="http://schemas.openxmlformats.org/drawingml/2006/main" noGrp="1"/>
          </p:cNvSpPr>
          <p:nvPr/>
        </p:nvSpPr>
        <p:spPr>
          <a:xfrm xmlns:a="http://schemas.openxmlformats.org/drawingml/2006/main">
            <a:off x="63246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24" name="Rectángulo 23">
            <a:extLst xmlns:a="http://schemas.openxmlformats.org/drawingml/2006/main">
              <a:ext uri="{FF2B5EF4-FFF2-40B4-BE49-F238E27FC236}">
                <a16:creationId xmlns:a16="http://schemas.microsoft.com/office/drawing/2014/main" id="{300E4868-92F9-40B4-9D0E-435EAB60A5D4}"/>
              </a:ext>
            </a:extLst>
          </p:cNvPr>
          <p:cNvSpPr>
            <a:spLocks xmlns:a="http://schemas.openxmlformats.org/drawingml/2006/main" noGrp="1"/>
          </p:cNvSpPr>
          <p:nvPr/>
        </p:nvSpPr>
        <p:spPr>
          <a:xfrm xmlns:a="http://schemas.openxmlformats.org/drawingml/2006/main">
            <a:off x="63246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UN SOLO CUERPO</a:t>
            </a:r>
          </a:p>
        </p:txBody>
      </p:sp>
      <p:sp>
        <p:nvSpPr>
          <p:cNvPr id="25" name="Rectángulo 24">
            <a:extLst xmlns:a="http://schemas.openxmlformats.org/drawingml/2006/main">
              <a:ext uri="{FF2B5EF4-FFF2-40B4-BE49-F238E27FC236}">
                <a16:creationId xmlns:a16="http://schemas.microsoft.com/office/drawing/2014/main" id="{BC582428-796B-4095-98B6-3C2A6FDD46FD}"/>
              </a:ext>
            </a:extLst>
          </p:cNvPr>
          <p:cNvSpPr>
            <a:spLocks xmlns:a="http://schemas.openxmlformats.org/drawingml/2006/main" noGrp="1"/>
          </p:cNvSpPr>
          <p:nvPr/>
        </p:nvSpPr>
        <p:spPr>
          <a:xfrm xmlns:a="http://schemas.openxmlformats.org/drawingml/2006/main">
            <a:off x="63246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«Siendo muchos, somos un solo cuerpo: todos participamos de un solo pan.»</a:t>
            </a:r>
          </a:p>
        </p:txBody>
      </p:sp>
      <p:sp>
        <p:nvSpPr>
          <p:cNvPr id="26" name="Conector recto 25">
            <a:extLst xmlns:a="http://schemas.openxmlformats.org/drawingml/2006/main">
              <a:ext uri="{FF2B5EF4-FFF2-40B4-BE49-F238E27FC236}">
                <a16:creationId xmlns:a16="http://schemas.microsoft.com/office/drawing/2014/main" id="{20EA01E7-7751-4CD8-9B07-E89134EDD688}"/>
              </a:ext>
            </a:extLst>
          </p:cNvPr>
          <p:cNvSpPr>
            <a:spLocks xmlns:a="http://schemas.openxmlformats.org/drawingml/2006/main" noGrp="1"/>
          </p:cNvSpPr>
          <p:nvPr/>
        </p:nvSpPr>
        <p:spPr>
          <a:xfrm xmlns:a="http://schemas.openxmlformats.org/drawingml/2006/main">
            <a:off x="63246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27" name="Rectángulo 26">
            <a:extLst xmlns:a="http://schemas.openxmlformats.org/drawingml/2006/main">
              <a:ext uri="{FF2B5EF4-FFF2-40B4-BE49-F238E27FC236}">
                <a16:creationId xmlns:a16="http://schemas.microsoft.com/office/drawing/2014/main" id="{77EED197-C142-4BC9-AC15-FD8B4BE9CC63}"/>
              </a:ext>
            </a:extLst>
          </p:cNvPr>
          <p:cNvSpPr>
            <a:spLocks xmlns:a="http://schemas.openxmlformats.org/drawingml/2006/main" noGrp="1"/>
          </p:cNvSpPr>
          <p:nvPr/>
        </p:nvSpPr>
        <p:spPr>
          <a:xfrm xmlns:a="http://schemas.openxmlformats.org/drawingml/2006/main">
            <a:off x="63246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La comunión no borra diferencias: crea pertenencia y responsabilidad mutua.</a:t>
            </a:r>
          </a:p>
        </p:txBody>
      </p:sp>
      <p:sp>
        <p:nvSpPr>
          <p:cNvPr id="28" name="Rectángulo: esquinas redondeadas 27">
            <a:extLst xmlns:a="http://schemas.openxmlformats.org/drawingml/2006/main">
              <a:ext uri="{FF2B5EF4-FFF2-40B4-BE49-F238E27FC236}">
                <a16:creationId xmlns:a16="http://schemas.microsoft.com/office/drawing/2014/main" id="{77FC9282-B573-472C-9171-60922622F414}"/>
              </a:ext>
            </a:extLst>
          </p:cNvPr>
          <p:cNvSpPr>
            <a:spLocks xmlns:a="http://schemas.openxmlformats.org/drawingml/2006/main" noGrp="1"/>
          </p:cNvSpPr>
          <p:nvPr/>
        </p:nvSpPr>
        <p:spPr>
          <a:xfrm xmlns:a="http://schemas.openxmlformats.org/drawingml/2006/main">
            <a:off x="8934450" y="1381125"/>
            <a:ext cx="2533650" cy="3905250"/>
          </a:xfrm>
          <a:prstGeom xmlns:a="http://schemas.openxmlformats.org/drawingml/2006/main" prst="roundRect">
            <a:avLst>
              <a:gd name="adj" fmla="val 4511"/>
            </a:avLst>
          </a:prstGeom>
          <a:solidFill xmlns:a="http://schemas.openxmlformats.org/drawingml/2006/main">
            <a:srgbClr val="5A513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Rectángulo 28">
            <a:extLst xmlns:a="http://schemas.openxmlformats.org/drawingml/2006/main">
              <a:ext uri="{FF2B5EF4-FFF2-40B4-BE49-F238E27FC236}">
                <a16:creationId xmlns:a16="http://schemas.microsoft.com/office/drawing/2014/main" id="{2AC27A7E-3684-497B-92CE-AF102E6E0113}"/>
              </a:ext>
            </a:extLst>
          </p:cNvPr>
          <p:cNvSpPr>
            <a:spLocks xmlns:a="http://schemas.openxmlformats.org/drawingml/2006/main" noGrp="1"/>
          </p:cNvSpPr>
          <p:nvPr/>
        </p:nvSpPr>
        <p:spPr>
          <a:xfrm xmlns:a="http://schemas.openxmlformats.org/drawingml/2006/main">
            <a:off x="91249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04</a:t>
            </a:r>
          </a:p>
        </p:txBody>
      </p:sp>
      <p:sp>
        <p:nvSpPr>
          <p:cNvPr id="30" name="Rectángulo 29">
            <a:extLst xmlns:a="http://schemas.openxmlformats.org/drawingml/2006/main">
              <a:ext uri="{FF2B5EF4-FFF2-40B4-BE49-F238E27FC236}">
                <a16:creationId xmlns:a16="http://schemas.microsoft.com/office/drawing/2014/main" id="{541B0600-63A3-4D50-8DCD-C2A91BC9D679}"/>
              </a:ext>
            </a:extLst>
          </p:cNvPr>
          <p:cNvSpPr>
            <a:spLocks xmlns:a="http://schemas.openxmlformats.org/drawingml/2006/main" noGrp="1"/>
          </p:cNvSpPr>
          <p:nvPr/>
        </p:nvSpPr>
        <p:spPr>
          <a:xfrm xmlns:a="http://schemas.openxmlformats.org/drawingml/2006/main">
            <a:off x="96202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Is 58,7</a:t>
            </a:r>
          </a:p>
        </p:txBody>
      </p:sp>
      <p:sp>
        <p:nvSpPr>
          <p:cNvPr id="31" name="Conector recto 30">
            <a:extLst xmlns:a="http://schemas.openxmlformats.org/drawingml/2006/main">
              <a:ext uri="{FF2B5EF4-FFF2-40B4-BE49-F238E27FC236}">
                <a16:creationId xmlns:a16="http://schemas.microsoft.com/office/drawing/2014/main" id="{CD0F8830-070D-4550-BAC0-0FCBBE3D8134}"/>
              </a:ext>
            </a:extLst>
          </p:cNvPr>
          <p:cNvSpPr>
            <a:spLocks xmlns:a="http://schemas.openxmlformats.org/drawingml/2006/main" noGrp="1"/>
          </p:cNvSpPr>
          <p:nvPr/>
        </p:nvSpPr>
        <p:spPr>
          <a:xfrm xmlns:a="http://schemas.openxmlformats.org/drawingml/2006/main">
            <a:off x="91249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32" name="Rectángulo 31">
            <a:extLst xmlns:a="http://schemas.openxmlformats.org/drawingml/2006/main">
              <a:ext uri="{FF2B5EF4-FFF2-40B4-BE49-F238E27FC236}">
                <a16:creationId xmlns:a16="http://schemas.microsoft.com/office/drawing/2014/main" id="{2F68BC15-077A-4086-B47D-446BC43F3C05}"/>
              </a:ext>
            </a:extLst>
          </p:cNvPr>
          <p:cNvSpPr>
            <a:spLocks xmlns:a="http://schemas.openxmlformats.org/drawingml/2006/main" noGrp="1"/>
          </p:cNvSpPr>
          <p:nvPr/>
        </p:nvSpPr>
        <p:spPr>
          <a:xfrm xmlns:a="http://schemas.openxmlformats.org/drawingml/2006/main">
            <a:off x="91249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CULTO QUE ALIMENTA</a:t>
            </a:r>
          </a:p>
        </p:txBody>
      </p:sp>
      <p:sp>
        <p:nvSpPr>
          <p:cNvPr id="33" name="Rectángulo 32">
            <a:extLst xmlns:a="http://schemas.openxmlformats.org/drawingml/2006/main">
              <a:ext uri="{FF2B5EF4-FFF2-40B4-BE49-F238E27FC236}">
                <a16:creationId xmlns:a16="http://schemas.microsoft.com/office/drawing/2014/main" id="{9B1D6005-D34A-4E37-9CFF-143BEC9BF1F3}"/>
              </a:ext>
            </a:extLst>
          </p:cNvPr>
          <p:cNvSpPr>
            <a:spLocks xmlns:a="http://schemas.openxmlformats.org/drawingml/2006/main" noGrp="1"/>
          </p:cNvSpPr>
          <p:nvPr/>
        </p:nvSpPr>
        <p:spPr>
          <a:xfrm xmlns:a="http://schemas.openxmlformats.org/drawingml/2006/main">
            <a:off x="91249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«Partir tu pan con el hambriento.»</a:t>
            </a:r>
          </a:p>
        </p:txBody>
      </p:sp>
      <p:sp>
        <p:nvSpPr>
          <p:cNvPr id="34" name="Conector recto 33">
            <a:extLst xmlns:a="http://schemas.openxmlformats.org/drawingml/2006/main">
              <a:ext uri="{FF2B5EF4-FFF2-40B4-BE49-F238E27FC236}">
                <a16:creationId xmlns:a16="http://schemas.microsoft.com/office/drawing/2014/main" id="{097B30E3-4B9F-42F8-A9F7-556491E3086E}"/>
              </a:ext>
            </a:extLst>
          </p:cNvPr>
          <p:cNvSpPr>
            <a:spLocks xmlns:a="http://schemas.openxmlformats.org/drawingml/2006/main" noGrp="1"/>
          </p:cNvSpPr>
          <p:nvPr/>
        </p:nvSpPr>
        <p:spPr>
          <a:xfrm xmlns:a="http://schemas.openxmlformats.org/drawingml/2006/main">
            <a:off x="91249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35" name="Rectángulo 34">
            <a:extLst xmlns:a="http://schemas.openxmlformats.org/drawingml/2006/main">
              <a:ext uri="{FF2B5EF4-FFF2-40B4-BE49-F238E27FC236}">
                <a16:creationId xmlns:a16="http://schemas.microsoft.com/office/drawing/2014/main" id="{695C0E6E-C3AE-4CF8-8FEA-6B5576C7A4CE}"/>
              </a:ext>
            </a:extLst>
          </p:cNvPr>
          <p:cNvSpPr>
            <a:spLocks xmlns:a="http://schemas.openxmlformats.org/drawingml/2006/main" noGrp="1"/>
          </p:cNvSpPr>
          <p:nvPr/>
        </p:nvSpPr>
        <p:spPr>
          <a:xfrm xmlns:a="http://schemas.openxmlformats.org/drawingml/2006/main">
            <a:off x="91249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El culto alcanza su verdad cuando toca el cuerpo y responde a una necesidad concreta.</a:t>
            </a:r>
          </a:p>
        </p:txBody>
      </p:sp>
      <p:sp>
        <p:nvSpPr>
          <p:cNvPr id="36" name="Rectángulo 35">
            <a:extLst xmlns:a="http://schemas.openxmlformats.org/drawingml/2006/main">
              <a:ext uri="{FF2B5EF4-FFF2-40B4-BE49-F238E27FC236}">
                <a16:creationId xmlns:a16="http://schemas.microsoft.com/office/drawing/2014/main" id="{B381F95A-49F1-4757-9BCD-58948874F0D9}"/>
              </a:ext>
            </a:extLst>
          </p:cNvPr>
          <p:cNvSpPr>
            <a:spLocks xmlns:a="http://schemas.openxmlformats.org/drawingml/2006/main" noGrp="1"/>
          </p:cNvSpPr>
          <p:nvPr/>
        </p:nvSpPr>
        <p:spPr>
          <a:xfrm xmlns:a="http://schemas.openxmlformats.org/drawingml/2006/main">
            <a:off x="533400" y="55816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1">
                <a:solidFill>
                  <a:srgbClr val="D9A441"/>
                </a:solidFill>
              </a:defRPr>
            </a:pPr>
            <a:r>
              <a:rPr sz="1050" b="1">
                <a:solidFill>
                  <a:srgbClr val="D9A441"/>
                </a:solidFill>
              </a:rPr>
              <a:t>SÍNTESIS</a:t>
            </a:r>
          </a:p>
        </p:txBody>
      </p:sp>
      <p:sp>
        <p:nvSpPr>
          <p:cNvPr id="37" name="Rectángulo 36">
            <a:extLst xmlns:a="http://schemas.openxmlformats.org/drawingml/2006/main">
              <a:ext uri="{FF2B5EF4-FFF2-40B4-BE49-F238E27FC236}">
                <a16:creationId xmlns:a16="http://schemas.microsoft.com/office/drawing/2014/main" id="{1C5AD733-368F-4750-80C9-D90C06620B37}"/>
              </a:ext>
            </a:extLst>
          </p:cNvPr>
          <p:cNvSpPr>
            <a:spLocks xmlns:a="http://schemas.openxmlformats.org/drawingml/2006/main" noGrp="1"/>
          </p:cNvSpPr>
          <p:nvPr/>
        </p:nvSpPr>
        <p:spPr>
          <a:xfrm xmlns:a="http://schemas.openxmlformats.org/drawingml/2006/main">
            <a:off x="1676400" y="5495925"/>
            <a:ext cx="998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07151F"/>
                </a:solidFill>
              </a:defRPr>
            </a:pPr>
            <a:r>
              <a:rPr sz="1425" b="1">
                <a:solidFill>
                  <a:srgbClr val="07151F"/>
                </a:solidFill>
              </a:rPr>
              <a:t>Don recibido  ·  presencia que permanece  ·  un solo cuerpo  ·  cuidado concreto</a:t>
            </a:r>
          </a:p>
        </p:txBody>
      </p:sp>
      <p:sp>
        <p:nvSpPr>
          <p:cNvPr id="38" name="Rectángulo 37">
            <a:extLst xmlns:a="http://schemas.openxmlformats.org/drawingml/2006/main">
              <a:ext uri="{FF2B5EF4-FFF2-40B4-BE49-F238E27FC236}">
                <a16:creationId xmlns:a16="http://schemas.microsoft.com/office/drawing/2014/main" id="{10B79631-8116-4707-9F97-E11C327DF760}"/>
              </a:ext>
            </a:extLst>
          </p:cNvPr>
          <p:cNvSpPr>
            <a:spLocks xmlns:a="http://schemas.openxmlformats.org/drawingml/2006/main" noGrp="1"/>
          </p:cNvSpPr>
          <p:nvPr/>
        </p:nvSpPr>
        <p:spPr>
          <a:xfrm xmlns:a="http://schemas.openxmlformats.org/drawingml/2006/main">
            <a:off x="533400" y="6076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0">
                <a:solidFill>
                  <a:srgbClr val="40565E"/>
                </a:solidFill>
              </a:defRPr>
            </a:pPr>
            <a:r>
              <a:rPr sz="1350" b="0">
                <a:solidFill>
                  <a:srgbClr val="40565E"/>
                </a:solidFill>
              </a:rPr>
              <a:t>Pregunta de fondo: ¿qué recibo de Jesús y cómo se vuelve cuidado concreto?</a:t>
            </a:r>
          </a:p>
        </p:txBody>
      </p:sp>
      <p:sp>
        <p:nvSpPr>
          <p:cNvPr id="39" name="Rectángulo 38">
            <a:extLst xmlns:a="http://schemas.openxmlformats.org/drawingml/2006/main">
              <a:ext uri="{FF2B5EF4-FFF2-40B4-BE49-F238E27FC236}">
                <a16:creationId xmlns:a16="http://schemas.microsoft.com/office/drawing/2014/main" id="{4360E03B-D8D8-40B4-A0BC-61403AB2C6AE}"/>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02</a:t>
            </a:r>
          </a:p>
        </p:txBody>
      </p:sp>
    </p:spTree>
    <p:extLst>
      <p:ext uri="{BB962C8B-B14F-4D97-AF65-F5344CB8AC3E}">
        <p14:creationId xmlns:p14="http://schemas.microsoft.com/office/powerpoint/2010/main" val="356377565"/>
      </p:ext>
    </p:extLst>
  </p:cSld>
</p:sld>
</file>

<file path=ppt/slides/slide3.xml><?xml version="1.0" encoding="utf-8"?>
<p:sld xmlns:p="http://schemas.openxmlformats.org/presentationml/2006/main">
  <p:cSld>
    <p:bg>
      <p:bgPr>
        <a:solidFill xmlns:a="http://schemas.openxmlformats.org/drawingml/2006/main">
          <a:srgbClr val="07151F"/>
        </a:solidFill>
      </p:bgPr>
    </p:bg>
    <p:spTree>
      <p:nvGrpSpPr>
        <p:cNvPr id="1" name=""/>
        <p:cNvGrpSpPr/>
        <p:nvPr/>
      </p:nvGrpSpPr>
      <p:grpSpPr>
        <a:xfrm xmlns:a="http://schemas.openxmlformats.org/drawingml/2006/main"/>
      </p:grpSpPr>
      <p:sp>
        <p:nvSpPr>
          <p:cNvPr id="43" name="Rectángulo 42">
            <a:extLst xmlns:a="http://schemas.openxmlformats.org/drawingml/2006/main">
              <a:ext uri="{FF2B5EF4-FFF2-40B4-BE49-F238E27FC236}">
                <a16:creationId xmlns:a16="http://schemas.microsoft.com/office/drawing/2014/main" id="{53C88EF1-7990-4A69-ABBC-6CF451A06446}"/>
              </a:ext>
            </a:extLst>
          </p:cNvPr>
          <p:cNvSpPr>
            <a:spLocks xmlns:a="http://schemas.openxmlformats.org/drawingml/2006/main" noGrp="1"/>
          </p:cNvSpPr>
          <p:nvPr/>
        </p:nvSpPr>
        <p:spPr>
          <a:xfrm xmlns:a="http://schemas.openxmlformats.org/drawingml/2006/main">
            <a:off x="514350" y="2476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FFFFFF"/>
                </a:solidFill>
              </a:defRPr>
            </a:pPr>
            <a:r>
              <a:rPr sz="2250" b="1">
                <a:solidFill>
                  <a:srgbClr val="FFFFFF"/>
                </a:solidFill>
              </a:rPr>
              <a:t>PROPUESTA DE REUNIÓN · 70 MINUTOS</a:t>
            </a:r>
          </a:p>
        </p:txBody>
      </p:sp>
      <p:sp>
        <p:nvSpPr>
          <p:cNvPr id="2" name="Rectángulo 1">
            <a:extLst xmlns:a="http://schemas.openxmlformats.org/drawingml/2006/main">
              <a:ext uri="{FF2B5EF4-FFF2-40B4-BE49-F238E27FC236}">
                <a16:creationId xmlns:a16="http://schemas.microsoft.com/office/drawing/2014/main" id="{92328298-5735-44A1-9D3B-60B29C4F75F3}"/>
              </a:ext>
            </a:extLst>
          </p:cNvPr>
          <p:cNvSpPr>
            <a:spLocks xmlns:a="http://schemas.openxmlformats.org/drawingml/2006/main" noGrp="1"/>
          </p:cNvSpPr>
          <p:nvPr/>
        </p:nvSpPr>
        <p:spPr>
          <a:xfrm xmlns:a="http://schemas.openxmlformats.org/drawingml/2006/main">
            <a:off x="533400" y="666750"/>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solidFill>
                  <a:srgbClr val="F5E7C3"/>
                </a:solidFill>
              </a:defRPr>
            </a:pPr>
            <a:r>
              <a:rPr sz="1200" b="0">
                <a:solidFill>
                  <a:srgbClr val="F5E7C3"/>
                </a:solidFill>
              </a:rPr>
              <a:t>De recibir el Pan a compartir la vida</a:t>
            </a:r>
          </a:p>
        </p:txBody>
      </p:sp>
      <p:sp>
        <p:nvSpPr>
          <p:cNvPr id="3" name="Conector recto 2">
            <a:extLst xmlns:a="http://schemas.openxmlformats.org/drawingml/2006/main">
              <a:ext uri="{FF2B5EF4-FFF2-40B4-BE49-F238E27FC236}">
                <a16:creationId xmlns:a16="http://schemas.microsoft.com/office/drawing/2014/main" id="{10BC4743-C41F-4DB3-AE82-190DDB79EDC3}"/>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Conector recto 3">
            <a:extLst xmlns:a="http://schemas.openxmlformats.org/drawingml/2006/main">
              <a:ext uri="{FF2B5EF4-FFF2-40B4-BE49-F238E27FC236}">
                <a16:creationId xmlns:a16="http://schemas.microsoft.com/office/drawing/2014/main" id="{6375B53B-3AA1-4460-8323-A486114CD6C2}"/>
              </a:ext>
            </a:extLst>
          </p:cNvPr>
          <p:cNvSpPr>
            <a:spLocks xmlns:a="http://schemas.openxmlformats.org/drawingml/2006/main" noGrp="1"/>
          </p:cNvSpPr>
          <p:nvPr/>
        </p:nvSpPr>
        <p:spPr>
          <a:xfrm xmlns:a="http://schemas.openxmlformats.org/drawingml/2006/main">
            <a:off x="1257300" y="1619250"/>
            <a:ext cx="9525" cy="4000500"/>
          </a:xfrm>
          <a:prstGeom xmlns:a="http://schemas.openxmlformats.org/drawingml/2006/main" prst="line">
            <a:avLst/>
          </a:prstGeom>
          <a:noFill xmlns:a="http://schemas.openxmlformats.org/drawingml/2006/main"/>
          <a:ln xmlns:a="http://schemas.openxmlformats.org/drawingml/2006/main" w="28575">
            <a:solidFill>
              <a:srgbClr val="627984"/>
            </a:solidFill>
            <a:prstDash val="solid"/>
          </a:ln>
        </p:spPr>
      </p:sp>
      <p:sp>
        <p:nvSpPr>
          <p:cNvPr id="5" name="Elipse 4">
            <a:extLst xmlns:a="http://schemas.openxmlformats.org/drawingml/2006/main">
              <a:ext uri="{FF2B5EF4-FFF2-40B4-BE49-F238E27FC236}">
                <a16:creationId xmlns:a16="http://schemas.microsoft.com/office/drawing/2014/main" id="{E8FF985D-7012-4049-8855-F4E7978EF42E}"/>
              </a:ext>
            </a:extLst>
          </p:cNvPr>
          <p:cNvSpPr>
            <a:spLocks xmlns:a="http://schemas.openxmlformats.org/drawingml/2006/main" noGrp="1"/>
          </p:cNvSpPr>
          <p:nvPr/>
        </p:nvSpPr>
        <p:spPr>
          <a:xfrm xmlns:a="http://schemas.openxmlformats.org/drawingml/2006/main">
            <a:off x="1085850" y="14478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6" name="Rectángulo 5">
            <a:extLst xmlns:a="http://schemas.openxmlformats.org/drawingml/2006/main">
              <a:ext uri="{FF2B5EF4-FFF2-40B4-BE49-F238E27FC236}">
                <a16:creationId xmlns:a16="http://schemas.microsoft.com/office/drawing/2014/main" id="{BCCD8C92-E8A4-4942-8D70-4FEB732106B1}"/>
              </a:ext>
            </a:extLst>
          </p:cNvPr>
          <p:cNvSpPr>
            <a:spLocks xmlns:a="http://schemas.openxmlformats.org/drawingml/2006/main" noGrp="1"/>
          </p:cNvSpPr>
          <p:nvPr/>
        </p:nvSpPr>
        <p:spPr>
          <a:xfrm xmlns:a="http://schemas.openxmlformats.org/drawingml/2006/main">
            <a:off x="1085850" y="14668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1</a:t>
            </a:r>
          </a:p>
        </p:txBody>
      </p:sp>
      <p:sp>
        <p:nvSpPr>
          <p:cNvPr id="7" name="Rectángulo 6">
            <a:extLst xmlns:a="http://schemas.openxmlformats.org/drawingml/2006/main">
              <a:ext uri="{FF2B5EF4-FFF2-40B4-BE49-F238E27FC236}">
                <a16:creationId xmlns:a16="http://schemas.microsoft.com/office/drawing/2014/main" id="{7D28D4B5-83E9-4A6C-BA6E-7AF1E1332809}"/>
              </a:ext>
            </a:extLst>
          </p:cNvPr>
          <p:cNvSpPr>
            <a:spLocks xmlns:a="http://schemas.openxmlformats.org/drawingml/2006/main" noGrp="1"/>
          </p:cNvSpPr>
          <p:nvPr/>
        </p:nvSpPr>
        <p:spPr>
          <a:xfrm xmlns:a="http://schemas.openxmlformats.org/drawingml/2006/main">
            <a:off x="533400" y="14668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00′</a:t>
            </a:r>
          </a:p>
        </p:txBody>
      </p:sp>
      <p:sp>
        <p:nvSpPr>
          <p:cNvPr id="8" name="Rectángulo 7">
            <a:extLst xmlns:a="http://schemas.openxmlformats.org/drawingml/2006/main">
              <a:ext uri="{FF2B5EF4-FFF2-40B4-BE49-F238E27FC236}">
                <a16:creationId xmlns:a16="http://schemas.microsoft.com/office/drawing/2014/main" id="{B2EA4705-1FF4-4311-96DC-0AAD55DB29FE}"/>
              </a:ext>
            </a:extLst>
          </p:cNvPr>
          <p:cNvSpPr>
            <a:spLocks xmlns:a="http://schemas.openxmlformats.org/drawingml/2006/main" noGrp="1"/>
          </p:cNvSpPr>
          <p:nvPr/>
        </p:nvSpPr>
        <p:spPr>
          <a:xfrm xmlns:a="http://schemas.openxmlformats.org/drawingml/2006/main">
            <a:off x="1752600" y="13525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ESCUCHAR</a:t>
            </a:r>
          </a:p>
        </p:txBody>
      </p:sp>
      <p:sp>
        <p:nvSpPr>
          <p:cNvPr id="9" name="Rectángulo 8">
            <a:extLst xmlns:a="http://schemas.openxmlformats.org/drawingml/2006/main">
              <a:ext uri="{FF2B5EF4-FFF2-40B4-BE49-F238E27FC236}">
                <a16:creationId xmlns:a16="http://schemas.microsoft.com/office/drawing/2014/main" id="{477E6774-15D6-4800-8AA4-01B6AE426F62}"/>
              </a:ext>
            </a:extLst>
          </p:cNvPr>
          <p:cNvSpPr>
            <a:spLocks xmlns:a="http://schemas.openxmlformats.org/drawingml/2006/main" noGrp="1"/>
          </p:cNvSpPr>
          <p:nvPr/>
        </p:nvSpPr>
        <p:spPr>
          <a:xfrm xmlns:a="http://schemas.openxmlformats.org/drawingml/2006/main">
            <a:off x="1752600" y="16478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Oír «Te haces Pan» completa, sin explicarla todavía.</a:t>
            </a:r>
          </a:p>
        </p:txBody>
      </p:sp>
      <p:sp>
        <p:nvSpPr>
          <p:cNvPr id="10" name="Rectángulo: esquinas redondeadas 9">
            <a:extLst xmlns:a="http://schemas.openxmlformats.org/drawingml/2006/main">
              <a:ext uri="{FF2B5EF4-FFF2-40B4-BE49-F238E27FC236}">
                <a16:creationId xmlns:a16="http://schemas.microsoft.com/office/drawing/2014/main" id="{2093CDD0-60C3-4498-B8E9-DFB2374BE143}"/>
              </a:ext>
            </a:extLst>
          </p:cNvPr>
          <p:cNvSpPr>
            <a:spLocks xmlns:a="http://schemas.openxmlformats.org/drawingml/2006/main" noGrp="1"/>
          </p:cNvSpPr>
          <p:nvPr/>
        </p:nvSpPr>
        <p:spPr>
          <a:xfrm xmlns:a="http://schemas.openxmlformats.org/drawingml/2006/main">
            <a:off x="6524625" y="13525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1" name="Rectángulo 10">
            <a:extLst xmlns:a="http://schemas.openxmlformats.org/drawingml/2006/main">
              <a:ext uri="{FF2B5EF4-FFF2-40B4-BE49-F238E27FC236}">
                <a16:creationId xmlns:a16="http://schemas.microsoft.com/office/drawing/2014/main" id="{3A81FBB7-1C20-4A8B-B498-33B54ED26EF9}"/>
              </a:ext>
            </a:extLst>
          </p:cNvPr>
          <p:cNvSpPr>
            <a:spLocks xmlns:a="http://schemas.openxmlformats.org/drawingml/2006/main" noGrp="1"/>
          </p:cNvSpPr>
          <p:nvPr/>
        </p:nvSpPr>
        <p:spPr>
          <a:xfrm xmlns:a="http://schemas.openxmlformats.org/drawingml/2006/main">
            <a:off x="6743700" y="14478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verbo revela cómo se acerca Jesús?</a:t>
            </a:r>
          </a:p>
        </p:txBody>
      </p:sp>
      <p:sp>
        <p:nvSpPr>
          <p:cNvPr id="12" name="Elipse 11">
            <a:extLst xmlns:a="http://schemas.openxmlformats.org/drawingml/2006/main">
              <a:ext uri="{FF2B5EF4-FFF2-40B4-BE49-F238E27FC236}">
                <a16:creationId xmlns:a16="http://schemas.microsoft.com/office/drawing/2014/main" id="{82CE6E74-11DE-4371-9707-7D819C30048E}"/>
              </a:ext>
            </a:extLst>
          </p:cNvPr>
          <p:cNvSpPr>
            <a:spLocks xmlns:a="http://schemas.openxmlformats.org/drawingml/2006/main" noGrp="1"/>
          </p:cNvSpPr>
          <p:nvPr/>
        </p:nvSpPr>
        <p:spPr>
          <a:xfrm xmlns:a="http://schemas.openxmlformats.org/drawingml/2006/main">
            <a:off x="1085850" y="23622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3" name="Rectángulo 12">
            <a:extLst xmlns:a="http://schemas.openxmlformats.org/drawingml/2006/main">
              <a:ext uri="{FF2B5EF4-FFF2-40B4-BE49-F238E27FC236}">
                <a16:creationId xmlns:a16="http://schemas.microsoft.com/office/drawing/2014/main" id="{6E14E9C9-CBA7-46E4-9814-7F335CF54272}"/>
              </a:ext>
            </a:extLst>
          </p:cNvPr>
          <p:cNvSpPr>
            <a:spLocks xmlns:a="http://schemas.openxmlformats.org/drawingml/2006/main" noGrp="1"/>
          </p:cNvSpPr>
          <p:nvPr/>
        </p:nvSpPr>
        <p:spPr>
          <a:xfrm xmlns:a="http://schemas.openxmlformats.org/drawingml/2006/main">
            <a:off x="1085850" y="23812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2</a:t>
            </a:r>
          </a:p>
        </p:txBody>
      </p:sp>
      <p:sp>
        <p:nvSpPr>
          <p:cNvPr id="14" name="Rectángulo 13">
            <a:extLst xmlns:a="http://schemas.openxmlformats.org/drawingml/2006/main">
              <a:ext uri="{FF2B5EF4-FFF2-40B4-BE49-F238E27FC236}">
                <a16:creationId xmlns:a16="http://schemas.microsoft.com/office/drawing/2014/main" id="{E292DDD7-9BF5-4785-AA91-207E5346E5FA}"/>
              </a:ext>
            </a:extLst>
          </p:cNvPr>
          <p:cNvSpPr>
            <a:spLocks xmlns:a="http://schemas.openxmlformats.org/drawingml/2006/main" noGrp="1"/>
          </p:cNvSpPr>
          <p:nvPr/>
        </p:nvSpPr>
        <p:spPr>
          <a:xfrm xmlns:a="http://schemas.openxmlformats.org/drawingml/2006/main">
            <a:off x="533400" y="2381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08′</a:t>
            </a:r>
          </a:p>
        </p:txBody>
      </p:sp>
      <p:sp>
        <p:nvSpPr>
          <p:cNvPr id="15" name="Rectángulo 14">
            <a:extLst xmlns:a="http://schemas.openxmlformats.org/drawingml/2006/main">
              <a:ext uri="{FF2B5EF4-FFF2-40B4-BE49-F238E27FC236}">
                <a16:creationId xmlns:a16="http://schemas.microsoft.com/office/drawing/2014/main" id="{A514BB4A-2401-4F6B-BDB3-187145CB7CF1}"/>
              </a:ext>
            </a:extLst>
          </p:cNvPr>
          <p:cNvSpPr>
            <a:spLocks xmlns:a="http://schemas.openxmlformats.org/drawingml/2006/main" noGrp="1"/>
          </p:cNvSpPr>
          <p:nvPr/>
        </p:nvSpPr>
        <p:spPr>
          <a:xfrm xmlns:a="http://schemas.openxmlformats.org/drawingml/2006/main">
            <a:off x="1752600" y="2266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RECONOCER</a:t>
            </a:r>
          </a:p>
        </p:txBody>
      </p:sp>
      <p:sp>
        <p:nvSpPr>
          <p:cNvPr id="16" name="Rectángulo 15">
            <a:extLst xmlns:a="http://schemas.openxmlformats.org/drawingml/2006/main">
              <a:ext uri="{FF2B5EF4-FFF2-40B4-BE49-F238E27FC236}">
                <a16:creationId xmlns:a16="http://schemas.microsoft.com/office/drawing/2014/main" id="{98ED842D-F6DE-40B3-A888-6D81AA91D890}"/>
              </a:ext>
            </a:extLst>
          </p:cNvPr>
          <p:cNvSpPr>
            <a:spLocks xmlns:a="http://schemas.openxmlformats.org/drawingml/2006/main" noGrp="1"/>
          </p:cNvSpPr>
          <p:nvPr/>
        </p:nvSpPr>
        <p:spPr>
          <a:xfrm xmlns:a="http://schemas.openxmlformats.org/drawingml/2006/main">
            <a:off x="1752600" y="25622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Tarjeta: «hambre que puedo nombrar» / «pan que ya recibo».</a:t>
            </a:r>
          </a:p>
        </p:txBody>
      </p:sp>
      <p:sp>
        <p:nvSpPr>
          <p:cNvPr id="17" name="Rectángulo: esquinas redondeadas 16">
            <a:extLst xmlns:a="http://schemas.openxmlformats.org/drawingml/2006/main">
              <a:ext uri="{FF2B5EF4-FFF2-40B4-BE49-F238E27FC236}">
                <a16:creationId xmlns:a16="http://schemas.microsoft.com/office/drawing/2014/main" id="{844D3CC3-83C2-4555-AA49-17F6F0358EF9}"/>
              </a:ext>
            </a:extLst>
          </p:cNvPr>
          <p:cNvSpPr>
            <a:spLocks xmlns:a="http://schemas.openxmlformats.org/drawingml/2006/main" noGrp="1"/>
          </p:cNvSpPr>
          <p:nvPr/>
        </p:nvSpPr>
        <p:spPr>
          <a:xfrm xmlns:a="http://schemas.openxmlformats.org/drawingml/2006/main">
            <a:off x="6524625" y="22669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8" name="Rectángulo 17">
            <a:extLst xmlns:a="http://schemas.openxmlformats.org/drawingml/2006/main">
              <a:ext uri="{FF2B5EF4-FFF2-40B4-BE49-F238E27FC236}">
                <a16:creationId xmlns:a16="http://schemas.microsoft.com/office/drawing/2014/main" id="{70419300-4ED5-4180-85A1-517F52DFD2FB}"/>
              </a:ext>
            </a:extLst>
          </p:cNvPr>
          <p:cNvSpPr>
            <a:spLocks xmlns:a="http://schemas.openxmlformats.org/drawingml/2006/main" noGrp="1"/>
          </p:cNvSpPr>
          <p:nvPr/>
        </p:nvSpPr>
        <p:spPr>
          <a:xfrm xmlns:a="http://schemas.openxmlformats.org/drawingml/2006/main">
            <a:off x="6743700" y="23622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necesito recibir antes de pensar en dar?</a:t>
            </a:r>
          </a:p>
        </p:txBody>
      </p:sp>
      <p:sp>
        <p:nvSpPr>
          <p:cNvPr id="19" name="Elipse 18">
            <a:extLst xmlns:a="http://schemas.openxmlformats.org/drawingml/2006/main">
              <a:ext uri="{FF2B5EF4-FFF2-40B4-BE49-F238E27FC236}">
                <a16:creationId xmlns:a16="http://schemas.microsoft.com/office/drawing/2014/main" id="{21440157-A5B3-4220-B61D-9DB2AB3DCF44}"/>
              </a:ext>
            </a:extLst>
          </p:cNvPr>
          <p:cNvSpPr>
            <a:spLocks xmlns:a="http://schemas.openxmlformats.org/drawingml/2006/main" noGrp="1"/>
          </p:cNvSpPr>
          <p:nvPr/>
        </p:nvSpPr>
        <p:spPr>
          <a:xfrm xmlns:a="http://schemas.openxmlformats.org/drawingml/2006/main">
            <a:off x="1085850" y="32766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0" name="Rectángulo 19">
            <a:extLst xmlns:a="http://schemas.openxmlformats.org/drawingml/2006/main">
              <a:ext uri="{FF2B5EF4-FFF2-40B4-BE49-F238E27FC236}">
                <a16:creationId xmlns:a16="http://schemas.microsoft.com/office/drawing/2014/main" id="{98DCD944-D80F-4335-93F8-2FBC2D625A33}"/>
              </a:ext>
            </a:extLst>
          </p:cNvPr>
          <p:cNvSpPr>
            <a:spLocks xmlns:a="http://schemas.openxmlformats.org/drawingml/2006/main" noGrp="1"/>
          </p:cNvSpPr>
          <p:nvPr/>
        </p:nvSpPr>
        <p:spPr>
          <a:xfrm xmlns:a="http://schemas.openxmlformats.org/drawingml/2006/main">
            <a:off x="1085850" y="32956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3</a:t>
            </a:r>
          </a:p>
        </p:txBody>
      </p:sp>
      <p:sp>
        <p:nvSpPr>
          <p:cNvPr id="21" name="Rectángulo 20">
            <a:extLst xmlns:a="http://schemas.openxmlformats.org/drawingml/2006/main">
              <a:ext uri="{FF2B5EF4-FFF2-40B4-BE49-F238E27FC236}">
                <a16:creationId xmlns:a16="http://schemas.microsoft.com/office/drawing/2014/main" id="{3195E1D4-5B20-49BE-92FF-51BA140D50C1}"/>
              </a:ext>
            </a:extLst>
          </p:cNvPr>
          <p:cNvSpPr>
            <a:spLocks xmlns:a="http://schemas.openxmlformats.org/drawingml/2006/main" noGrp="1"/>
          </p:cNvSpPr>
          <p:nvPr/>
        </p:nvSpPr>
        <p:spPr>
          <a:xfrm xmlns:a="http://schemas.openxmlformats.org/drawingml/2006/main">
            <a:off x="533400" y="3295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20′</a:t>
            </a:r>
          </a:p>
        </p:txBody>
      </p:sp>
      <p:sp>
        <p:nvSpPr>
          <p:cNvPr id="22" name="Rectángulo 21">
            <a:extLst xmlns:a="http://schemas.openxmlformats.org/drawingml/2006/main">
              <a:ext uri="{FF2B5EF4-FFF2-40B4-BE49-F238E27FC236}">
                <a16:creationId xmlns:a16="http://schemas.microsoft.com/office/drawing/2014/main" id="{15AF171C-7201-47F1-AED5-9E8D281081A1}"/>
              </a:ext>
            </a:extLst>
          </p:cNvPr>
          <p:cNvSpPr>
            <a:spLocks xmlns:a="http://schemas.openxmlformats.org/drawingml/2006/main" noGrp="1"/>
          </p:cNvSpPr>
          <p:nvPr/>
        </p:nvSpPr>
        <p:spPr>
          <a:xfrm xmlns:a="http://schemas.openxmlformats.org/drawingml/2006/main">
            <a:off x="1752600" y="31813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PERMANECER</a:t>
            </a:r>
          </a:p>
        </p:txBody>
      </p:sp>
      <p:sp>
        <p:nvSpPr>
          <p:cNvPr id="23" name="Rectángulo 22">
            <a:extLst xmlns:a="http://schemas.openxmlformats.org/drawingml/2006/main">
              <a:ext uri="{FF2B5EF4-FFF2-40B4-BE49-F238E27FC236}">
                <a16:creationId xmlns:a16="http://schemas.microsoft.com/office/drawing/2014/main" id="{5685EC69-1FED-4758-B7B9-83DB3A0BB403}"/>
              </a:ext>
            </a:extLst>
          </p:cNvPr>
          <p:cNvSpPr>
            <a:spLocks xmlns:a="http://schemas.openxmlformats.org/drawingml/2006/main" noGrp="1"/>
          </p:cNvSpPr>
          <p:nvPr/>
        </p:nvSpPr>
        <p:spPr>
          <a:xfrm xmlns:a="http://schemas.openxmlformats.org/drawingml/2006/main">
            <a:off x="1752600" y="34766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Leer Jn 6,51–58 y marcar: dar, comer, beber, permanecer y vivir.</a:t>
            </a:r>
          </a:p>
        </p:txBody>
      </p:sp>
      <p:sp>
        <p:nvSpPr>
          <p:cNvPr id="24" name="Rectángulo: esquinas redondeadas 23">
            <a:extLst xmlns:a="http://schemas.openxmlformats.org/drawingml/2006/main">
              <a:ext uri="{FF2B5EF4-FFF2-40B4-BE49-F238E27FC236}">
                <a16:creationId xmlns:a16="http://schemas.microsoft.com/office/drawing/2014/main" id="{906FFFBE-D862-49A8-9A23-FFDE300EF90F}"/>
              </a:ext>
            </a:extLst>
          </p:cNvPr>
          <p:cNvSpPr>
            <a:spLocks xmlns:a="http://schemas.openxmlformats.org/drawingml/2006/main" noGrp="1"/>
          </p:cNvSpPr>
          <p:nvPr/>
        </p:nvSpPr>
        <p:spPr>
          <a:xfrm xmlns:a="http://schemas.openxmlformats.org/drawingml/2006/main">
            <a:off x="6524625" y="31813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25" name="Rectángulo 24">
            <a:extLst xmlns:a="http://schemas.openxmlformats.org/drawingml/2006/main">
              <a:ext uri="{FF2B5EF4-FFF2-40B4-BE49-F238E27FC236}">
                <a16:creationId xmlns:a16="http://schemas.microsoft.com/office/drawing/2014/main" id="{7CFFC0D1-2720-4CFD-8F95-8EB2A021B3FE}"/>
              </a:ext>
            </a:extLst>
          </p:cNvPr>
          <p:cNvSpPr>
            <a:spLocks xmlns:a="http://schemas.openxmlformats.org/drawingml/2006/main" noGrp="1"/>
          </p:cNvSpPr>
          <p:nvPr/>
        </p:nvSpPr>
        <p:spPr>
          <a:xfrm xmlns:a="http://schemas.openxmlformats.org/drawingml/2006/main">
            <a:off x="6743700" y="32766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relación une recibir a Jesús y vivir de él?</a:t>
            </a:r>
          </a:p>
        </p:txBody>
      </p:sp>
      <p:sp>
        <p:nvSpPr>
          <p:cNvPr id="26" name="Elipse 25">
            <a:extLst xmlns:a="http://schemas.openxmlformats.org/drawingml/2006/main">
              <a:ext uri="{FF2B5EF4-FFF2-40B4-BE49-F238E27FC236}">
                <a16:creationId xmlns:a16="http://schemas.microsoft.com/office/drawing/2014/main" id="{6E6643F4-6238-46E9-8AB2-F53E1FDCA93E}"/>
              </a:ext>
            </a:extLst>
          </p:cNvPr>
          <p:cNvSpPr>
            <a:spLocks xmlns:a="http://schemas.openxmlformats.org/drawingml/2006/main" noGrp="1"/>
          </p:cNvSpPr>
          <p:nvPr/>
        </p:nvSpPr>
        <p:spPr>
          <a:xfrm xmlns:a="http://schemas.openxmlformats.org/drawingml/2006/main">
            <a:off x="1085850" y="41910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7" name="Rectángulo 26">
            <a:extLst xmlns:a="http://schemas.openxmlformats.org/drawingml/2006/main">
              <a:ext uri="{FF2B5EF4-FFF2-40B4-BE49-F238E27FC236}">
                <a16:creationId xmlns:a16="http://schemas.microsoft.com/office/drawing/2014/main" id="{87CC754A-24A1-4F48-96FC-75E0CBD33137}"/>
              </a:ext>
            </a:extLst>
          </p:cNvPr>
          <p:cNvSpPr>
            <a:spLocks xmlns:a="http://schemas.openxmlformats.org/drawingml/2006/main" noGrp="1"/>
          </p:cNvSpPr>
          <p:nvPr/>
        </p:nvSpPr>
        <p:spPr>
          <a:xfrm xmlns:a="http://schemas.openxmlformats.org/drawingml/2006/main">
            <a:off x="1085850" y="42100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4</a:t>
            </a:r>
          </a:p>
        </p:txBody>
      </p:sp>
      <p:sp>
        <p:nvSpPr>
          <p:cNvPr id="28" name="Rectángulo 27">
            <a:extLst xmlns:a="http://schemas.openxmlformats.org/drawingml/2006/main">
              <a:ext uri="{FF2B5EF4-FFF2-40B4-BE49-F238E27FC236}">
                <a16:creationId xmlns:a16="http://schemas.microsoft.com/office/drawing/2014/main" id="{F2300832-27E6-4A62-B815-CC398E774590}"/>
              </a:ext>
            </a:extLst>
          </p:cNvPr>
          <p:cNvSpPr>
            <a:spLocks xmlns:a="http://schemas.openxmlformats.org/drawingml/2006/main" noGrp="1"/>
          </p:cNvSpPr>
          <p:nvPr/>
        </p:nvSpPr>
        <p:spPr>
          <a:xfrm xmlns:a="http://schemas.openxmlformats.org/drawingml/2006/main">
            <a:off x="533400" y="42100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38′</a:t>
            </a:r>
          </a:p>
        </p:txBody>
      </p:sp>
      <p:sp>
        <p:nvSpPr>
          <p:cNvPr id="29" name="Rectángulo 28">
            <a:extLst xmlns:a="http://schemas.openxmlformats.org/drawingml/2006/main">
              <a:ext uri="{FF2B5EF4-FFF2-40B4-BE49-F238E27FC236}">
                <a16:creationId xmlns:a16="http://schemas.microsoft.com/office/drawing/2014/main" id="{7834DC01-F13F-45A7-B827-2EFCF258C64C}"/>
              </a:ext>
            </a:extLst>
          </p:cNvPr>
          <p:cNvSpPr>
            <a:spLocks xmlns:a="http://schemas.openxmlformats.org/drawingml/2006/main" noGrp="1"/>
          </p:cNvSpPr>
          <p:nvPr/>
        </p:nvSpPr>
        <p:spPr>
          <a:xfrm xmlns:a="http://schemas.openxmlformats.org/drawingml/2006/main">
            <a:off x="1752600" y="40957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DISCERNIR</a:t>
            </a:r>
          </a:p>
        </p:txBody>
      </p:sp>
      <p:sp>
        <p:nvSpPr>
          <p:cNvPr id="30" name="Rectángulo 29">
            <a:extLst xmlns:a="http://schemas.openxmlformats.org/drawingml/2006/main">
              <a:ext uri="{FF2B5EF4-FFF2-40B4-BE49-F238E27FC236}">
                <a16:creationId xmlns:a16="http://schemas.microsoft.com/office/drawing/2014/main" id="{E215B0C6-630D-414B-854B-6049BC88FB9C}"/>
              </a:ext>
            </a:extLst>
          </p:cNvPr>
          <p:cNvSpPr>
            <a:spLocks xmlns:a="http://schemas.openxmlformats.org/drawingml/2006/main" noGrp="1"/>
          </p:cNvSpPr>
          <p:nvPr/>
        </p:nvSpPr>
        <p:spPr>
          <a:xfrm xmlns:a="http://schemas.openxmlformats.org/drawingml/2006/main">
            <a:off x="1752600" y="43910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En tríos, decidir ante un caso: hacer por, hacer con o derivar.</a:t>
            </a:r>
          </a:p>
        </p:txBody>
      </p:sp>
      <p:sp>
        <p:nvSpPr>
          <p:cNvPr id="31" name="Rectángulo: esquinas redondeadas 30">
            <a:extLst xmlns:a="http://schemas.openxmlformats.org/drawingml/2006/main">
              <a:ext uri="{FF2B5EF4-FFF2-40B4-BE49-F238E27FC236}">
                <a16:creationId xmlns:a16="http://schemas.microsoft.com/office/drawing/2014/main" id="{4DE7B454-0DF5-46AF-8F41-F50C714721A7}"/>
              </a:ext>
            </a:extLst>
          </p:cNvPr>
          <p:cNvSpPr>
            <a:spLocks xmlns:a="http://schemas.openxmlformats.org/drawingml/2006/main" noGrp="1"/>
          </p:cNvSpPr>
          <p:nvPr/>
        </p:nvSpPr>
        <p:spPr>
          <a:xfrm xmlns:a="http://schemas.openxmlformats.org/drawingml/2006/main">
            <a:off x="6524625" y="40957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2" name="Rectángulo 31">
            <a:extLst xmlns:a="http://schemas.openxmlformats.org/drawingml/2006/main">
              <a:ext uri="{FF2B5EF4-FFF2-40B4-BE49-F238E27FC236}">
                <a16:creationId xmlns:a16="http://schemas.microsoft.com/office/drawing/2014/main" id="{3F3B248E-9AFD-4821-9A04-E4B2993BE154}"/>
              </a:ext>
            </a:extLst>
          </p:cNvPr>
          <p:cNvSpPr>
            <a:spLocks xmlns:a="http://schemas.openxmlformats.org/drawingml/2006/main" noGrp="1"/>
          </p:cNvSpPr>
          <p:nvPr/>
        </p:nvSpPr>
        <p:spPr>
          <a:xfrm xmlns:a="http://schemas.openxmlformats.org/drawingml/2006/main">
            <a:off x="6743700" y="41910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ayuda alimenta de verdad y cuál invade o crea dependencia?</a:t>
            </a:r>
          </a:p>
        </p:txBody>
      </p:sp>
      <p:sp>
        <p:nvSpPr>
          <p:cNvPr id="33" name="Elipse 32">
            <a:extLst xmlns:a="http://schemas.openxmlformats.org/drawingml/2006/main">
              <a:ext uri="{FF2B5EF4-FFF2-40B4-BE49-F238E27FC236}">
                <a16:creationId xmlns:a16="http://schemas.microsoft.com/office/drawing/2014/main" id="{E1ED5C02-4073-4A3B-AF10-4A0648C33BEB}"/>
              </a:ext>
            </a:extLst>
          </p:cNvPr>
          <p:cNvSpPr>
            <a:spLocks xmlns:a="http://schemas.openxmlformats.org/drawingml/2006/main" noGrp="1"/>
          </p:cNvSpPr>
          <p:nvPr/>
        </p:nvSpPr>
        <p:spPr>
          <a:xfrm xmlns:a="http://schemas.openxmlformats.org/drawingml/2006/main">
            <a:off x="1085850" y="5105400"/>
            <a:ext cx="361950" cy="361950"/>
          </a:xfrm>
          <a:prstGeom xmlns:a="http://schemas.openxmlformats.org/drawingml/2006/main" prst="ellipse">
            <a:avLst/>
          </a:prstGeom>
          <a:solidFill xmlns:a="http://schemas.openxmlformats.org/drawingml/2006/main">
            <a:srgbClr val="496B4A"/>
          </a:solidFill>
          <a:ln xmlns:a="http://schemas.openxmlformats.org/drawingml/2006/main" w="9525">
            <a:solidFill>
              <a:srgbClr val="F5E7C3"/>
            </a:solidFill>
          </a:ln>
        </p:spPr>
      </p:sp>
      <p:sp>
        <p:nvSpPr>
          <p:cNvPr id="34" name="Rectángulo 33">
            <a:extLst xmlns:a="http://schemas.openxmlformats.org/drawingml/2006/main">
              <a:ext uri="{FF2B5EF4-FFF2-40B4-BE49-F238E27FC236}">
                <a16:creationId xmlns:a16="http://schemas.microsoft.com/office/drawing/2014/main" id="{F49ADBB0-2D51-41F5-9F5F-40B5F266BCDB}"/>
              </a:ext>
            </a:extLst>
          </p:cNvPr>
          <p:cNvSpPr>
            <a:spLocks xmlns:a="http://schemas.openxmlformats.org/drawingml/2006/main" noGrp="1"/>
          </p:cNvSpPr>
          <p:nvPr/>
        </p:nvSpPr>
        <p:spPr>
          <a:xfrm xmlns:a="http://schemas.openxmlformats.org/drawingml/2006/main">
            <a:off x="1085850" y="51244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5</a:t>
            </a:r>
          </a:p>
        </p:txBody>
      </p:sp>
      <p:sp>
        <p:nvSpPr>
          <p:cNvPr id="35" name="Rectángulo 34">
            <a:extLst xmlns:a="http://schemas.openxmlformats.org/drawingml/2006/main">
              <a:ext uri="{FF2B5EF4-FFF2-40B4-BE49-F238E27FC236}">
                <a16:creationId xmlns:a16="http://schemas.microsoft.com/office/drawing/2014/main" id="{336EC6DF-7239-4253-9ACE-80243B2976E6}"/>
              </a:ext>
            </a:extLst>
          </p:cNvPr>
          <p:cNvSpPr>
            <a:spLocks xmlns:a="http://schemas.openxmlformats.org/drawingml/2006/main" noGrp="1"/>
          </p:cNvSpPr>
          <p:nvPr/>
        </p:nvSpPr>
        <p:spPr>
          <a:xfrm xmlns:a="http://schemas.openxmlformats.org/drawingml/2006/main">
            <a:off x="533400" y="51244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58′</a:t>
            </a:r>
          </a:p>
        </p:txBody>
      </p:sp>
      <p:sp>
        <p:nvSpPr>
          <p:cNvPr id="36" name="Rectángulo 35">
            <a:extLst xmlns:a="http://schemas.openxmlformats.org/drawingml/2006/main">
              <a:ext uri="{FF2B5EF4-FFF2-40B4-BE49-F238E27FC236}">
                <a16:creationId xmlns:a16="http://schemas.microsoft.com/office/drawing/2014/main" id="{89AB0ED0-9F6F-4E16-8BD6-1E0D0433FD62}"/>
              </a:ext>
            </a:extLst>
          </p:cNvPr>
          <p:cNvSpPr>
            <a:spLocks xmlns:a="http://schemas.openxmlformats.org/drawingml/2006/main" noGrp="1"/>
          </p:cNvSpPr>
          <p:nvPr/>
        </p:nvSpPr>
        <p:spPr>
          <a:xfrm xmlns:a="http://schemas.openxmlformats.org/drawingml/2006/main">
            <a:off x="1752600" y="50101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COMPARTIR</a:t>
            </a:r>
          </a:p>
        </p:txBody>
      </p:sp>
      <p:sp>
        <p:nvSpPr>
          <p:cNvPr id="37" name="Rectángulo 36">
            <a:extLst xmlns:a="http://schemas.openxmlformats.org/drawingml/2006/main">
              <a:ext uri="{FF2B5EF4-FFF2-40B4-BE49-F238E27FC236}">
                <a16:creationId xmlns:a16="http://schemas.microsoft.com/office/drawing/2014/main" id="{CEED62F7-9C9A-4EFF-AE0F-747882061D5F}"/>
              </a:ext>
            </a:extLst>
          </p:cNvPr>
          <p:cNvSpPr>
            <a:spLocks xmlns:a="http://schemas.openxmlformats.org/drawingml/2006/main" noGrp="1"/>
          </p:cNvSpPr>
          <p:nvPr/>
        </p:nvSpPr>
        <p:spPr>
          <a:xfrm xmlns:a="http://schemas.openxmlformats.org/drawingml/2006/main">
            <a:off x="1752600" y="53054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Elegir un gesto de pan: presencia, recurso, invitación o derivación. Orar.</a:t>
            </a:r>
          </a:p>
        </p:txBody>
      </p:sp>
      <p:sp>
        <p:nvSpPr>
          <p:cNvPr id="38" name="Rectángulo: esquinas redondeadas 37">
            <a:extLst xmlns:a="http://schemas.openxmlformats.org/drawingml/2006/main">
              <a:ext uri="{FF2B5EF4-FFF2-40B4-BE49-F238E27FC236}">
                <a16:creationId xmlns:a16="http://schemas.microsoft.com/office/drawing/2014/main" id="{192F604F-0693-4338-B4C8-60A0986BAF1E}"/>
              </a:ext>
            </a:extLst>
          </p:cNvPr>
          <p:cNvSpPr>
            <a:spLocks xmlns:a="http://schemas.openxmlformats.org/drawingml/2006/main" noGrp="1"/>
          </p:cNvSpPr>
          <p:nvPr/>
        </p:nvSpPr>
        <p:spPr>
          <a:xfrm xmlns:a="http://schemas.openxmlformats.org/drawingml/2006/main">
            <a:off x="6524625" y="50101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9" name="Rectángulo 38">
            <a:extLst xmlns:a="http://schemas.openxmlformats.org/drawingml/2006/main">
              <a:ext uri="{FF2B5EF4-FFF2-40B4-BE49-F238E27FC236}">
                <a16:creationId xmlns:a16="http://schemas.microsoft.com/office/drawing/2014/main" id="{E1A9E620-0DA6-4D84-A6FA-A22825ED5D1C}"/>
              </a:ext>
            </a:extLst>
          </p:cNvPr>
          <p:cNvSpPr>
            <a:spLocks xmlns:a="http://schemas.openxmlformats.org/drawingml/2006/main" noGrp="1"/>
          </p:cNvSpPr>
          <p:nvPr/>
        </p:nvSpPr>
        <p:spPr>
          <a:xfrm xmlns:a="http://schemas.openxmlformats.org/drawingml/2006/main">
            <a:off x="6743700" y="51054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cuidado concreto puedo ofrecer esta semana con límites?</a:t>
            </a:r>
          </a:p>
        </p:txBody>
      </p:sp>
      <p:sp>
        <p:nvSpPr>
          <p:cNvPr id="40" name="Rectángulo: esquinas redondeadas 39">
            <a:extLst xmlns:a="http://schemas.openxmlformats.org/drawingml/2006/main">
              <a:ext uri="{FF2B5EF4-FFF2-40B4-BE49-F238E27FC236}">
                <a16:creationId xmlns:a16="http://schemas.microsoft.com/office/drawing/2014/main" id="{4ED58C9D-8432-446A-B976-960336A9AB6B}"/>
              </a:ext>
            </a:extLst>
          </p:cNvPr>
          <p:cNvSpPr>
            <a:spLocks xmlns:a="http://schemas.openxmlformats.org/drawingml/2006/main" noGrp="1"/>
          </p:cNvSpPr>
          <p:nvPr/>
        </p:nvSpPr>
        <p:spPr>
          <a:xfrm xmlns:a="http://schemas.openxmlformats.org/drawingml/2006/main">
            <a:off x="1752600" y="6048375"/>
            <a:ext cx="9725025" cy="447675"/>
          </a:xfrm>
          <a:prstGeom xmlns:a="http://schemas.openxmlformats.org/drawingml/2006/main" prst="roundRect">
            <a:avLst>
              <a:gd name="adj" fmla="val 25532"/>
            </a:avLst>
          </a:prstGeom>
          <a:ln xmlns:a="http://schemas.openxmlformats.org/drawingml/2006/main" w="9525">
            <a:solidFill>
              <a:srgbClr val="D9A441"/>
            </a:solidFill>
            <a:prstDash val="solid"/>
          </a:ln>
        </p:spPr>
      </p:sp>
      <p:sp>
        <p:nvSpPr>
          <p:cNvPr id="41" name="Rectángulo 40">
            <a:extLst xmlns:a="http://schemas.openxmlformats.org/drawingml/2006/main">
              <a:ext uri="{FF2B5EF4-FFF2-40B4-BE49-F238E27FC236}">
                <a16:creationId xmlns:a16="http://schemas.microsoft.com/office/drawing/2014/main" id="{1E9C6448-F067-47A4-9BF5-FD916857C243}"/>
              </a:ext>
            </a:extLst>
          </p:cNvPr>
          <p:cNvSpPr>
            <a:spLocks xmlns:a="http://schemas.openxmlformats.org/drawingml/2006/main" noGrp="1"/>
          </p:cNvSpPr>
          <p:nvPr/>
        </p:nvSpPr>
        <p:spPr>
          <a:xfrm xmlns:a="http://schemas.openxmlformats.org/drawingml/2006/main">
            <a:off x="1943100" y="6124575"/>
            <a:ext cx="9344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FFFFF"/>
                </a:solidFill>
              </a:defRPr>
            </a:pPr>
            <a:r>
              <a:rPr sz="1200" b="1">
                <a:solidFill>
                  <a:srgbClr val="FFFFFF"/>
                </a:solidFill>
              </a:rPr>
              <a:t>CRITERIO: no simular la Eucaristía; ayudar con consentimiento, autonomía y límites, sin salvar, invadir ni agotarse.</a:t>
            </a:r>
          </a:p>
        </p:txBody>
      </p:sp>
      <p:sp>
        <p:nvSpPr>
          <p:cNvPr id="42" name="Rectángulo 41">
            <a:extLst xmlns:a="http://schemas.openxmlformats.org/drawingml/2006/main">
              <a:ext uri="{FF2B5EF4-FFF2-40B4-BE49-F238E27FC236}">
                <a16:creationId xmlns:a16="http://schemas.microsoft.com/office/drawing/2014/main" id="{B8673AC7-8C86-4415-B176-1DC3C9738DEF}"/>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03</a:t>
            </a:r>
          </a:p>
        </p:txBody>
      </p:sp>
    </p:spTree>
    <p:extLst>
      <p:ext uri="{BB962C8B-B14F-4D97-AF65-F5344CB8AC3E}">
        <p14:creationId xmlns:p14="http://schemas.microsoft.com/office/powerpoint/2010/main" val="2008496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2026-07-14T09:40:18.3990000Z</dcterms:created>
  <dcterms:modified xsi:type="dcterms:W3CDTF">2026-07-14T09:40:18.3990000Z</dcterms:modified>
</coreProperties>
</file>