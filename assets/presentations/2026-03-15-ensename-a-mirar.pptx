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24d833cea6e4254" /><Relationship Type="http://schemas.openxmlformats.org/officeDocument/2006/relationships/extended-properties" Target="/docProps/app.xml" Id="Rfccfa519934e445b" /><Relationship Type="http://schemas.openxmlformats.org/officeDocument/2006/relationships/officeDocument" Target="/ppt/presentation.xml" Id="Rdcfcf2da0da249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dd045f6ffc423d"/>
  </p:sldMasterIdLst>
  <p:notesMasterIdLst>
    <p:notesMasterId xmlns:r="http://schemas.openxmlformats.org/officeDocument/2006/relationships" r:id="Re7156921d8904b4d"/>
  </p:notesMasterIdLst>
  <p:sldIdLst>
    <p:sldId xmlns:r="http://schemas.openxmlformats.org/officeDocument/2006/relationships" id="256" r:id="R3a99ba3068db40ae"/>
    <p:sldId xmlns:r="http://schemas.openxmlformats.org/officeDocument/2006/relationships" id="257" r:id="R4e7ba0047b4e4448"/>
    <p:sldId xmlns:r="http://schemas.openxmlformats.org/officeDocument/2006/relationships" id="258" r:id="Rea843b5451fc492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bf4387e3a046b9" /><Relationship Type="http://schemas.openxmlformats.org/officeDocument/2006/relationships/slideMaster" Target="/ppt/slideMasters/slideMaster1.xml" Id="R73dd045f6ffc423d" /><Relationship Type="http://schemas.openxmlformats.org/officeDocument/2006/relationships/notesMaster" Target="/ppt/notesMasters/notesMaster1.xml" Id="Re7156921d8904b4d" /><Relationship Type="http://schemas.openxmlformats.org/officeDocument/2006/relationships/presProps" Target="/ppt/presProps.xml" Id="Rbf1feed8eb5e4dce" /><Relationship Type="http://schemas.openxmlformats.org/officeDocument/2006/relationships/viewProps" Target="/ppt/viewProps.xml" Id="R551192dcb3204b1a" /><Relationship Type="http://schemas.openxmlformats.org/officeDocument/2006/relationships/tableStyles" Target="/ppt/tableStyles.xml" Id="Re9d72019311f427b" /><Relationship Type="http://schemas.openxmlformats.org/officeDocument/2006/relationships/slide" Target="/ppt/slides/slide1.xml" Id="R3a99ba3068db40ae" /><Relationship Type="http://schemas.openxmlformats.org/officeDocument/2006/relationships/slide" Target="/ppt/slides/slide2.xml" Id="R4e7ba0047b4e4448" /><Relationship Type="http://schemas.openxmlformats.org/officeDocument/2006/relationships/slide" Target="/ppt/slides/slide3.xml" Id="Rea843b5451fc49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0bd5b703234f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1596ba5cde4069" /><Relationship Type="http://schemas.openxmlformats.org/officeDocument/2006/relationships/notesMaster" Target="/ppt/notesMasters/notesMaster1.xml" Id="R3884c757853b46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93ff6668bdb4646" /><Relationship Type="http://schemas.openxmlformats.org/officeDocument/2006/relationships/notesMaster" Target="/ppt/notesMasters/notesMaster1.xml" Id="R6cfb8b8ebc154a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f4187f1d704b13" /><Relationship Type="http://schemas.openxmlformats.org/officeDocument/2006/relationships/notesMaster" Target="/ppt/notesMasters/notesMaster1.xml" Id="R70c74ae0eea94bb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Jesus ve primero a un hombre, mientras los discipulos buscan una culpa que explique su situacion. El barro y Siloe abren el relato, pero el hombre no queda como objeto pasivo: obedece, narra, responde, discute, interpreta y finalmente cree. Los vecinos y autoridades, aunque tienen vista fisica, van cerrandose a la realidad y a la voz del protagonista. No equiparar discapacidad visual con falta de fe ni presentar la curacion como medida del valor de una persona.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Samuel distingue la mirada de Dios de la apariencia; Isaias recuerda que Dios llama por el nombre; la primera carta de Juan vincula la fe con el amor al hermano visible; Pablo invita a conocer de nuevo desde Cristo. Estas resonancias no convierten la discapacidad en metafora moral: iluminan el paso de la etiqueta a una relacion que escucha, reconoce la historia y abre futuro.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Enseñame a mirar, copias de Jn 9,1-41, tarjetas con tres columnas y tres casos ficticios de frases-etiqueta. Leer en voz alta todas las consignas y ofrecer texto de tamano amplio si alguien lo necesita. En OBSERVAR se separan dato, suposicion y desconocido; no se piden historias personales. En DESMONTAR se transforman etiquetas en preguntas abiertas. No usar ciego o ceguera como insulto, no reducir la discapacidad a simbolo espiritual y no pedir a nadie que represente una discapacidad. Compartir es libre y pasar es valido.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ac9e75d52247b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2e5ee97ac1492d" /><Relationship Type="http://schemas.openxmlformats.org/officeDocument/2006/relationships/slideLayout" Target="/ppt/slideLayouts/slideLayout1.xml" Id="R514ad21e7f88439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4ad21e7f8843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6da5967eef4324" /><Relationship Type="http://schemas.openxmlformats.org/officeDocument/2006/relationships/image" Target="/ppt/media/image.png" Id="R88209f8ced5a4f5e" /><Relationship Type="http://schemas.openxmlformats.org/officeDocument/2006/relationships/notesSlide" Target="/ppt/notesSlides/notesSlide1.xml" Id="R24b07aec209c4a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cc9ce721c146a6" /><Relationship Type="http://schemas.openxmlformats.org/officeDocument/2006/relationships/notesSlide" Target="/ppt/notesSlides/notesSlide2.xml" Id="R785f7c222efb4fb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bb5120cba43b8" /><Relationship Type="http://schemas.openxmlformats.org/officeDocument/2006/relationships/notesSlide" Target="/ppt/notesSlides/notesSlide3.xml" Id="R6771e51a83ca40c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209f8ced5a4f5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ENSÉÑAME A MIRAR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Aprender a mirar de nuevo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VE A LA PERSONA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 ABRE FUTURO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fe aprende a pasar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de la etiqueta al encuentro.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VER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ve a un hombre;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otros ven una culpa.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pregunta cambia cuando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aparece una persona.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ABRIR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Hace barro y lo envía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 Siloé.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futuro comienza con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un gesto y una respuesta.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NOMBRARSE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vecinos dudan;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él responde: «Yo soy».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Deja de ser un caso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recupera su propia voz.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SOSTENER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«Antes no veía;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ahora veo».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entrega su experiencia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 la presión del grupo.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ENCONTRAR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 expulsan; Jesús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sale a buscarlo.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mirada nueva culmina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relación y fe.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«Enséñame a mirar como miras Tú»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pide una mirada que no reduzca a nadie a etiquetas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Sam 16,7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MIRAR EL CORAZÓN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hombre mira las apariencias; el Señor mira el corazón.»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reduce a una persona a lo visible, esperado o recordado de ella.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43,1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LLAMAR POR EL NOMBRE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«Te he llamado por tu nombre: tú eres mío.»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Antes de cualquier juicio, Dios reconoce una historia y devuelve pertenencia.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Jn 4,20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VER AL HERMANO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«Quien no ama a su hermano, a quien ve, no puede amar a Dios.»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fe se vuelve visible cuando escuchar a la persona importa más que ganar la discusión.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Co 5,16–17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CONOCER DE NUEVO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«Ya no conocemos a nadie según la carne… nueva criatura es.»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Cristo abre una mirada que no encierra a nadie en su pasado ni en una etiqueta.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Persona acogida  ·  etiqueta cuestionada  ·  voz recuperada  ·  futuro abierto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¿a quién estoy mirando más desde una etiqueta que desde su historia?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etiqueta rápida a una mirada que escucha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«Enséñame a mirar»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me invita a cambiar mi manera de mirar?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OBSERVAR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«lo que veo» / «lo que supongo» / «lo que no sé».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¿Dónde termina el dato y empieza mi interpretación?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9,1–41 en cinco escenas y seguir quién mira, habla y decide.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recupera el hombre su voz a lo largo del relato?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DESMONTAR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transformar tres frases-etiqueta en preguntas que abran futuro.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pregunta permitiría conocer antes de juzgar?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ACERCARSE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Cambiar un juicio por una pregunta y un gesto de escucha.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¿A quién necesito dejar de explicar y empezar a escuchar?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usar la ceguera como insulto ni reducir la discapacidad a metáfora; pasar es válido.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2026-07-19T11:01:32.4190000Z</dcterms:created>
  <dcterms:modified xsi:type="dcterms:W3CDTF">2026-07-19T11:01:32.4190000Z</dcterms:modified>
</coreProperties>
</file>