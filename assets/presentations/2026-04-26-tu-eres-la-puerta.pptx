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bc21d37ede4cb5" /><Relationship Type="http://schemas.openxmlformats.org/officeDocument/2006/relationships/extended-properties" Target="/docProps/app.xml" Id="R5e7f5beac9ad4a46" /><Relationship Type="http://schemas.openxmlformats.org/officeDocument/2006/relationships/officeDocument" Target="/ppt/presentation.xml" Id="R4ee7cd37533c4d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483b5a3d1843a0"/>
  </p:sldMasterIdLst>
  <p:notesMasterIdLst>
    <p:notesMasterId xmlns:r="http://schemas.openxmlformats.org/officeDocument/2006/relationships" r:id="R0ccface43ed74bb0"/>
  </p:notesMasterIdLst>
  <p:sldIdLst>
    <p:sldId xmlns:r="http://schemas.openxmlformats.org/officeDocument/2006/relationships" id="256" r:id="R1428240875e046a6"/>
    <p:sldId xmlns:r="http://schemas.openxmlformats.org/officeDocument/2006/relationships" id="257" r:id="R79708e735adc4f1a"/>
    <p:sldId xmlns:r="http://schemas.openxmlformats.org/officeDocument/2006/relationships" id="258" r:id="R17ae6b4f97954f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17140757f0430e" /><Relationship Type="http://schemas.openxmlformats.org/officeDocument/2006/relationships/slideMaster" Target="/ppt/slideMasters/slideMaster1.xml" Id="R65483b5a3d1843a0" /><Relationship Type="http://schemas.openxmlformats.org/officeDocument/2006/relationships/notesMaster" Target="/ppt/notesMasters/notesMaster1.xml" Id="R0ccface43ed74bb0" /><Relationship Type="http://schemas.openxmlformats.org/officeDocument/2006/relationships/presProps" Target="/ppt/presProps.xml" Id="R4cd9fb1272094562" /><Relationship Type="http://schemas.openxmlformats.org/officeDocument/2006/relationships/viewProps" Target="/ppt/viewProps.xml" Id="Rc941b467355c47c6" /><Relationship Type="http://schemas.openxmlformats.org/officeDocument/2006/relationships/tableStyles" Target="/ppt/tableStyles.xml" Id="R2d23949faa7d42b7" /><Relationship Type="http://schemas.openxmlformats.org/officeDocument/2006/relationships/slide" Target="/ppt/slides/slide1.xml" Id="R1428240875e046a6" /><Relationship Type="http://schemas.openxmlformats.org/officeDocument/2006/relationships/slide" Target="/ppt/slides/slide2.xml" Id="R79708e735adc4f1a" /><Relationship Type="http://schemas.openxmlformats.org/officeDocument/2006/relationships/slide" Target="/ppt/slides/slide3.xml" Id="R17ae6b4f97954f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43a3b180e348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e205ad729d4eb0" /><Relationship Type="http://schemas.openxmlformats.org/officeDocument/2006/relationships/notesMaster" Target="/ppt/notesMasters/notesMaster1.xml" Id="R164f9d14353a49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f0f7d3e8ba45ae" /><Relationship Type="http://schemas.openxmlformats.org/officeDocument/2006/relationships/notesMaster" Target="/ppt/notesMasters/notesMaster1.xml" Id="Rfb496973169046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f6ef9136cf4b35" /><Relationship Type="http://schemas.openxmlformats.org/officeDocument/2006/relationships/notesMaster" Target="/ppt/notesMasters/notesMaster1.xml" Id="Rfa068685d79149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puerta, nombre, voz, delante y vida. Jesús contrasta su modo de entrar con el del ladrón: llega de frente, llama por el nombre, saca fuera y camina delante. La metáfora no pide obediencia ciega. La voz del Pastor se reconoce por su modo y por sus frutos: dignidad, verdad, libertad, cuidado y vida para todos. Una llamada de Jesús puede incomodar y convertir, pero nunca necesita humillar, asustar, aislar o borrar la conciencia.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Isaías muestra un nombre que devuelve dignidad; el salmo une guía, alimento, descanso y reparación; Ezequiel denuncia a quienes se sirven del rebaño y presenta el cuidado de Dios que busca, reúne, cura y fortalece; Gálatas ofrece una prueba decisiva: Cristo abre libertad responsable. No reducir el discernimiento a sentir paz inmediata; contrastar también verdad, consecuencias, vínculos y el bien de otras personas.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Tú eres la puerta, copias de Jn 10,1–10, tarjetas, bolígrafos y mensajes ficticios. Proponer cuatro filtros: ¿me nombra o me etiqueta?, ¿permite verdad y preguntas?, ¿respeta libertad y límites?, ¿produce vida para mí y para otros? Nadie debe revelar decisiones íntimas ni casos reales; compartir y pasar son opciones válidas. No presentar a un líder, grupo o sentimiento como intérprete infalible de Dios. Ante manipulación espiritual, abuso, control o riesgo, priorizar seguridad y ayuda especializada. Cerrar con una acción pequeña y verificable, sin recoger lo escrito.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ceb5be68245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0824ea732f478a" /><Relationship Type="http://schemas.openxmlformats.org/officeDocument/2006/relationships/slideLayout" Target="/ppt/slideLayouts/slideLayout1.xml" Id="Rfe83b0b7b1e840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83b0b7b1e840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e0408c3914bc6" /><Relationship Type="http://schemas.openxmlformats.org/officeDocument/2006/relationships/image" Target="/ppt/media/image.png" Id="R18bc50c67afa4218" /><Relationship Type="http://schemas.openxmlformats.org/officeDocument/2006/relationships/notesSlide" Target="/ppt/notesSlides/notesSlide1.xml" Id="Ra34c4ad7d8404e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ec5a4bef0469b" /><Relationship Type="http://schemas.openxmlformats.org/officeDocument/2006/relationships/notesSlide" Target="/ppt/notesSlides/notesSlide2.xml" Id="R0ba0f1eab1b744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825e6d5674a83" /><Relationship Type="http://schemas.openxmlformats.org/officeDocument/2006/relationships/notesSlide" Target="/ppt/notesSlides/notesSlide3.xml" Id="R89685eb4721a45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c50c67afa421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TÚ ERES LA PUERTA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Reconocer la voz que cuida y abre vida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 VOZ TE LLAMA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HACIA MÁS VIDA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encierra ni empuja;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llama por tu nombre y abre camino.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PUERTA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no salta el muro: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entra de frente.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Su modo de llegar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permite confiar.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NOMBRE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pastor llama a cada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oveja por su nombre.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somos masa, caso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ni recurso.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VOZ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Las ovejas reconocen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voz que las cuida.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Discernir mira frutos,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solo volumen.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DELANTE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Las saca y camina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delante de ellas.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empuja desde atrás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ni obliga a seguir.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VIDA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Entrar, salir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encontrar pastos.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abundancia es libertad,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alimento y relación.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«Dices mi nombre y me haces salir»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voz del Pastor se reconoce por la vida que abre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43,1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NOMBRE QUE DA DIGNIDAD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«Te he llamado por tu nombre: tú eres mío.»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 etiqueta ni reduce: pronuncia un nombre, reconoce una historia y devuelve pertenencia.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23,1–3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PASTOS Y DESCANSO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«Me conduce hacia fuentes tranquilas y repara mis fuerzas.»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guía de Dios no agota: alimenta, orienta y crea un lugar donde la vida puede respirar.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Ez 34,11–16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CUIDADO QUE BUSCA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«Yo mismo buscaré mis ovejas y las cuidaré.»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Frente a pastores que se sirven del rebaño, Dios busca, reúne, cura y fortalece.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Gal 5,1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PUERTA A LA LIBERTAD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«Para la libertad nos ha liberado Cristo.»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voz de Jesús no crea dependencia: forma personas libres, responsables y capaces de amar.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Nombre reconocido  ·  cuidado comprobado  ·  libertad abierta  ·  vida compartida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voz ocupa más espacio en mí y hacia qué clase de vida me conduce?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las voces que compiten a una voz que puedo seguir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«Tú eres la puerta»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suena a una voz que cuida sin imponerse?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opcional: «voz que me encoge» / «voz que me acelera» / «voz que me da vida».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efecto deja cada voz en mi cuerpo, libertad y vínculos?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Jn 10,1–10 y marcar: entrar, abrir, oír, llamar, sacar, seguir y dar vida.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rasgos permiten reconocer la voz y el modo de Jesús?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aplicar cuatro filtros a mensajes ficticios: dignidad, verdad, libertad y fruto.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¿Esta voz me nombra y cuida, o me usa, asusta y encierra?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una voz que bajaré de volumen y una palabra de Jesús que convertiré en acción.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decisión pequeña abrirá esta semana más espacio a la vida?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confundir insistencia o autoridad religiosa con la voz de Dios. Una llamada puede incomodar, pero no humilla, coacciona ni aísla. No presionar decisiones; ante abuso, control o riesgo, priorizar seguridad y ayuda especializada.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2026-07-19T11:01:36.6230000Z</dcterms:created>
  <dcterms:modified xsi:type="dcterms:W3CDTF">2026-07-19T11:01:36.6230000Z</dcterms:modified>
</coreProperties>
</file>