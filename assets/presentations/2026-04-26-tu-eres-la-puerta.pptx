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e7bec6ed178426d" /><Relationship Type="http://schemas.openxmlformats.org/officeDocument/2006/relationships/extended-properties" Target="/docProps/app.xml" Id="R43ec335d23a84bb8" /><Relationship Type="http://schemas.openxmlformats.org/officeDocument/2006/relationships/officeDocument" Target="/ppt/presentation.xml" Id="R63810a7bc5c342a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67b2995c90a4e1d"/>
  </p:sldMasterIdLst>
  <p:notesMasterIdLst>
    <p:notesMasterId xmlns:r="http://schemas.openxmlformats.org/officeDocument/2006/relationships" r:id="Rb93b12a5a1774e83"/>
  </p:notesMasterIdLst>
  <p:sldIdLst>
    <p:sldId xmlns:r="http://schemas.openxmlformats.org/officeDocument/2006/relationships" id="256" r:id="Rd04e3730928c4678"/>
    <p:sldId xmlns:r="http://schemas.openxmlformats.org/officeDocument/2006/relationships" id="257" r:id="R231ce58a42104e2a"/>
    <p:sldId xmlns:r="http://schemas.openxmlformats.org/officeDocument/2006/relationships" id="258" r:id="Rf9de8f5e4b374c84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6a41fe0155b4a5a" /><Relationship Type="http://schemas.openxmlformats.org/officeDocument/2006/relationships/slideMaster" Target="/ppt/slideMasters/slideMaster1.xml" Id="Rd67b2995c90a4e1d" /><Relationship Type="http://schemas.openxmlformats.org/officeDocument/2006/relationships/notesMaster" Target="/ppt/notesMasters/notesMaster1.xml" Id="Rb93b12a5a1774e83" /><Relationship Type="http://schemas.openxmlformats.org/officeDocument/2006/relationships/presProps" Target="/ppt/presProps.xml" Id="R4b63007a7ed6437e" /><Relationship Type="http://schemas.openxmlformats.org/officeDocument/2006/relationships/viewProps" Target="/ppt/viewProps.xml" Id="R1c1976edcb6d4f14" /><Relationship Type="http://schemas.openxmlformats.org/officeDocument/2006/relationships/tableStyles" Target="/ppt/tableStyles.xml" Id="R6d88f043189849e8" /><Relationship Type="http://schemas.openxmlformats.org/officeDocument/2006/relationships/slide" Target="/ppt/slides/slide1.xml" Id="Rd04e3730928c4678" /><Relationship Type="http://schemas.openxmlformats.org/officeDocument/2006/relationships/slide" Target="/ppt/slides/slide2.xml" Id="R231ce58a42104e2a" /><Relationship Type="http://schemas.openxmlformats.org/officeDocument/2006/relationships/slide" Target="/ppt/slides/slide3.xml" Id="Rf9de8f5e4b374c8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3f51bed98314e0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da7efe51b724ad0" /><Relationship Type="http://schemas.openxmlformats.org/officeDocument/2006/relationships/notesMaster" Target="/ppt/notesMasters/notesMaster1.xml" Id="Rd709cffc6042410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ac649e18970418b" /><Relationship Type="http://schemas.openxmlformats.org/officeDocument/2006/relationships/notesMaster" Target="/ppt/notesMasters/notesMaster1.xml" Id="Rc171ab33170c4be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f4b00ea00de4bb2" /><Relationship Type="http://schemas.openxmlformats.org/officeDocument/2006/relationships/notesMaster" Target="/ppt/notesMasters/notesMaster1.xml" Id="Re217f179c08f493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Lectura del mapa: puerta, nombre, voz, delante y vida. Jesús contrasta su modo de entrar con el del ladrón: llega de frente, llama por el nombre, saca fuera y camina delante. La metáfora no pide obediencia ciega. La voz del Pastor se reconoce por su modo y por sus frutos: dignidad, verdad, libertad, cuidado y vida para todos. Una llamada de Jesús puede incomodar y convertir, pero nunca necesita humillar, asustar, aislar o borrar la conciencia.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Puede asignarse una resonancia a cada pareja. Isaías muestra un nombre que devuelve dignidad; el salmo une guía, alimento, descanso y reparación; Ezequiel denuncia a quienes se sirven del rebaño y presenta el cuidado de Dios que busca, reúne, cura y fortalece; Gálatas ofrece una prueba decisiva: Cristo abre libertad responsable. No reducir el discernimiento a sentir paz inmediata; contrastar también verdad, consecuencias, vínculos y el bien de otras personas.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Material: audio Tú eres la puerta, copias de Jn 10,1–10, tarjetas, bolígrafos y mensajes ficticios. Proponer cuatro filtros: ¿me nombra o me etiqueta?, ¿permite verdad y preguntas?, ¿respeta libertad y límites?, ¿produce vida para mí y para otros? Nadie debe revelar decisiones íntimas ni casos reales; compartir y pasar son opciones válidas. No presentar a un líder, grupo o sentimiento como intérprete infalible de Dios. Ante manipulación espiritual, abuso, control o riesgo, priorizar seguridad y ayuda especializada. Cerrar con una acción pequeña y verificable, sin recoger lo escrito.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29072b0fd9445b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9d109853ad5475c" /><Relationship Type="http://schemas.openxmlformats.org/officeDocument/2006/relationships/slideLayout" Target="/ppt/slideLayouts/slideLayout1.xml" Id="R8e0e198ee3344ac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e0e198ee3344ac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7a9dcf1e3c463c" /><Relationship Type="http://schemas.openxmlformats.org/officeDocument/2006/relationships/image" Target="/ppt/media/image.png" Id="R779acb34448245fe" /><Relationship Type="http://schemas.openxmlformats.org/officeDocument/2006/relationships/notesSlide" Target="/ppt/notesSlides/notesSlide1.xml" Id="Rb12d10412f94483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8c9480e4d04305" /><Relationship Type="http://schemas.openxmlformats.org/officeDocument/2006/relationships/notesSlide" Target="/ppt/notesSlides/notesSlide2.xml" Id="Rf31e07283072461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7acd2a44d3403c" /><Relationship Type="http://schemas.openxmlformats.org/officeDocument/2006/relationships/notesSlide" Target="/ppt/notesSlides/notesSlide3.xml" Id="Rb9d940e08b254ce0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3" name="Imagen 4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9acb34448245fe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B76F925A-853B-4B63-B630-E7E0361BA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2395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3" name="Rectángulo 2">
            <a:extLst xmlns:a="http://schemas.openxmlformats.org/drawingml/2006/main">
              <a:ext uri="{FF2B5EF4-FFF2-40B4-BE49-F238E27FC236}">
                <a16:creationId xmlns:a16="http://schemas.microsoft.com/office/drawing/2014/main" id="{FB1C263C-5E91-44EE-907E-89FD02816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457700"/>
            <a:ext cx="12192000" cy="24003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4" name="Rectángulo 3">
            <a:extLst xmlns:a="http://schemas.openxmlformats.org/drawingml/2006/main">
              <a:ext uri="{FF2B5EF4-FFF2-40B4-BE49-F238E27FC236}">
                <a16:creationId xmlns:a16="http://schemas.microsoft.com/office/drawing/2014/main" id="{B76D6CD6-C65C-4094-B79C-E893F1944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8600"/>
            <a:ext cx="5715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FFFFF"/>
                </a:solidFill>
              </a:defRPr>
            </a:pPr>
            <a:r>
              <a:rPr sz="2400" b="1">
                <a:solidFill>
                  <a:srgbClr val="FFFFFF"/>
                </a:solidFill>
              </a:rPr>
              <a:t>TÚ ERES LA PUERTA</a:t>
            </a:r>
          </a:p>
        </p:txBody>
      </p:sp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5912B2F9-7ECB-4D03-9D83-96A67B67E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F5E7C3"/>
                </a:solidFill>
              </a:defRPr>
            </a:pPr>
            <a:r>
              <a:rPr sz="1275">
                <a:solidFill>
                  <a:srgbClr val="F5E7C3"/>
                </a:solidFill>
              </a:rPr>
              <a:t>Reconocer la voz que cuida y abre vida</a:t>
            </a:r>
          </a:p>
        </p:txBody>
      </p:sp>
      <p:sp>
        <p:nvSpPr>
          <p:cNvPr id="6" name="Rectángulo: esquinas redondeadas 5">
            <a:extLst xmlns:a="http://schemas.openxmlformats.org/drawingml/2006/main">
              <a:ext uri="{FF2B5EF4-FFF2-40B4-BE49-F238E27FC236}">
                <a16:creationId xmlns:a16="http://schemas.microsoft.com/office/drawing/2014/main" id="{6BA613D3-A121-4C21-8A6A-26CE265C2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1381125"/>
            <a:ext cx="4305300" cy="1581150"/>
          </a:xfrm>
          <a:prstGeom xmlns:a="http://schemas.openxmlformats.org/drawingml/2006/main" prst="roundRect">
            <a:avLst>
              <a:gd name="adj" fmla="val 7229"/>
            </a:avLst>
          </a:prstGeom>
          <a:ln xmlns:a="http://schemas.openxmlformats.org/drawingml/2006/main" w="9525">
            <a:solidFill>
              <a:srgbClr val="C7B379"/>
            </a:solidFill>
            <a:prstDash val="solid"/>
          </a:ln>
        </p:spPr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D33900F7-2BFB-4C08-9991-E4DBC79CD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552575"/>
            <a:ext cx="3162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FFFFFF"/>
                </a:solidFill>
              </a:defRPr>
            </a:pPr>
            <a:r>
              <a:rPr sz="1875">
                <a:ln w="0"/>
                <a:solidFill>
                  <a:srgbClr val="F5E7C3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SU VOZ TE LLAMA</a:t>
            </a:r>
          </a:p>
          <a:p xmlns:a="http://schemas.openxmlformats.org/drawingml/2006/main">
            <a:pPr algn="ctr">
              <a:buNone/>
              <a:defRPr sz="1875" b="1">
                <a:solidFill>
                  <a:srgbClr val="FFFFFF"/>
                </a:solidFill>
              </a:defRPr>
            </a:pPr>
            <a:r>
              <a:rPr sz="1875">
                <a:ln w="0"/>
                <a:solidFill>
                  <a:srgbClr val="F5E7C3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HACIA MÁS VIDA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8F9A3AF1-988D-4987-A2AF-F5D5DBBF3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200275"/>
            <a:ext cx="3848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FFFFF"/>
                </a:solidFill>
              </a:defRPr>
            </a:pPr>
            <a:r>
              <a:rPr sz="1200">
                <a:ln w="0"/>
                <a:solidFill>
                  <a:srgbClr val="FFFFFF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No encierra ni empuja;</a:t>
            </a:r>
          </a:p>
          <a:p xmlns:a="http://schemas.openxmlformats.org/drawingml/2006/main">
            <a:pPr>
              <a:buNone/>
              <a:defRPr sz="1200" b="0">
                <a:solidFill>
                  <a:srgbClr val="FFFFFF"/>
                </a:solidFill>
              </a:defRPr>
            </a:pPr>
            <a:r>
              <a:rPr sz="1200">
                <a:ln w="0"/>
                <a:solidFill>
                  <a:srgbClr val="FFFFFF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llama por tu nombre y abre camino.</a:t>
            </a:r>
          </a:p>
        </p:txBody>
      </p:sp>
      <p:sp>
        <p:nvSpPr>
          <p:cNvPr id="9" name="Conector recto 8">
            <a:extLst xmlns:a="http://schemas.openxmlformats.org/drawingml/2006/main">
              <a:ext uri="{FF2B5EF4-FFF2-40B4-BE49-F238E27FC236}">
                <a16:creationId xmlns:a16="http://schemas.microsoft.com/office/drawing/2014/main" id="{766AD396-925D-4C92-B794-935B24E5E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676275" y="4600575"/>
            <a:ext cx="1075372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DA64F"/>
            </a:solidFill>
            <a:prstDash val="solid"/>
          </a:ln>
        </p:spPr>
      </p:sp>
      <p:sp>
        <p:nvSpPr>
          <p:cNvPr id="10" name="Elipse 9">
            <a:extLst xmlns:a="http://schemas.openxmlformats.org/drawingml/2006/main">
              <a:ext uri="{FF2B5EF4-FFF2-40B4-BE49-F238E27FC236}">
                <a16:creationId xmlns:a16="http://schemas.microsoft.com/office/drawing/2014/main" id="{125F3B06-0623-45FC-A98E-F08D0AB8A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665761AE-B378-4760-9A4B-681322582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1</a:t>
            </a:r>
          </a:p>
        </p:txBody>
      </p:sp>
      <p:sp>
        <p:nvSpPr>
          <p:cNvPr id="12" name="Rectángulo 11">
            <a:extLst xmlns:a="http://schemas.openxmlformats.org/drawingml/2006/main">
              <a:ext uri="{FF2B5EF4-FFF2-40B4-BE49-F238E27FC236}">
                <a16:creationId xmlns:a16="http://schemas.microsoft.com/office/drawing/2014/main" id="{12613CD1-C39B-4AAF-BBCE-27BE81326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PUERTA</a:t>
            </a:r>
          </a:p>
        </p:txBody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73132C27-ABFD-4365-B43B-986B5714A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Jesús no salta el muro: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entra de frente.</a:t>
            </a:r>
          </a:p>
        </p:txBody>
      </p:sp>
      <p:sp>
        <p:nvSpPr>
          <p:cNvPr id="14" name="Conector recto 13">
            <a:extLst xmlns:a="http://schemas.openxmlformats.org/drawingml/2006/main">
              <a:ext uri="{FF2B5EF4-FFF2-40B4-BE49-F238E27FC236}">
                <a16:creationId xmlns:a16="http://schemas.microsoft.com/office/drawing/2014/main" id="{743C9350-C4A1-4490-AD9D-DD5C3BAC7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1D8BD664-2AAB-48D3-BBB2-62EFB4D7A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Su modo de llegar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permite confiar.</a:t>
            </a:r>
          </a:p>
        </p:txBody>
      </p:sp>
      <p:sp>
        <p:nvSpPr>
          <p:cNvPr id="16" name="Elipse 15">
            <a:extLst xmlns:a="http://schemas.openxmlformats.org/drawingml/2006/main">
              <a:ext uri="{FF2B5EF4-FFF2-40B4-BE49-F238E27FC236}">
                <a16:creationId xmlns:a16="http://schemas.microsoft.com/office/drawing/2014/main" id="{B66FFF91-9CA2-4037-A956-A2DE54CB4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3DE679FA-D2A8-430A-B3B4-C3932A72B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2</a:t>
            </a:r>
          </a:p>
        </p:txBody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C6E15EEF-3684-4338-8BA0-DF2F682EF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NOMBRE</a:t>
            </a:r>
          </a:p>
        </p:txBody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C5A39A7D-9CD1-42F2-A7DB-5F0014AC2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El pastor llama a cada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oveja por su nombre.</a:t>
            </a:r>
          </a:p>
        </p:txBody>
      </p:sp>
      <p:sp>
        <p:nvSpPr>
          <p:cNvPr id="20" name="Conector recto 19">
            <a:extLst xmlns:a="http://schemas.openxmlformats.org/drawingml/2006/main">
              <a:ext uri="{FF2B5EF4-FFF2-40B4-BE49-F238E27FC236}">
                <a16:creationId xmlns:a16="http://schemas.microsoft.com/office/drawing/2014/main" id="{C915E308-4F55-4006-BE35-D83ACB192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CEE927DE-097C-47A0-8B22-8024ECD0F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No somos masa, caso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ni recurso.</a:t>
            </a:r>
          </a:p>
        </p:txBody>
      </p:sp>
      <p:sp>
        <p:nvSpPr>
          <p:cNvPr id="22" name="Elipse 21">
            <a:extLst xmlns:a="http://schemas.openxmlformats.org/drawingml/2006/main">
              <a:ext uri="{FF2B5EF4-FFF2-40B4-BE49-F238E27FC236}">
                <a16:creationId xmlns:a16="http://schemas.microsoft.com/office/drawing/2014/main" id="{26BBFF55-7514-457A-AE5C-C740E04E8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3" name="Rectángulo 22">
            <a:extLst xmlns:a="http://schemas.openxmlformats.org/drawingml/2006/main">
              <a:ext uri="{FF2B5EF4-FFF2-40B4-BE49-F238E27FC236}">
                <a16:creationId xmlns:a16="http://schemas.microsoft.com/office/drawing/2014/main" id="{B5775468-8B8E-4ABF-B92E-67DADC5F8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3</a:t>
            </a:r>
          </a:p>
        </p:txBody>
      </p:sp>
      <p:sp>
        <p:nvSpPr>
          <p:cNvPr id="24" name="Rectángulo 23">
            <a:extLst xmlns:a="http://schemas.openxmlformats.org/drawingml/2006/main">
              <a:ext uri="{FF2B5EF4-FFF2-40B4-BE49-F238E27FC236}">
                <a16:creationId xmlns:a16="http://schemas.microsoft.com/office/drawing/2014/main" id="{D935F955-A505-483F-A10A-C7C65AD1F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VOZ</a:t>
            </a:r>
          </a:p>
        </p:txBody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B35129EB-3FA7-4669-BF9F-26DE8F4BD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Las ovejas reconocen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la voz que las cuida.</a:t>
            </a:r>
          </a:p>
        </p:txBody>
      </p:sp>
      <p:sp>
        <p:nvSpPr>
          <p:cNvPr id="26" name="Conector recto 25">
            <a:extLst xmlns:a="http://schemas.openxmlformats.org/drawingml/2006/main">
              <a:ext uri="{FF2B5EF4-FFF2-40B4-BE49-F238E27FC236}">
                <a16:creationId xmlns:a16="http://schemas.microsoft.com/office/drawing/2014/main" id="{7679B2FF-34E5-4D19-851E-EC869FF00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42D02D78-9FF2-44F5-B00A-5FE232E32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Discernir mira frutos,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no solo volumen.</a:t>
            </a:r>
          </a:p>
        </p:txBody>
      </p:sp>
      <p:sp>
        <p:nvSpPr>
          <p:cNvPr id="28" name="Elipse 27">
            <a:extLst xmlns:a="http://schemas.openxmlformats.org/drawingml/2006/main">
              <a:ext uri="{FF2B5EF4-FFF2-40B4-BE49-F238E27FC236}">
                <a16:creationId xmlns:a16="http://schemas.microsoft.com/office/drawing/2014/main" id="{BE26EAC8-47A2-4607-BEFE-2460A2FFC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8B3C1128-2625-4751-800D-21D264F87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4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02290257-ADD7-4E95-946B-FC1D86FB6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DELANTE</a:t>
            </a:r>
          </a:p>
        </p:txBody>
      </p:sp>
      <p:sp>
        <p:nvSpPr>
          <p:cNvPr id="31" name="Rectángulo 30">
            <a:extLst xmlns:a="http://schemas.openxmlformats.org/drawingml/2006/main">
              <a:ext uri="{FF2B5EF4-FFF2-40B4-BE49-F238E27FC236}">
                <a16:creationId xmlns:a16="http://schemas.microsoft.com/office/drawing/2014/main" id="{B00D536D-D621-4236-AF48-F610F2F9B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Las saca y camina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delante de ellas.</a:t>
            </a:r>
          </a:p>
        </p:txBody>
      </p:sp>
      <p:sp>
        <p:nvSpPr>
          <p:cNvPr id="32" name="Conector recto 31">
            <a:extLst xmlns:a="http://schemas.openxmlformats.org/drawingml/2006/main">
              <a:ext uri="{FF2B5EF4-FFF2-40B4-BE49-F238E27FC236}">
                <a16:creationId xmlns:a16="http://schemas.microsoft.com/office/drawing/2014/main" id="{8C8B5876-7F3F-4B03-90C7-DD63DB089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33" name="Rectángulo 32">
            <a:extLst xmlns:a="http://schemas.openxmlformats.org/drawingml/2006/main">
              <a:ext uri="{FF2B5EF4-FFF2-40B4-BE49-F238E27FC236}">
                <a16:creationId xmlns:a16="http://schemas.microsoft.com/office/drawing/2014/main" id="{F935BB92-EC79-495F-BBBD-30B0F3EAC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No empuja desde atrás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ni obliga a seguir.</a:t>
            </a:r>
          </a:p>
        </p:txBody>
      </p:sp>
      <p:sp>
        <p:nvSpPr>
          <p:cNvPr id="34" name="Elipse 33">
            <a:extLst xmlns:a="http://schemas.openxmlformats.org/drawingml/2006/main">
              <a:ext uri="{FF2B5EF4-FFF2-40B4-BE49-F238E27FC236}">
                <a16:creationId xmlns:a16="http://schemas.microsoft.com/office/drawing/2014/main" id="{2FF2A9B7-688D-4C1E-AE74-25F236D3F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731CFFEA-8755-4D80-99D5-85B69C56C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5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E4B35737-4FF5-4FFB-B35C-BF0791C43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VIDA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D3C05DC6-EEF3-47D1-8D15-FD1B08633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Entrar, salir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y encontrar pastos.</a:t>
            </a:r>
          </a:p>
        </p:txBody>
      </p:sp>
      <p:sp>
        <p:nvSpPr>
          <p:cNvPr id="38" name="Conector recto 37">
            <a:extLst xmlns:a="http://schemas.openxmlformats.org/drawingml/2006/main">
              <a:ext uri="{FF2B5EF4-FFF2-40B4-BE49-F238E27FC236}">
                <a16:creationId xmlns:a16="http://schemas.microsoft.com/office/drawing/2014/main" id="{3579FD05-578B-414A-A46E-83F30DAF2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C276F3AF-1F6D-406C-A755-D267075D4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La abundancia es libertad,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alimento y relación.</a:t>
            </a:r>
          </a:p>
        </p:txBody>
      </p:sp>
      <p:sp>
        <p:nvSpPr>
          <p:cNvPr id="40" name="Rectángulo 39">
            <a:extLst xmlns:a="http://schemas.openxmlformats.org/drawingml/2006/main">
              <a:ext uri="{FF2B5EF4-FFF2-40B4-BE49-F238E27FC236}">
                <a16:creationId xmlns:a16="http://schemas.microsoft.com/office/drawing/2014/main" id="{BBFA0AF3-1233-4EED-9907-CF97B9DDE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0957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«Dices mi nombre y me haces salir»</a:t>
            </a:r>
          </a:p>
        </p:txBody>
      </p:sp>
      <p:sp>
        <p:nvSpPr>
          <p:cNvPr id="41" name="Rectángulo 40">
            <a:extLst xmlns:a="http://schemas.openxmlformats.org/drawingml/2006/main">
              <a:ext uri="{FF2B5EF4-FFF2-40B4-BE49-F238E27FC236}">
                <a16:creationId xmlns:a16="http://schemas.microsoft.com/office/drawing/2014/main" id="{F331B9A7-E894-478D-B98F-65FC4F155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11504551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Rectángulo 39">
            <a:extLst xmlns:a="http://schemas.openxmlformats.org/drawingml/2006/main">
              <a:ext uri="{FF2B5EF4-FFF2-40B4-BE49-F238E27FC236}">
                <a16:creationId xmlns:a16="http://schemas.microsoft.com/office/drawing/2014/main" id="{72F37E03-C2AE-4457-92CB-8FFA9A737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07151F"/>
                </a:solidFill>
              </a:defRPr>
            </a:pPr>
            <a:r>
              <a:rPr sz="2250" b="1">
                <a:solidFill>
                  <a:srgbClr val="07151F"/>
                </a:solidFill>
              </a:rPr>
              <a:t>CUATRO RESONANCIAS BÍBLICAS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A32D06E0-C229-427F-A845-5B0388C55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4D646B"/>
                </a:solidFill>
              </a:defRPr>
            </a:pPr>
            <a:r>
              <a:rPr sz="1200" b="0">
                <a:solidFill>
                  <a:srgbClr val="4D646B"/>
                </a:solidFill>
              </a:rPr>
              <a:t>La voz del Pastor se reconoce por la vida que abre</a:t>
            </a:r>
          </a:p>
        </p:txBody>
      </p:sp>
      <p:sp>
        <p:nvSpPr>
          <p:cNvPr id="3" name="Conector recto 2">
            <a:extLst xmlns:a="http://schemas.openxmlformats.org/drawingml/2006/main">
              <a:ext uri="{FF2B5EF4-FFF2-40B4-BE49-F238E27FC236}">
                <a16:creationId xmlns:a16="http://schemas.microsoft.com/office/drawing/2014/main" id="{011AFFC2-C892-49BF-B5B8-38CA089B6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4" name="Rectángulo: esquinas redondeadas 3">
            <a:extLst xmlns:a="http://schemas.openxmlformats.org/drawingml/2006/main">
              <a:ext uri="{FF2B5EF4-FFF2-40B4-BE49-F238E27FC236}">
                <a16:creationId xmlns:a16="http://schemas.microsoft.com/office/drawing/2014/main" id="{ED4C0F0B-03BD-4136-B8C9-08B2D21A4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0D2A38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4E9E5A45-0DB9-40E5-9BE5-787146AD3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01</a:t>
            </a:r>
          </a:p>
        </p:txBody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E40C7DFE-33ED-454A-AB51-137E5FDD0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Is 43,1</a:t>
            </a:r>
          </a:p>
        </p:txBody>
      </p:sp>
      <p:sp>
        <p:nvSpPr>
          <p:cNvPr id="7" name="Conector recto 6">
            <a:extLst xmlns:a="http://schemas.openxmlformats.org/drawingml/2006/main">
              <a:ext uri="{FF2B5EF4-FFF2-40B4-BE49-F238E27FC236}">
                <a16:creationId xmlns:a16="http://schemas.microsoft.com/office/drawing/2014/main" id="{713B4E51-C338-4275-8ED9-A48BAEF75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80C421F1-9F2E-477F-BA2B-79164E95E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NOMBRE QUE DA DIGNIDAD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1537AC9D-01DD-431D-A0B8-2736697D5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«Te he llamado por tu nombre: tú eres mío.»</a:t>
            </a:r>
          </a:p>
        </p:txBody>
      </p:sp>
      <p:sp>
        <p:nvSpPr>
          <p:cNvPr id="10" name="Conector recto 9">
            <a:extLst xmlns:a="http://schemas.openxmlformats.org/drawingml/2006/main">
              <a:ext uri="{FF2B5EF4-FFF2-40B4-BE49-F238E27FC236}">
                <a16:creationId xmlns:a16="http://schemas.microsoft.com/office/drawing/2014/main" id="{E31F0AC1-698A-4C06-85A6-017D12120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51FA8C67-5C0F-4F4B-BCAC-CA72A523F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Dios no etiqueta ni reduce: pronuncia un nombre, reconoce una historia y devuelve pertenencia.</a:t>
            </a:r>
          </a:p>
        </p:txBody>
      </p:sp>
      <p:sp>
        <p:nvSpPr>
          <p:cNvPr id="12" name="Rectángulo: esquinas redondeadas 11">
            <a:extLst xmlns:a="http://schemas.openxmlformats.org/drawingml/2006/main">
              <a:ext uri="{FF2B5EF4-FFF2-40B4-BE49-F238E27FC236}">
                <a16:creationId xmlns:a16="http://schemas.microsoft.com/office/drawing/2014/main" id="{B54CCF2A-F82C-4629-9AEC-6C0E8321B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496B4A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355A478B-DBB8-47C8-8164-6A9D50E1D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02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E71B0A35-DB7C-48DB-9465-948C04C07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Sal 23,1–3</a:t>
            </a:r>
          </a:p>
        </p:txBody>
      </p:sp>
      <p:sp>
        <p:nvSpPr>
          <p:cNvPr id="15" name="Conector recto 14">
            <a:extLst xmlns:a="http://schemas.openxmlformats.org/drawingml/2006/main">
              <a:ext uri="{FF2B5EF4-FFF2-40B4-BE49-F238E27FC236}">
                <a16:creationId xmlns:a16="http://schemas.microsoft.com/office/drawing/2014/main" id="{66CA8D28-498A-402B-98C3-16AAF5309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500BD432-5A8A-4615-A99B-AF730BB29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PASTOS Y DESCANSO</a:t>
            </a:r>
          </a:p>
        </p:txBody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2A29B886-2F11-434C-AEB0-140D65C3F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«Me conduce hacia fuentes tranquilas y repara mis fuerzas.»</a:t>
            </a:r>
          </a:p>
        </p:txBody>
      </p:sp>
      <p:sp>
        <p:nvSpPr>
          <p:cNvPr id="18" name="Conector recto 17">
            <a:extLst xmlns:a="http://schemas.openxmlformats.org/drawingml/2006/main">
              <a:ext uri="{FF2B5EF4-FFF2-40B4-BE49-F238E27FC236}">
                <a16:creationId xmlns:a16="http://schemas.microsoft.com/office/drawing/2014/main" id="{58FF9ECC-73F3-426D-9AB0-734B1EDA3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88D83548-307E-4D0D-A2BB-45A121312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La guía de Dios no agota: alimenta, orienta y crea un lugar donde la vida puede respirar.</a:t>
            </a:r>
          </a:p>
        </p:txBody>
      </p:sp>
      <p:sp>
        <p:nvSpPr>
          <p:cNvPr id="20" name="Rectángulo: esquinas redondeadas 19">
            <a:extLst xmlns:a="http://schemas.openxmlformats.org/drawingml/2006/main">
              <a:ext uri="{FF2B5EF4-FFF2-40B4-BE49-F238E27FC236}">
                <a16:creationId xmlns:a16="http://schemas.microsoft.com/office/drawing/2014/main" id="{83F9E9AD-DC76-4724-B8B0-4CD903AF4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865B45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D36563D4-1A9D-44B1-8E7D-442814D58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03</a:t>
            </a:r>
          </a:p>
        </p:txBody>
      </p:sp>
      <p:sp>
        <p:nvSpPr>
          <p:cNvPr id="22" name="Rectángulo 21">
            <a:extLst xmlns:a="http://schemas.openxmlformats.org/drawingml/2006/main">
              <a:ext uri="{FF2B5EF4-FFF2-40B4-BE49-F238E27FC236}">
                <a16:creationId xmlns:a16="http://schemas.microsoft.com/office/drawing/2014/main" id="{727E3E34-3C0F-4D35-A6B6-B7F48852A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Ez 34,11–16</a:t>
            </a:r>
          </a:p>
        </p:txBody>
      </p:sp>
      <p:sp>
        <p:nvSpPr>
          <p:cNvPr id="23" name="Conector recto 22">
            <a:extLst xmlns:a="http://schemas.openxmlformats.org/drawingml/2006/main">
              <a:ext uri="{FF2B5EF4-FFF2-40B4-BE49-F238E27FC236}">
                <a16:creationId xmlns:a16="http://schemas.microsoft.com/office/drawing/2014/main" id="{721D9E58-FFC0-47B8-98D6-BC3CC419F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24" name="Rectángulo 23">
            <a:extLst xmlns:a="http://schemas.openxmlformats.org/drawingml/2006/main">
              <a:ext uri="{FF2B5EF4-FFF2-40B4-BE49-F238E27FC236}">
                <a16:creationId xmlns:a16="http://schemas.microsoft.com/office/drawing/2014/main" id="{300E4868-92F9-40B4-9D0E-435EAB60A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CUIDADO QUE BUSCA</a:t>
            </a:r>
          </a:p>
        </p:txBody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BC582428-796B-4095-98B6-3C2A6FDD4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«Yo mismo buscaré mis ovejas y las cuidaré.»</a:t>
            </a:r>
          </a:p>
        </p:txBody>
      </p:sp>
      <p:sp>
        <p:nvSpPr>
          <p:cNvPr id="26" name="Conector recto 25">
            <a:extLst xmlns:a="http://schemas.openxmlformats.org/drawingml/2006/main">
              <a:ext uri="{FF2B5EF4-FFF2-40B4-BE49-F238E27FC236}">
                <a16:creationId xmlns:a16="http://schemas.microsoft.com/office/drawing/2014/main" id="{20EA01E7-7751-4CD8-9B07-E89134EDD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77EED197-C142-4BC9-AC15-FD8B4BE9C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Frente a pastores que se sirven del rebaño, Dios busca, reúne, cura y fortalece.</a:t>
            </a:r>
          </a:p>
        </p:txBody>
      </p:sp>
      <p:sp>
        <p:nvSpPr>
          <p:cNvPr id="28" name="Rectángulo: esquinas redondeadas 27">
            <a:extLst xmlns:a="http://schemas.openxmlformats.org/drawingml/2006/main">
              <a:ext uri="{FF2B5EF4-FFF2-40B4-BE49-F238E27FC236}">
                <a16:creationId xmlns:a16="http://schemas.microsoft.com/office/drawing/2014/main" id="{77FC9282-B573-472C-9171-60922622F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5A5135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2AC27A7E-3684-497B-92CE-AF102E6E0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04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541B0600-63A3-4D50-8DCD-C2A91BC9D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Gal 5,1</a:t>
            </a:r>
          </a:p>
        </p:txBody>
      </p:sp>
      <p:sp>
        <p:nvSpPr>
          <p:cNvPr id="31" name="Conector recto 30">
            <a:extLst xmlns:a="http://schemas.openxmlformats.org/drawingml/2006/main">
              <a:ext uri="{FF2B5EF4-FFF2-40B4-BE49-F238E27FC236}">
                <a16:creationId xmlns:a16="http://schemas.microsoft.com/office/drawing/2014/main" id="{CD0F8830-070D-4550-BAC0-0FCBBE3D8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32" name="Rectángulo 31">
            <a:extLst xmlns:a="http://schemas.openxmlformats.org/drawingml/2006/main">
              <a:ext uri="{FF2B5EF4-FFF2-40B4-BE49-F238E27FC236}">
                <a16:creationId xmlns:a16="http://schemas.microsoft.com/office/drawing/2014/main" id="{2F68BC15-077A-4086-B47D-446BC43F3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PUERTA A LA LIBERTAD</a:t>
            </a:r>
          </a:p>
        </p:txBody>
      </p:sp>
      <p:sp>
        <p:nvSpPr>
          <p:cNvPr id="33" name="Rectángulo 32">
            <a:extLst xmlns:a="http://schemas.openxmlformats.org/drawingml/2006/main">
              <a:ext uri="{FF2B5EF4-FFF2-40B4-BE49-F238E27FC236}">
                <a16:creationId xmlns:a16="http://schemas.microsoft.com/office/drawing/2014/main" id="{9B1D6005-D34A-4E37-9CFF-143BEC9BF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«Para la libertad nos ha liberado Cristo.»</a:t>
            </a:r>
          </a:p>
        </p:txBody>
      </p:sp>
      <p:sp>
        <p:nvSpPr>
          <p:cNvPr id="34" name="Conector recto 33">
            <a:extLst xmlns:a="http://schemas.openxmlformats.org/drawingml/2006/main">
              <a:ext uri="{FF2B5EF4-FFF2-40B4-BE49-F238E27FC236}">
                <a16:creationId xmlns:a16="http://schemas.microsoft.com/office/drawing/2014/main" id="{097B30E3-4B9F-42F8-A9F7-556491E30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695C0E6E-C3AE-4CF8-8FEA-6B5576C7A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La voz de Jesús no crea dependencia: forma personas libres, responsables y capaces de amar.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B381F95A-49F1-4757-9BCD-58948874F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81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D9A441"/>
                </a:solidFill>
              </a:defRPr>
            </a:pPr>
            <a:r>
              <a:rPr sz="1050" b="1">
                <a:solidFill>
                  <a:srgbClr val="D9A441"/>
                </a:solidFill>
              </a:rPr>
              <a:t>SÍNTESIS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1C5AD733-368F-4750-80C9-D90C06620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95925"/>
            <a:ext cx="9982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7151F"/>
                </a:solidFill>
              </a:defRPr>
            </a:pPr>
            <a:r>
              <a:rPr sz="1425" b="1">
                <a:solidFill>
                  <a:srgbClr val="07151F"/>
                </a:solidFill>
              </a:rPr>
              <a:t>Nombre reconocido  ·  cuidado comprobado  ·  libertad abierta  ·  vida compartida</a:t>
            </a:r>
          </a:p>
        </p:txBody>
      </p:sp>
      <p:sp>
        <p:nvSpPr>
          <p:cNvPr id="38" name="Rectángulo 37">
            <a:extLst xmlns:a="http://schemas.openxmlformats.org/drawingml/2006/main">
              <a:ext uri="{FF2B5EF4-FFF2-40B4-BE49-F238E27FC236}">
                <a16:creationId xmlns:a16="http://schemas.microsoft.com/office/drawing/2014/main" id="{10B79631-8116-4707-9F97-E11C327DF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7695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40565E"/>
                </a:solidFill>
              </a:defRPr>
            </a:pPr>
            <a:r>
              <a:rPr sz="1350" b="0">
                <a:solidFill>
                  <a:srgbClr val="40565E"/>
                </a:solidFill>
              </a:rPr>
              <a:t>Pregunta de fondo: ¿qué voz ocupa más espacio en mí y hacia qué clase de vida me conduce?</a:t>
            </a:r>
          </a:p>
        </p:txBody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4360E03B-D8D8-40B4-A0BC-61403AB2C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35637756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Rectángulo 42">
            <a:extLst xmlns:a="http://schemas.openxmlformats.org/drawingml/2006/main">
              <a:ext uri="{FF2B5EF4-FFF2-40B4-BE49-F238E27FC236}">
                <a16:creationId xmlns:a16="http://schemas.microsoft.com/office/drawing/2014/main" id="{53C88EF1-7990-4A69-ABBC-6CF451A06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742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PROPUESTA DE REUNIÓN · 70 MINUTOS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92328298-5735-44A1-9D3B-60B29C4F7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876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5E7C3"/>
                </a:solidFill>
              </a:defRPr>
            </a:pPr>
            <a:r>
              <a:rPr sz="1200" b="0">
                <a:solidFill>
                  <a:srgbClr val="F5E7C3"/>
                </a:solidFill>
              </a:rPr>
              <a:t>De las voces que compiten a una voz que puedo seguir</a:t>
            </a:r>
          </a:p>
        </p:txBody>
      </p:sp>
      <p:sp>
        <p:nvSpPr>
          <p:cNvPr id="3" name="Conector recto 2">
            <a:extLst xmlns:a="http://schemas.openxmlformats.org/drawingml/2006/main">
              <a:ext uri="{FF2B5EF4-FFF2-40B4-BE49-F238E27FC236}">
                <a16:creationId xmlns:a16="http://schemas.microsoft.com/office/drawing/2014/main" id="{10BC4743-C41F-4DB3-AE82-190DDB79E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4" name="Conector recto 3">
            <a:extLst xmlns:a="http://schemas.openxmlformats.org/drawingml/2006/main">
              <a:ext uri="{FF2B5EF4-FFF2-40B4-BE49-F238E27FC236}">
                <a16:creationId xmlns:a16="http://schemas.microsoft.com/office/drawing/2014/main" id="{6375B53B-3AA1-4460-8323-A486114CD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619250"/>
            <a:ext cx="9525" cy="400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27984"/>
            </a:solidFill>
            <a:prstDash val="solid"/>
          </a:ln>
        </p:spPr>
      </p:sp>
      <p:sp>
        <p:nvSpPr>
          <p:cNvPr id="5" name="Elipse 4">
            <a:extLst xmlns:a="http://schemas.openxmlformats.org/drawingml/2006/main">
              <a:ext uri="{FF2B5EF4-FFF2-40B4-BE49-F238E27FC236}">
                <a16:creationId xmlns:a16="http://schemas.microsoft.com/office/drawing/2014/main" id="{E8FF985D-7012-4049-8855-F4E7978EF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4478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BCCD8C92-E8A4-4942-8D70-4FEB73210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4668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7D28D4B5-83E9-4A6C-BA6E-7AF1E1332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00′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B2EA4705-1FF4-4311-96DC-0AAD55DB2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3525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ESCUCHAR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477E6774-15D6-4800-8AA4-01B6AE426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6478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Oír «Tú eres la puerta» completa, sin explicarla todavía.</a:t>
            </a:r>
          </a:p>
        </p:txBody>
      </p:sp>
      <p:sp>
        <p:nvSpPr>
          <p:cNvPr id="10" name="Rectángulo: esquinas redondeadas 9">
            <a:extLst xmlns:a="http://schemas.openxmlformats.org/drawingml/2006/main">
              <a:ext uri="{FF2B5EF4-FFF2-40B4-BE49-F238E27FC236}">
                <a16:creationId xmlns:a16="http://schemas.microsoft.com/office/drawing/2014/main" id="{2093CDD0-60C3-4498-B8E9-DFB2374BE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13525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3A81FBB7-1C20-4A8B-B498-33B54ED26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4478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frase suena a una voz que cuida sin imponerse?</a:t>
            </a:r>
          </a:p>
        </p:txBody>
      </p:sp>
      <p:sp>
        <p:nvSpPr>
          <p:cNvPr id="12" name="Elipse 11">
            <a:extLst xmlns:a="http://schemas.openxmlformats.org/drawingml/2006/main">
              <a:ext uri="{FF2B5EF4-FFF2-40B4-BE49-F238E27FC236}">
                <a16:creationId xmlns:a16="http://schemas.microsoft.com/office/drawing/2014/main" id="{82CE6E74-11DE-4371-9707-7D819C300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622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6E14E9C9-CBA7-46E4-9814-7F335CF54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812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E292DDD7-9BF5-4785-AA91-207E5346E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812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08′</a:t>
            </a:r>
          </a:p>
        </p:txBody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A514BB4A-2401-4F6B-BDB3-187145CB7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2669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RECONOCER</a:t>
            </a:r>
          </a:p>
        </p:txBody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98ED842D-F6DE-40B3-A888-6D81AA91D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5622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Tarjeta opcional: «voz que me encoge» / «voz que me acelera» / «voz que me da vida».</a:t>
            </a:r>
          </a:p>
        </p:txBody>
      </p:sp>
      <p:sp>
        <p:nvSpPr>
          <p:cNvPr id="17" name="Rectángulo: esquinas redondeadas 16">
            <a:extLst xmlns:a="http://schemas.openxmlformats.org/drawingml/2006/main">
              <a:ext uri="{FF2B5EF4-FFF2-40B4-BE49-F238E27FC236}">
                <a16:creationId xmlns:a16="http://schemas.microsoft.com/office/drawing/2014/main" id="{844D3CC3-83C2-4555-AA49-17F6F0358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2669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70419300-4ED5-4180-85A1-517F52DFD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3622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efecto deja cada voz en mi cuerpo, libertad y vínculos?</a:t>
            </a:r>
          </a:p>
        </p:txBody>
      </p:sp>
      <p:sp>
        <p:nvSpPr>
          <p:cNvPr id="19" name="Elipse 18">
            <a:extLst xmlns:a="http://schemas.openxmlformats.org/drawingml/2006/main">
              <a:ext uri="{FF2B5EF4-FFF2-40B4-BE49-F238E27FC236}">
                <a16:creationId xmlns:a16="http://schemas.microsoft.com/office/drawing/2014/main" id="{21440157-A5B3-4220-B61D-9DB2AB3DC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766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0" name="Rectángulo 19">
            <a:extLst xmlns:a="http://schemas.openxmlformats.org/drawingml/2006/main">
              <a:ext uri="{FF2B5EF4-FFF2-40B4-BE49-F238E27FC236}">
                <a16:creationId xmlns:a16="http://schemas.microsoft.com/office/drawing/2014/main" id="{98DCD944-D80F-4335-93F8-2FBC2D625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956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3195E1D4-5B20-49BE-92FF-51BA140D5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956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20′</a:t>
            </a:r>
          </a:p>
        </p:txBody>
      </p:sp>
      <p:sp>
        <p:nvSpPr>
          <p:cNvPr id="22" name="Rectángulo 21">
            <a:extLst xmlns:a="http://schemas.openxmlformats.org/drawingml/2006/main">
              <a:ext uri="{FF2B5EF4-FFF2-40B4-BE49-F238E27FC236}">
                <a16:creationId xmlns:a16="http://schemas.microsoft.com/office/drawing/2014/main" id="{15AF171C-7201-47F1-AED5-9E8D28108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1813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ILUMINAR</a:t>
            </a:r>
          </a:p>
        </p:txBody>
      </p:sp>
      <p:sp>
        <p:nvSpPr>
          <p:cNvPr id="23" name="Rectángulo 22">
            <a:extLst xmlns:a="http://schemas.openxmlformats.org/drawingml/2006/main">
              <a:ext uri="{FF2B5EF4-FFF2-40B4-BE49-F238E27FC236}">
                <a16:creationId xmlns:a16="http://schemas.microsoft.com/office/drawing/2014/main" id="{5685EC69-1FED-4758-B7B9-83DB3A0BB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4766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Leer Jn 10,1–10 y marcar: entrar, abrir, oír, llamar, sacar, seguir y dar vida.</a:t>
            </a:r>
          </a:p>
        </p:txBody>
      </p:sp>
      <p:sp>
        <p:nvSpPr>
          <p:cNvPr id="24" name="Rectángulo: esquinas redondeadas 23">
            <a:extLst xmlns:a="http://schemas.openxmlformats.org/drawingml/2006/main">
              <a:ext uri="{FF2B5EF4-FFF2-40B4-BE49-F238E27FC236}">
                <a16:creationId xmlns:a16="http://schemas.microsoft.com/office/drawing/2014/main" id="{906FFFBE-D862-49A8-9A23-FFDE300EF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31813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7CFFC0D1-2720-4CFD-8F95-8EB2A021B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2766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rasgos permiten reconocer la voz y el modo de Jesús?</a:t>
            </a:r>
          </a:p>
        </p:txBody>
      </p:sp>
      <p:sp>
        <p:nvSpPr>
          <p:cNvPr id="26" name="Elipse 25">
            <a:extLst xmlns:a="http://schemas.openxmlformats.org/drawingml/2006/main">
              <a:ext uri="{FF2B5EF4-FFF2-40B4-BE49-F238E27FC236}">
                <a16:creationId xmlns:a16="http://schemas.microsoft.com/office/drawing/2014/main" id="{6E6643F4-6238-46E9-8AB2-F53E1FDCA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1910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87CC754A-24A1-4F48-96FC-75E0CBD33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2100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8" name="Rectángulo 27">
            <a:extLst xmlns:a="http://schemas.openxmlformats.org/drawingml/2006/main">
              <a:ext uri="{FF2B5EF4-FFF2-40B4-BE49-F238E27FC236}">
                <a16:creationId xmlns:a16="http://schemas.microsoft.com/office/drawing/2014/main" id="{F2300832-27E6-4A62-B815-CC398E774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2100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38′</a:t>
            </a:r>
          </a:p>
        </p:txBody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7834DC01-F13F-45A7-B827-2EFCF258C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0957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DISCERNIR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E215B0C6-630D-414B-854B-6049BC88F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3910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En tríos, aplicar cuatro filtros a mensajes ficticios: dignidad, verdad, libertad y fruto.</a:t>
            </a:r>
          </a:p>
        </p:txBody>
      </p:sp>
      <p:sp>
        <p:nvSpPr>
          <p:cNvPr id="31" name="Rectángulo: esquinas redondeadas 30">
            <a:extLst xmlns:a="http://schemas.openxmlformats.org/drawingml/2006/main">
              <a:ext uri="{FF2B5EF4-FFF2-40B4-BE49-F238E27FC236}">
                <a16:creationId xmlns:a16="http://schemas.microsoft.com/office/drawing/2014/main" id="{4DE7B454-0DF5-46AF-8F41-F50C71472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0957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32" name="Rectángulo 31">
            <a:extLst xmlns:a="http://schemas.openxmlformats.org/drawingml/2006/main">
              <a:ext uri="{FF2B5EF4-FFF2-40B4-BE49-F238E27FC236}">
                <a16:creationId xmlns:a16="http://schemas.microsoft.com/office/drawing/2014/main" id="{3F3B248E-9AFD-4821-9A04-E4B2993BE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1910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¿Esta voz me nombra y cuida, o me usa, asusta y encierra?</a:t>
            </a:r>
          </a:p>
        </p:txBody>
      </p:sp>
      <p:sp>
        <p:nvSpPr>
          <p:cNvPr id="33" name="Elipse 32">
            <a:extLst xmlns:a="http://schemas.openxmlformats.org/drawingml/2006/main">
              <a:ext uri="{FF2B5EF4-FFF2-40B4-BE49-F238E27FC236}">
                <a16:creationId xmlns:a16="http://schemas.microsoft.com/office/drawing/2014/main" id="{E1ED5C02-4073-4A3B-AF10-4A0648C33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054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96B4A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34" name="Rectángulo 33">
            <a:extLst xmlns:a="http://schemas.openxmlformats.org/drawingml/2006/main">
              <a:ext uri="{FF2B5EF4-FFF2-40B4-BE49-F238E27FC236}">
                <a16:creationId xmlns:a16="http://schemas.microsoft.com/office/drawing/2014/main" id="{F49ADBB0-2D51-41F5-9F5F-40B5F266B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244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336EC6DF-7239-4253-9ACE-80243B297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1244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58′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89AB0ED0-9F6F-4E16-8BD6-1E0D0433F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0101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RESPONDER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CEED62F7-9C9A-4EFF-AE0F-747882061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3054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Elegir una voz que bajaré de volumen y una palabra de Jesús que convertiré en acción.</a:t>
            </a:r>
          </a:p>
        </p:txBody>
      </p:sp>
      <p:sp>
        <p:nvSpPr>
          <p:cNvPr id="38" name="Rectángulo: esquinas redondeadas 37">
            <a:extLst xmlns:a="http://schemas.openxmlformats.org/drawingml/2006/main">
              <a:ext uri="{FF2B5EF4-FFF2-40B4-BE49-F238E27FC236}">
                <a16:creationId xmlns:a16="http://schemas.microsoft.com/office/drawing/2014/main" id="{192F604F-0693-4338-B4C8-60A0986BA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50101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E1A9E620-0DA6-4D84-A6FA-A22825ED5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51054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decisión pequeña abrirá esta semana más espacio a la vida?</a:t>
            </a:r>
          </a:p>
        </p:txBody>
      </p:sp>
      <p:sp>
        <p:nvSpPr>
          <p:cNvPr id="40" name="Rectángulo: esquinas redondeadas 39">
            <a:extLst xmlns:a="http://schemas.openxmlformats.org/drawingml/2006/main">
              <a:ext uri="{FF2B5EF4-FFF2-40B4-BE49-F238E27FC236}">
                <a16:creationId xmlns:a16="http://schemas.microsoft.com/office/drawing/2014/main" id="{4ED58C9D-8432-446A-B976-960336A9A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6048375"/>
            <a:ext cx="9725025" cy="447675"/>
          </a:xfrm>
          <a:prstGeom xmlns:a="http://schemas.openxmlformats.org/drawingml/2006/main" prst="roundRect">
            <a:avLst>
              <a:gd name="adj" fmla="val 25532"/>
            </a:avLst>
          </a:prstGeom>
          <a:ln xmlns:a="http://schemas.openxmlformats.org/drawingml/2006/main" w="9525">
            <a:solidFill>
              <a:srgbClr val="D9A441"/>
            </a:solidFill>
            <a:prstDash val="solid"/>
          </a:ln>
        </p:spPr>
      </p:sp>
      <p:sp>
        <p:nvSpPr>
          <p:cNvPr id="41" name="Rectángulo 40">
            <a:extLst xmlns:a="http://schemas.openxmlformats.org/drawingml/2006/main">
              <a:ext uri="{FF2B5EF4-FFF2-40B4-BE49-F238E27FC236}">
                <a16:creationId xmlns:a16="http://schemas.microsoft.com/office/drawing/2014/main" id="{1E9C6448-F067-47A4-9BF5-FD916857C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6124575"/>
            <a:ext cx="93440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CRITERIO: no confundir insistencia o autoridad religiosa con la voz de Dios. Una llamada puede incomodar, pero no humilla, coacciona ni aísla. No presionar decisiones; ante abuso, control o riesgo, priorizar seguridad y ayuda especializada.</a:t>
            </a:r>
          </a:p>
        </p:txBody>
      </p:sp>
      <p:sp>
        <p:nvSpPr>
          <p:cNvPr id="42" name="Rectángulo 41">
            <a:extLst xmlns:a="http://schemas.openxmlformats.org/drawingml/2006/main">
              <a:ext uri="{FF2B5EF4-FFF2-40B4-BE49-F238E27FC236}">
                <a16:creationId xmlns:a16="http://schemas.microsoft.com/office/drawing/2014/main" id="{B8673AC7-8C86-4415-B176-1DC3C9738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0849644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2026-07-14T15:49:25.3410000Z</dcterms:created>
  <dcterms:modified xsi:type="dcterms:W3CDTF">2026-07-14T15:49:25.3410000Z</dcterms:modified>
</coreProperties>
</file>