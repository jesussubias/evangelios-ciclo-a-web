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eb62dfe68f40e6" /><Relationship Type="http://schemas.openxmlformats.org/officeDocument/2006/relationships/extended-properties" Target="/docProps/app.xml" Id="Rdc1927cd5e4141a0" /><Relationship Type="http://schemas.openxmlformats.org/officeDocument/2006/relationships/officeDocument" Target="/ppt/presentation.xml" Id="Rd0511944740443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7a139fd5a94284"/>
  </p:sldMasterIdLst>
  <p:notesMasterIdLst>
    <p:notesMasterId xmlns:r="http://schemas.openxmlformats.org/officeDocument/2006/relationships" r:id="R26085365f3aa454b"/>
  </p:notesMasterIdLst>
  <p:sldIdLst>
    <p:sldId xmlns:r="http://schemas.openxmlformats.org/officeDocument/2006/relationships" id="256" r:id="Re487987ae774453e"/>
    <p:sldId xmlns:r="http://schemas.openxmlformats.org/officeDocument/2006/relationships" id="257" r:id="R3849e9a8507646a5"/>
    <p:sldId xmlns:r="http://schemas.openxmlformats.org/officeDocument/2006/relationships" id="258" r:id="Re257e34f66314e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c47f00667d4136" /><Relationship Type="http://schemas.openxmlformats.org/officeDocument/2006/relationships/slideMaster" Target="/ppt/slideMasters/slideMaster1.xml" Id="Rf47a139fd5a94284" /><Relationship Type="http://schemas.openxmlformats.org/officeDocument/2006/relationships/notesMaster" Target="/ppt/notesMasters/notesMaster1.xml" Id="R26085365f3aa454b" /><Relationship Type="http://schemas.openxmlformats.org/officeDocument/2006/relationships/presProps" Target="/ppt/presProps.xml" Id="R3418ce68d2be4d0e" /><Relationship Type="http://schemas.openxmlformats.org/officeDocument/2006/relationships/viewProps" Target="/ppt/viewProps.xml" Id="R538c50859250499b" /><Relationship Type="http://schemas.openxmlformats.org/officeDocument/2006/relationships/tableStyles" Target="/ppt/tableStyles.xml" Id="R94cac5100bc44a6e" /><Relationship Type="http://schemas.openxmlformats.org/officeDocument/2006/relationships/slide" Target="/ppt/slides/slide1.xml" Id="Re487987ae774453e" /><Relationship Type="http://schemas.openxmlformats.org/officeDocument/2006/relationships/slide" Target="/ppt/slides/slide2.xml" Id="R3849e9a8507646a5" /><Relationship Type="http://schemas.openxmlformats.org/officeDocument/2006/relationships/slide" Target="/ppt/slides/slide3.xml" Id="Re257e34f66314e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bc4456315a4a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2f746ef2584003" /><Relationship Type="http://schemas.openxmlformats.org/officeDocument/2006/relationships/notesMaster" Target="/ppt/notesMasters/notesMaster1.xml" Id="Rf838fb16a9f14b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6cc1823cfc4cf9" /><Relationship Type="http://schemas.openxmlformats.org/officeDocument/2006/relationships/notesMaster" Target="/ppt/notesMasters/notesMaster1.xml" Id="Rc822afc557164a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9fc28100f54291" /><Relationship Type="http://schemas.openxmlformats.org/officeDocument/2006/relationships/notesMaster" Target="/ppt/notesMasters/notesMaster1.xml" Id="Rcf4553c0e12f4f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el prólogo recorre un arco desde la Palabra creadora hasta una presencia humana que habita entre nosotros.</a:t>
            </a:r>
          </a:p>
          <a:p xmlns:a="http://schemas.openxmlformats.org/drawingml/2006/main">
            <a:r>
              <a:t>Recorrer cinco movimientos de Jn 1,1–18: escuchar, iluminar, venir, recibir y habitar.</a:t>
            </a:r>
          </a:p>
          <a:p xmlns:a="http://schemas.openxmlformats.org/drawingml/2006/main">
            <a:r>
              <a:t>La fotografía concreta Jn 1,14: Jesús comparte pan con tres personas de edades y fisonomías distintas en una casa galilea; exactamente cuatro figuras y anatomía natural.</a:t>
            </a:r>
          </a:p>
          <a:p xmlns:a="http://schemas.openxmlformats.org/drawingml/2006/main">
            <a:r>
              <a:t>La identidad de Jesús conserva las cinco referencias aprobadas; el texto crema queda sobre una pared oscura real y limpia.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Eclo 24 anticipa la sabiduría que pone su tienda; Is 9 sitúa la luz dentro del camino oscuro.</a:t>
            </a:r>
          </a:p>
          <a:p xmlns:a="http://schemas.openxmlformats.org/drawingml/2006/main">
            <a:r>
              <a:t>Flp 2 presenta a Cristo que se abaja; 1 Jn 1 anuncia una vida que puede oírse, verse y tocarse.</a:t>
            </a:r>
          </a:p>
          <a:p xmlns:a="http://schemas.openxmlformats.org/drawingml/2006/main">
            <a:r>
              <a:t>Pregunta clave: dónde necesito descubrir que Dios ya ha puesto su tienda.</a:t>
            </a:r>
          </a:p>
          <a:p xmlns:a="http://schemas.openxmlformats.org/drawingml/2006/main">
            <a:r>
              <a:t>Evitar presentar la encarnación como una idea abstracta o como permiso para invadir la vida ajena.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Materiales: audio de «Viniste a vivir mi vida», tarjetas y bolígrafos.</a:t>
            </a:r>
          </a:p>
          <a:p xmlns:a="http://schemas.openxmlformats.org/drawingml/2006/main">
            <a:r>
              <a:t>La tarjeta es opcional, sin nombres propios y no se recoge. Los casos de trabajo son ficticios.</a:t>
            </a:r>
          </a:p>
          <a:p xmlns:a="http://schemas.openxmlformats.org/drawingml/2006/main">
            <a:r>
              <a:t>Filtros sugeridos: cercanía, escucha, respeto de límites y continuidad. No forzar confidencias ni experiencias religiosas.</a:t>
            </a:r>
          </a:p>
          <a:p xmlns:a="http://schemas.openxmlformats.org/drawingml/2006/main">
            <a:r>
              <a:t>Cierre: elegir un lugar real de la semana y un gesto con límite, apoyo y revisión; compartir y pasar son opciones válidas.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9ef4f4ae240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3026a2a4fb4f09" /><Relationship Type="http://schemas.openxmlformats.org/officeDocument/2006/relationships/slideLayout" Target="/ppt/slideLayouts/slideLayout1.xml" Id="R3d1d0747722b40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1d0747722b40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044a75e5f4ee0" /><Relationship Type="http://schemas.openxmlformats.org/officeDocument/2006/relationships/image" Target="/ppt/media/image.png" Id="Rfdf845ab6ef5441c" /><Relationship Type="http://schemas.openxmlformats.org/officeDocument/2006/relationships/notesSlide" Target="/ppt/notesSlides/notesSlide1.xml" Id="Ra48b36545e2641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0a8167a174a0b" /><Relationship Type="http://schemas.openxmlformats.org/officeDocument/2006/relationships/notesSlide" Target="/ppt/notesSlides/notesSlide2.xml" Id="Rb762fb3f841240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8456513ef4aed" /><Relationship Type="http://schemas.openxmlformats.org/officeDocument/2006/relationships/notesSlide" Target="/ppt/notesSlides/notesSlide3.xml" Id="R976e081b1d2e4c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845ab6ef5441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VINISTE A VIVIR MI VIDA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Dios entra en la vida concreta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57250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028700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PALABRA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 HACE CARNE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Dios no mira desde fuera.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Pone su tienda en nuestra vida.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Antes de nuestra respuesta,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Palabra sostiene la vida.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empezamos solos: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iniciativa es de Dios.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luz brilla en la tiniebla: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la niega ni la humilla.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Revela caminos posibles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sin imponerse.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VENIR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Vino al mundo real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aceptó ser recibido o no.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cercanía de Dios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respeta la libertad.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RECIBIR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Acogerlo abre identidad: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hijos nacidos de Dios.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fe hace sitio al don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en la propia historia.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HABITAR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Verbo se hace carne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habita entre nosotros.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Gracia y verdad toman cuerpo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en lo cotidiano.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«Y habitó entre nosotros»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sabiduría habita, la luz acompaña, Dios se abaja y la vida puede tocarse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Eclo 24,8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SABIDURÍA QUE HABITA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«Pon tu tienda en Jacob.»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sabiduría entra en la historia de un pueblo y convierte la vida común en morada.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9,1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LUZ EN EL CAMINO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«El pueblo que caminaba en tinieblas vio una luz grande.»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luz acompaña desde dentro y permite caminar sin fingir que la noche no existe.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Flp 2,7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DIOS QUE SE ABAJA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«Se despojó de sí mismo, tomando condición de siervo.»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Cristo comparte nuestra condición y convierte la vulnerabilidad asumida en encuentro.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Jn 1,1–3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VIDA QUE SE TOCA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«Lo que hemos oído, visto y palpado con nuestras manos.»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fe anuncia una vida encontrada con los sentidos y compartida en comunidad.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Palabra escuchada  ·  luz acogida  ·  carne compartida  ·  presencia encarnada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¿dónde necesito descubrir que Dios ya ha puesto su tienda?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una fe pensada a una presencia que habita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«Viniste a vivir mi vida»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hace más cercano y humano el modo de venir de Dios?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ATERRIZAR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«desde fuera» / «a mi lado» / «dentro de mi historia».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cambia entre recibir una explicación y encontrar presencia?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Jn 1,1–18 y marcar: Palabra, luz, mundo, carne y habitar.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pasa el texto de «en el principio» a «habitó entre nosotros»?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HABITAR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Casos ficticios: cercanía, escucha, límites y continuidad.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ayuda aterriza la gracia sin resolver la vida desde fuera?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ENCARNAR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lugar real: gesto, límite, apoyo y revisión.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tomará cuerpo la presencia de Dios en mis próximos siete días?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encarnar no es invadir, rescatar ni espiritualizar el dolor. Respetar libertad, cuerpo, ritmos, consentimiento y límites; ante riesgo, priorizar seguridad y ayuda competente. Compartir y pasar son opciones válidas.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2026-07-16T18:06:28.2460000Z</dcterms:created>
  <dcterms:modified xsi:type="dcterms:W3CDTF">2026-07-16T18:06:28.2460000Z</dcterms:modified>
</coreProperties>
</file>