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16569afeb46b2" /><Relationship Type="http://schemas.openxmlformats.org/officeDocument/2006/relationships/extended-properties" Target="/docProps/app.xml" Id="R22f7165eb9164a11" /><Relationship Type="http://schemas.openxmlformats.org/officeDocument/2006/relationships/officeDocument" Target="/ppt/presentation.xml" Id="Rfb0636990840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25edbf5aa2499c"/>
  </p:sldMasterIdLst>
  <p:notesMasterIdLst>
    <p:notesMasterId xmlns:r="http://schemas.openxmlformats.org/officeDocument/2006/relationships" r:id="Rc233236f42894d6c"/>
  </p:notesMasterIdLst>
  <p:sldIdLst>
    <p:sldId xmlns:r="http://schemas.openxmlformats.org/officeDocument/2006/relationships" id="256" r:id="Ra4152d9a7121416a"/>
    <p:sldId xmlns:r="http://schemas.openxmlformats.org/officeDocument/2006/relationships" id="257" r:id="Rd9df1ebcc53e4c00"/>
    <p:sldId xmlns:r="http://schemas.openxmlformats.org/officeDocument/2006/relationships" id="258" r:id="R84056f9f6d5d4a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f18bcbcc574291" /><Relationship Type="http://schemas.openxmlformats.org/officeDocument/2006/relationships/slideMaster" Target="/ppt/slideMasters/slideMaster1.xml" Id="Rc125edbf5aa2499c" /><Relationship Type="http://schemas.openxmlformats.org/officeDocument/2006/relationships/notesMaster" Target="/ppt/notesMasters/notesMaster1.xml" Id="Rc233236f42894d6c" /><Relationship Type="http://schemas.openxmlformats.org/officeDocument/2006/relationships/presProps" Target="/ppt/presProps.xml" Id="R4936f1e44a7f4461" /><Relationship Type="http://schemas.openxmlformats.org/officeDocument/2006/relationships/viewProps" Target="/ppt/viewProps.xml" Id="R51294a59fda44862" /><Relationship Type="http://schemas.openxmlformats.org/officeDocument/2006/relationships/tableStyles" Target="/ppt/tableStyles.xml" Id="Rb100d8da89a841a0" /><Relationship Type="http://schemas.openxmlformats.org/officeDocument/2006/relationships/slide" Target="/ppt/slides/slide1.xml" Id="Ra4152d9a7121416a" /><Relationship Type="http://schemas.openxmlformats.org/officeDocument/2006/relationships/slide" Target="/ppt/slides/slide2.xml" Id="Rd9df1ebcc53e4c00" /><Relationship Type="http://schemas.openxmlformats.org/officeDocument/2006/relationships/slide" Target="/ppt/slides/slide3.xml" Id="R84056f9f6d5d4a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8ce25f24b540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646524ecd43df" /><Relationship Type="http://schemas.openxmlformats.org/officeDocument/2006/relationships/notesMaster" Target="/ppt/notesMasters/notesMaster1.xml" Id="Rec16bd22b8964e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d24aae27f4a34" /><Relationship Type="http://schemas.openxmlformats.org/officeDocument/2006/relationships/notesMaster" Target="/ppt/notesMasters/notesMaster1.xml" Id="R568d396281154e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ddc9f1af2b4b1d" /><Relationship Type="http://schemas.openxmlformats.org/officeDocument/2006/relationships/notesMaster" Target="/ppt/notesMasters/notesMaster1.xml" Id="R87ebabaef1ca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de noviembre de 2026. Todos los Santos, solemnidad. Mt 5,1–12a.</a:t>
            </a:r>
          </a:p>
          <a:p xmlns:a="http://schemas.openxmlformats.org/drawingml/2006/main">
            <a:r>
              <a:t>Canción: Quiero vivir así. Letra y audio proporcionados por el autor.</a:t>
            </a:r>
          </a:p>
          <a:p xmlns:a="http://schemas.openxmlformats.org/drawingml/2006/main">
            <a:r>
              <a:t>En Todos los Santos escuchamos las bienaventuranzas como una llamada que nace del amor de Dios. La canción ayuda a reconocerla en vidas cercanas: personas que acompañan el cansancio, defienden a quien recibe una humillación y abren un camino de paz. La reunión propone agradecer ese amor recibido y elegir un gesto concreto que anime a otra persona a seguir. No se trata de medir quién es mejor ni de exigir a nadie que soporte un daño.</a:t>
            </a:r>
          </a:p>
          <a:p xmlns:a="http://schemas.openxmlformats.org/drawingml/2006/main">
            <a:r>
              <a:t>Compartir es opcional. No pedir relatos de pérdidas ni conflictos íntimos. Utilizar el caso ficticio sin señalar a personas ausentes. Buscar la paz no obliga a tolerar daño ni a retomar un contacto inseguro: respetar límites y pedir ayuda cuando sea necesario.</a:t>
            </a:r>
          </a:p>
          <a:p xmlns:a="http://schemas.openxmlformats.org/drawingml/2006/main">
            <a:r>
              <a:t>Lecturas: https://www.conferenciaepiscopal.es/liturgia/todoslossantos.pdf</a:t>
            </a:r>
          </a:p>
          <a:p xmlns:a="http://schemas.openxmlformats.org/drawingml/2006/main">
            <a:r>
              <a:t>Imagen generada con la herramienta integrada de imágenes: recreación de la escena evangélica, no una fotografía documental. Identidad de Jesús basada en la referencia canónica de la serie. Prompt y original conservados en 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tarjetas ofrecen paráfrasis pastorales, no citas literales.</a:t>
            </a:r>
          </a:p>
          <a:p xmlns:a="http://schemas.openxmlformats.org/drawingml/2006/main">
            <a:r>
              <a:t>1 Jn 3,1–3. El Padre nos reconoce como hijos y abre nuestro futuro a la esperanza (paráfrasis). Nuestra respuesta nace de sabernos queridos, no de tener que ganarnos un lugar.</a:t>
            </a:r>
          </a:p>
          <a:p xmlns:a="http://schemas.openxmlformats.org/drawingml/2006/main">
            <a:r>
              <a:t>Ap 7,9–14. Una multitud de todas las naciones celebra la salvación de Dios y del Cordero (paráfrasis). La santidad no es propiedad de nuestro grupo: podemos reconocerla en personas muy distintas.</a:t>
            </a:r>
          </a:p>
          <a:p xmlns:a="http://schemas.openxmlformats.org/drawingml/2006/main">
            <a:r>
              <a:t>Rm 12,15–18. Compartir la alegría y el llanto, y buscar la paz en cuanto dependa de nosotros (paráfrasis). Acompañar no siempre es encontrar la solución. Podemos ofrecer presencia y un paso posible de paz.</a:t>
            </a:r>
          </a:p>
          <a:p xmlns:a="http://schemas.openxmlformats.org/drawingml/2006/main">
            <a:r>
              <a:t>1 Jn 4,19–21. El amor recibido de Dios se reconoce en el amor al hermano que vemos (paráfrasis). Lo que agradecemos en otras vidas puede convertirse en un gesto nuestro de cuidado.</a:t>
            </a:r>
          </a:p>
          <a:p xmlns:a="http://schemas.openxmlformats.org/drawingml/2006/main">
            <a:r>
              <a:t>Fuentes: https://www.conferenciaepiscopal.es/liturgia/todoslossantos.pdf</a:t>
            </a:r>
          </a:p>
          <a:p xmlns:a="http://schemas.openxmlformats.org/drawingml/2006/main">
            <a:r>
              <a:t>https://www.conferenciaepiscopal.es/biblia/juan-cartas-1-3/</a:t>
            </a:r>
          </a:p>
          <a:p xmlns:a="http://schemas.openxmlformats.org/drawingml/2006/main">
            <a:r>
              <a:t>https://www.conferenciaepiscopal.es/biblia/corpus-romanos/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00–08 min. Escuchar. Oír «Quiero vivir así» completa. Dejar un silencio y elegir uno de los gestos que aparecen en la canción.</a:t>
            </a:r>
          </a:p>
          <a:p xmlns:a="http://schemas.openxmlformats.org/drawingml/2006/main">
            <a:r>
              <a:t>¿Qué gesto me recuerda a alguien que me ha ayudado?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08–20 min. Reconocer. Recordar a una persona, viva o fallecida, cuya forma de cuidar nos haya sostenido. Compartir solo lo que se desee, sin pedir a nadie que hable de una pérdida.</a:t>
            </a:r>
          </a:p>
          <a:p xmlns:a="http://schemas.openxmlformats.org/drawingml/2006/main">
            <a:r>
              <a:t>¿Qué forma de querer he aprendido de esa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20–38 min. Iluminar. Leer Mt 5,1–12a. Elegir una bienaventuranza y relacionarla con un gesto de la canción. Leer después 1 Jn 3,1–3 para situar nuestra respuesta en el amor recibido del Padre.</a:t>
            </a:r>
          </a:p>
          <a:p xmlns:a="http://schemas.openxmlformats.org/drawingml/2006/main">
            <a:r>
              <a:t>¿Qué bienaventuranza reconozco en aquel gesto?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38–58 min. Discernir. Caso ficticio: en el WhatsApp de una familia circula una broma que humilla a uno de sus miembros. Varias personas se ríen y la persona aludida deja de escribir. Pensar qué no reenviar, qué decir al grupo y cómo acercarse en privado sin exponer a nadie.</a:t>
            </a:r>
          </a:p>
          <a:p xmlns:a="http://schemas.openxmlformats.org/drawingml/2006/main">
            <a:r>
              <a:t>¿Cómo frenar el daño sin convertir a otro en el blanco?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58–70 min. Responder. Elegir una acción pequeña de compañía, justicia o paz. Concretar con quién, cuándo y qué ayuda necesitamos. Revisarla en el siguiente encuentro. Cerrar agradeciendo una vida que nos ha enseñado a amar y orando: «Tú me das amor primero; yo quisiera amar igual».</a:t>
            </a:r>
          </a:p>
          <a:p xmlns:a="http://schemas.openxmlformats.org/drawingml/2006/main">
            <a:r>
              <a:t>¿Qué paso concreto voy a dar esta semana?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Compartir es opcional. No pedir relatos de pérdidas ni conflictos íntimos. Utilizar el caso ficticio sin señalar a personas ausentes. Buscar la paz no obliga a tolerar daño ni a retomar un contacto inseguro: respetar límites y pedir ayuda cuando sea necesario.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d5abc3e24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e3c795d3ea4e81" /><Relationship Type="http://schemas.openxmlformats.org/officeDocument/2006/relationships/slideLayout" Target="/ppt/slideLayouts/slideLayout1.xml" Id="R3125d0223ff046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5d0223ff046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bffa4079046ee" /><Relationship Type="http://schemas.openxmlformats.org/officeDocument/2006/relationships/image" Target="/ppt/media/image.png" Id="Rd8ff0adeddfe4db9" /><Relationship Type="http://schemas.openxmlformats.org/officeDocument/2006/relationships/notesSlide" Target="/ppt/notesSlides/notesSlide1.xml" Id="Rcd9647bf840b41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cf02f43ba4784" /><Relationship Type="http://schemas.openxmlformats.org/officeDocument/2006/relationships/notesSlide" Target="/ppt/notesSlides/notesSlide2.xml" Id="R99652de9d0334e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7670f94bf4673" /><Relationship Type="http://schemas.openxmlformats.org/officeDocument/2006/relationships/notesSlide" Target="/ppt/notesSlides/notesSlide3.xml" Id="Rd4c0d73439514c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>
            <a:extLst xmlns:a="http://schemas.openxmlformats.org/drawingml/2006/main">
              <a:ext uri="{FF2B5EF4-FFF2-40B4-BE49-F238E27FC236}">
                <a16:creationId xmlns:a16="http://schemas.microsoft.com/office/drawing/2014/main" id="{2B708CBC-A15C-46D2-AB54-CF7E478F2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f0adeddfe4d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QUIERO VIVIR ASÍ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Las bienaventuranzas en los gestos de cada día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LA SANTIDAD</a:t>
            </a:r>
          </a:p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SE HACE CERCANA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Dios nos ama primero.</a:t>
            </a:r>
          </a:p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Su amor se hace cuidado y paz.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RECIBIR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Antes de mis logros.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Agradecer el amor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que me hace vivir.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ACOMPAÑAR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Quedarse al lado.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Escuchar el cansancio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sin pedir explicaciones.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DEFENDER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seguir la burla.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Frenar la humillación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aunque cueste hacerlo.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HACER PAZ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Abrir otro camino.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Dar un paso posible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respetando los límites.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CONTINUAR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cariño deja huella.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Hacer mío aquel gesto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que me ayudó a seguir.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«Tú me das amor primero.»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rPr>
              <a:t>Una santidad recibida y compartida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1 Jn 3,1–3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SOMOS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HIJOS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Padre nos quiere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nos abre un futuro.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Responder desde el amor,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para ganar un lugar.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Ap 7,9–14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 TODOS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 PUEBLOS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Una multitud diversa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celebra la salvación.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Reconocer la santidad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fuera de nuestro grupo.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Rm 12,15–18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CERCA DE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QUIEN SUFRE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Compartir el llanto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buscar la paz posible.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Ofrecer presencia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 resolverlo todo.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1 Jn 4,19–21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ÉL NOS AMÓ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PRIMERO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amor recibido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nos invita a cuidar.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Dar continuidad al bien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hemos aprendido.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rPr>
              <a:t>El amor recibido se vuelve compañía, justicia y paz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rPr>
              <a:t>Pregunta de fondo: ¿qué gesto mío puede ayudar a alguien a seguir?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Reconocer una vida que anima a seguir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Oír «Quiero vivir así» completa.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Elegir un gesto y dejar un silencio.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gesto me recuerda a alguien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que me ha ayudado?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Recordar a alguien cuya forma de cuidar nos sostuvo.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Compartir solo lo que se desee.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forma de querer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he aprendido de esa persona?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Leer Mt 5,1–12a y relacionarlo con la canción.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Leer 1 Jn 3,1–3: el amor que recibimos.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bienaventuranza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reconozco en aquel gesto?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Caso: una broma humilla a alguien en el chat familiar.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Pensar cómo frenarla y acompañar en privado.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¿Cómo frenar el daño sin convertir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 otro en el blanco?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Elegir un gesto de compañía, justicia o paz.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Concretar con quién y cuándo. Revisar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paso concreto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voy a dar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CRITERIO: compartir es opcional. Cuidar la intimidad. La paz también respeta límites y pide ayuda.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2026-10-24T08:55:16.3540000Z</dcterms:created>
  <dcterms:modified xsi:type="dcterms:W3CDTF">2026-10-24T08:55:16.3540000Z</dcterms:modified>
</coreProperties>
</file>