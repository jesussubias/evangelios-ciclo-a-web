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044e1d9262409b" /><Relationship Type="http://schemas.openxmlformats.org/officeDocument/2006/relationships/extended-properties" Target="/docProps/app.xml" Id="R5314935ae4624276" /><Relationship Type="http://schemas.openxmlformats.org/officeDocument/2006/relationships/officeDocument" Target="/ppt/presentation.xml" Id="R4c59c187dedd49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951d7f83354ba8"/>
  </p:sldMasterIdLst>
  <p:notesMasterIdLst>
    <p:notesMasterId xmlns:r="http://schemas.openxmlformats.org/officeDocument/2006/relationships" r:id="Rc16cdcc5139f4890"/>
  </p:notesMasterIdLst>
  <p:sldIdLst>
    <p:sldId xmlns:r="http://schemas.openxmlformats.org/officeDocument/2006/relationships" id="256" r:id="Rb047bb3074be4b65"/>
    <p:sldId xmlns:r="http://schemas.openxmlformats.org/officeDocument/2006/relationships" id="257" r:id="R97411988a42c4962"/>
    <p:sldId xmlns:r="http://schemas.openxmlformats.org/officeDocument/2006/relationships" id="258" r:id="R9b9c79c37b894b8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aedcda9a6048c3" /><Relationship Type="http://schemas.openxmlformats.org/officeDocument/2006/relationships/slideMaster" Target="/ppt/slideMasters/slideMaster1.xml" Id="R6f951d7f83354ba8" /><Relationship Type="http://schemas.openxmlformats.org/officeDocument/2006/relationships/notesMaster" Target="/ppt/notesMasters/notesMaster1.xml" Id="Rc16cdcc5139f4890" /><Relationship Type="http://schemas.openxmlformats.org/officeDocument/2006/relationships/presProps" Target="/ppt/presProps.xml" Id="Rc7d899ee934346ff" /><Relationship Type="http://schemas.openxmlformats.org/officeDocument/2006/relationships/viewProps" Target="/ppt/viewProps.xml" Id="R0f6a68e98b324751" /><Relationship Type="http://schemas.openxmlformats.org/officeDocument/2006/relationships/tableStyles" Target="/ppt/tableStyles.xml" Id="R3f376a24948d49b3" /><Relationship Type="http://schemas.openxmlformats.org/officeDocument/2006/relationships/slide" Target="/ppt/slides/slide1.xml" Id="Rb047bb3074be4b65" /><Relationship Type="http://schemas.openxmlformats.org/officeDocument/2006/relationships/slide" Target="/ppt/slides/slide2.xml" Id="R97411988a42c4962" /><Relationship Type="http://schemas.openxmlformats.org/officeDocument/2006/relationships/slide" Target="/ppt/slides/slide3.xml" Id="R9b9c79c37b894b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66311e81b846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8b6eb244124d02" /><Relationship Type="http://schemas.openxmlformats.org/officeDocument/2006/relationships/notesMaster" Target="/ppt/notesMasters/notesMaster1.xml" Id="Racca83a007cc4d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32f1d3fa6041f5" /><Relationship Type="http://schemas.openxmlformats.org/officeDocument/2006/relationships/notesMaster" Target="/ppt/notesMasters/notesMaster1.xml" Id="R0686fb6e61944c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2a23080754460a" /><Relationship Type="http://schemas.openxmlformats.org/officeDocument/2006/relationships/notesMaster" Target="/ppt/notesMasters/notesMaster1.xml" Id="R4b9e5afe21e743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Cristo no pide amar menos, sino amar con un centro que libera y vuelve concreta la entrega.</a:t>
            </a:r>
          </a:p>
          <a:p xmlns:a="http://schemas.openxmlformats.org/drawingml/2006/main">
            <a:r>
              <a:t>Recorrer cinco movimientos: elegir, soltar, cargar, recibir y ofrecer.</a:t>
            </a:r>
          </a:p>
          <a:p xmlns:a="http://schemas.openxmlformats.org/drawingml/2006/main">
            <a:r>
              <a:t>La fotografía muestra directamente el vaso de agua de Mt 10: cuatro adultos de fisonomías distintas, escala natural y manos plausibles; no es necesario representar a Jesús.</a:t>
            </a:r>
          </a:p>
          <a:p xmlns:a="http://schemas.openxmlformats.org/drawingml/2006/main">
            <a:r>
              <a:t>El texto crema permanece sobre el muro oscuro creado dentro de la imagen; el contraste no depende de naranja ni de una banda opaca.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Deuteronomio ofrece un centro que unifica; Levítico protege al otro y a uno mismo.</a:t>
            </a:r>
          </a:p>
          <a:p xmlns:a="http://schemas.openxmlformats.org/drawingml/2006/main">
            <a:r>
              <a:t>La sunamita traduce la acogida en espacio y descanso; 1 Juan exige que el amor se vuelva obra verdadera.</a:t>
            </a:r>
          </a:p>
          <a:p xmlns:a="http://schemas.openxmlformats.org/drawingml/2006/main">
            <a:r>
              <a:t>Pregunta clave: qué amor necesita menos posesión y un gesto más verdadero.</a:t>
            </a:r>
          </a:p>
          <a:p xmlns:a="http://schemas.openxmlformats.org/drawingml/2006/main">
            <a:r>
              <a:t>Evitar interpretar la prioridad de Cristo como desprecio de la familia, control espiritual o borrado de la propia dignidad.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«Un vaso de agua», tarjetas y bolígrafos.</a:t>
            </a:r>
          </a:p>
          <a:p xmlns:a="http://schemas.openxmlformats.org/drawingml/2006/main">
            <a:r>
              <a:t>La tarjeta es opcional y no se recoge. Los casos de discernimiento son ficticios.</a:t>
            </a:r>
          </a:p>
          <a:p xmlns:a="http://schemas.openxmlformats.org/drawingml/2006/main">
            <a:r>
              <a:t>Filtros sugeridos: verdad, libertad, cuidado y sostenibilidad. No forzar confidencias ni compromisos públicos.</a:t>
            </a:r>
          </a:p>
          <a:p xmlns:a="http://schemas.openxmlformats.org/drawingml/2006/main">
            <a:r>
              <a:t>Cierre: un gesto para siete días con persona, necesidad, límite y revisión;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64d726d69848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c00230a6184d57" /><Relationship Type="http://schemas.openxmlformats.org/officeDocument/2006/relationships/slideLayout" Target="/ppt/slideLayouts/slideLayout1.xml" Id="Rf40db595e6b342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0db595e6b342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e70af3e79434e" /><Relationship Type="http://schemas.openxmlformats.org/officeDocument/2006/relationships/image" Target="/ppt/media/image.png" Id="R7e2047c1e8a143eb" /><Relationship Type="http://schemas.openxmlformats.org/officeDocument/2006/relationships/notesSlide" Target="/ppt/notesSlides/notesSlide1.xml" Id="Reb68449ce1a243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7705de1de4539" /><Relationship Type="http://schemas.openxmlformats.org/officeDocument/2006/relationships/notesSlide" Target="/ppt/notesSlides/notesSlide2.xml" Id="R5b68a069690b4a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fc3a3a0704d93" /><Relationship Type="http://schemas.openxmlformats.org/officeDocument/2006/relationships/notesSlide" Target="/ppt/notesSlides/notesSlide3.xml" Id="Rba533a64be61414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047c1e8a143e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UN VASO DE AGUA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Ordenar los amores y entregar la vida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AMAR NO ES RETENER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ES HACER SITIO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Cuando Cristo ordena el amor,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un vaso de agua se vuelve entrega.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Cristo no ocupa un hueco más:</a:t>
            </a:r>
          </a:p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se vuelve centro y criterio.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desplaza a los nuestros: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libera el amor de la posesión.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SOLTAR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Guardar la vida solo para mí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termina encogiéndola.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Entregar no es borrarse: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es dejar de vivir a la defensiva.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CARGAR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cruz es el coste real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amar con verdad.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busca dolor ni tolera daño: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asume fidelidad y límites.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Acoger a un enviado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también recibe a Cristo.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Hospitalidad es hacer sitio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controlar ni etiquetar.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OFRECER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Un vaso de agua basta</a:t>
            </a:r>
          </a:p>
          <a:p xmlns:a="http://schemas.openxmlformats.org/drawingml/2006/main">
            <a:pPr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cuando responde a una necesidad.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Pequeño, libre y sostenible: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Reino empieza cerca.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«Quien pierda su vida por mí, la encontrará»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unifica el corazón, protege la dignidad y hace concreta la hospitalidad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Dt 6,4–5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CENTRO QUE UNIFICA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«Amarás al Señor tu Dios con todo tu corazón.»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compite con los afectos: un centro elegido impide que miedo, posesión o aprobación terminen gobernándolos.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Lev 19,18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SIN BORRARSE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«Amarás a tu prójimo como a ti mismo.»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mandamiento protege al otro y a uno mismo: amar no exige invadir, controlar ni desaparecer.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Re 4,8–10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HOSPITALIDAD CONCRETA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«Una habitación, una cama, una mesa, una silla y una lámpara.»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sunamita reconoce una necesidad y prepara un lugar posible: espacio, descanso y cuidado sostenido.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3,17–18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CON OBRAS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amemos de palabra, sino con obras y de verdad.»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amor deja de ser intención cuando responde a una necesidad sin apropiarse de la vida de nadie.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Centro elegido  ·  vida liberada  ·  acogida concreta  ·  amor con obras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amor necesita menos posesión y un gesto más verdadero?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amor que retiene al gesto que hace sitio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«Un vaso de agua»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cambia mi manera de entender la entrega?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ORDENAR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«lo que amo» / «lo que temo perder» / «lo que gobierna».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afecto o miedo ocupa el centro sin darme cuenta?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10,37–42 y marcar: amar, cruz, perder, encontrar, recibir y vaso.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avanza Jesús desde ordenar el amor hasta un vaso de agua?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aplicar verdad, libertad, cuidado y sostenibilidad.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entrega ama de verdad sin poseer ni borrar a nadie?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OFRECER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 «vaso de agua» para siete días: persona, necesidad, límite y revisión.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pequeño puede hacer sitio al Reino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Cristo en el centro no autoriza abandono, control ni borrarse. La cruz no es buscar dolor ni soportar abuso. Proteger consentimiento, límites y seguridad; ante violencia o riesgo, pedir ayuda competente. Elegir un gesto sostenible. Pasar es válido.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2026-07-19T11:27:24.4700000Z</dcterms:created>
  <dcterms:modified xsi:type="dcterms:W3CDTF">2026-07-19T11:27:24.4700000Z</dcterms:modified>
</coreProperties>
</file>