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498afe7f974072" /><Relationship Type="http://schemas.openxmlformats.org/officeDocument/2006/relationships/extended-properties" Target="/docProps/app.xml" Id="Rd55b91a29d964fb5" /><Relationship Type="http://schemas.openxmlformats.org/officeDocument/2006/relationships/officeDocument" Target="/ppt/presentation.xml" Id="Rae674334881142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c39d58e4164f64"/>
  </p:sldMasterIdLst>
  <p:notesMasterIdLst>
    <p:notesMasterId xmlns:r="http://schemas.openxmlformats.org/officeDocument/2006/relationships" r:id="Racde5ff9fa2540f0"/>
  </p:notesMasterIdLst>
  <p:sldIdLst>
    <p:sldId xmlns:r="http://schemas.openxmlformats.org/officeDocument/2006/relationships" id="256" r:id="Rda3698cdb9234e47"/>
    <p:sldId xmlns:r="http://schemas.openxmlformats.org/officeDocument/2006/relationships" id="257" r:id="R50e2676c17e147ff"/>
    <p:sldId xmlns:r="http://schemas.openxmlformats.org/officeDocument/2006/relationships" id="258" r:id="R9ff9a84d70a24f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c96712e0a44f86" /><Relationship Type="http://schemas.openxmlformats.org/officeDocument/2006/relationships/slideMaster" Target="/ppt/slideMasters/slideMaster1.xml" Id="R50c39d58e4164f64" /><Relationship Type="http://schemas.openxmlformats.org/officeDocument/2006/relationships/notesMaster" Target="/ppt/notesMasters/notesMaster1.xml" Id="Racde5ff9fa2540f0" /><Relationship Type="http://schemas.openxmlformats.org/officeDocument/2006/relationships/presProps" Target="/ppt/presProps.xml" Id="R5b4947820242473c" /><Relationship Type="http://schemas.openxmlformats.org/officeDocument/2006/relationships/viewProps" Target="/ppt/viewProps.xml" Id="Ra59cf7bcf4e948fb" /><Relationship Type="http://schemas.openxmlformats.org/officeDocument/2006/relationships/tableStyles" Target="/ppt/tableStyles.xml" Id="R2f5ba259a8cc40bc" /><Relationship Type="http://schemas.openxmlformats.org/officeDocument/2006/relationships/slide" Target="/ppt/slides/slide1.xml" Id="Rda3698cdb9234e47" /><Relationship Type="http://schemas.openxmlformats.org/officeDocument/2006/relationships/slide" Target="/ppt/slides/slide2.xml" Id="R50e2676c17e147ff" /><Relationship Type="http://schemas.openxmlformats.org/officeDocument/2006/relationships/slide" Target="/ppt/slides/slide3.xml" Id="R9ff9a84d70a24f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30696fef2741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df58621c6643eb" /><Relationship Type="http://schemas.openxmlformats.org/officeDocument/2006/relationships/notesMaster" Target="/ppt/notesMasters/notesMaster1.xml" Id="R68b40ed1254845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55fc6f24f3488e" /><Relationship Type="http://schemas.openxmlformats.org/officeDocument/2006/relationships/notesMaster" Target="/ppt/notesMasters/notesMaster1.xml" Id="R356e51bc3f4c49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b94672f7e94f93" /><Relationship Type="http://schemas.openxmlformats.org/officeDocument/2006/relationships/notesMaster" Target="/ppt/notesMasters/notesMaster1.xml" Id="R066f3f3b6b174c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Cristo no pide amar menos, sino amar con un centro que libera y vuelve concreta la entrega.</a:t>
            </a:r>
          </a:p>
          <a:p xmlns:a="http://schemas.openxmlformats.org/drawingml/2006/main">
            <a:r>
              <a:t>Recorrer cinco movimientos: elegir, soltar, cargar, recibir y ofrecer.</a:t>
            </a:r>
          </a:p>
          <a:p xmlns:a="http://schemas.openxmlformats.org/drawingml/2006/main">
            <a:r>
              <a:t>La fotografía muestra directamente el vaso de agua de Mt 10: cuatro adultos de fisonomías distintas, escala natural y manos plausibles; no es necesario representar a Jesús.</a:t>
            </a:r>
          </a:p>
          <a:p xmlns:a="http://schemas.openxmlformats.org/drawingml/2006/main">
            <a:r>
              <a:t>El texto crema permanece sobre el muro oscuro creado dentro de la imagen; el contraste no depende de naranja ni de una banda opaca.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Deuteronomio ofrece un centro que unifica; Levítico protege al otro y a uno mismo.</a:t>
            </a:r>
          </a:p>
          <a:p xmlns:a="http://schemas.openxmlformats.org/drawingml/2006/main">
            <a:r>
              <a:t>La sunamita traduce la acogida en espacio y descanso; 1 Juan exige que el amor se vuelva obra verdadera.</a:t>
            </a:r>
          </a:p>
          <a:p xmlns:a="http://schemas.openxmlformats.org/drawingml/2006/main">
            <a:r>
              <a:t>Pregunta clave: qué amor necesita menos posesión y un gesto más verdadero.</a:t>
            </a:r>
          </a:p>
          <a:p xmlns:a="http://schemas.openxmlformats.org/drawingml/2006/main">
            <a:r>
              <a:t>Evitar interpretar la prioridad de Cristo como desprecio de la familia, control espiritual o borrado de la propia dignidad.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Materiales: audio de «Un vaso de agua», tarjetas y bolígrafos.</a:t>
            </a:r>
          </a:p>
          <a:p xmlns:a="http://schemas.openxmlformats.org/drawingml/2006/main">
            <a:r>
              <a:t>La tarjeta es opcional y no se recoge. Los casos de discernimiento son ficticios.</a:t>
            </a:r>
          </a:p>
          <a:p xmlns:a="http://schemas.openxmlformats.org/drawingml/2006/main">
            <a:r>
              <a:t>Filtros sugeridos: verdad, libertad, cuidado y sostenibilidad. No forzar confidencias ni compromisos públicos.</a:t>
            </a:r>
          </a:p>
          <a:p xmlns:a="http://schemas.openxmlformats.org/drawingml/2006/main">
            <a:r>
              <a:t>Cierre: un gesto para siete días con persona, necesidad, límite y revisión; compartir y pasar son opciones válidas.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6c84c238c4c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9bbad6311746a8" /><Relationship Type="http://schemas.openxmlformats.org/officeDocument/2006/relationships/slideLayout" Target="/ppt/slideLayouts/slideLayout1.xml" Id="R1187dc86565e40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87dc86565e40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938c8dce74898" /><Relationship Type="http://schemas.openxmlformats.org/officeDocument/2006/relationships/image" Target="/ppt/media/image.png" Id="R9a22313cc1e64a00" /><Relationship Type="http://schemas.openxmlformats.org/officeDocument/2006/relationships/notesSlide" Target="/ppt/notesSlides/notesSlide1.xml" Id="R2fca73b4379648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f7899d0f64629" /><Relationship Type="http://schemas.openxmlformats.org/officeDocument/2006/relationships/notesSlide" Target="/ppt/notesSlides/notesSlide2.xml" Id="Rebabac49cfdc4a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7fdb358914b5f" /><Relationship Type="http://schemas.openxmlformats.org/officeDocument/2006/relationships/notesSlide" Target="/ppt/notesSlides/notesSlide3.xml" Id="Rf54f3de9da9541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2313cc1e64a0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UN VASO DE AGUA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Ordenar los amores y entregar la vida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57250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028700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AMAR NO ES RETENER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 HACER SITIO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Cuando Cristo ordena el amor,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 vaso de agua se vuelve entrega.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ELEGIR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Cristo no ocupa un hueco más: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 vuelve centro y criterio.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desplaza a los nuestros: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libera el amor de la posesión.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SOLTAR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Guardar la vida solo para mí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termina encogiéndola.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Entregar no es borrarse: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es dejar de vivir a la defensiva.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CARGAR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cruz es el coste real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 amar con verdad.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busca dolor ni tolera daño: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asume fidelidad y límites.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RECIBIR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Acoger a un enviado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también recibe a Cristo.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Hospitalidad es hacer sitio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sin controlar ni etiquetar.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OFRECER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Un vaso de agua basta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cuando responde a una necesidad.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Pequeño, libre y sostenible: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Reino empieza cerca.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«Quien pierda su vida por mí, la encontrará»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Dios unifica el corazón, protege la dignidad y hace concreta la hospitalidad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Dt 6,4–5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CENTRO QUE UNIFICA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«Amarás al Señor tu Dios con todo tu corazón.»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 compite con los afectos: un centro elegido impide que miedo, posesión o aprobación terminen gobernándolos.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Lev 19,18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AMOR SIN BORRARSE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«Amarás a tu prójimo como a ti mismo.»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mandamiento protege al otro y a uno mismo: amar no exige invadir, controlar ni desaparecer.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2 Re 4,8–10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HOSPITALIDAD CONCRETA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«Una habitación, una cama, una mesa, una silla y una lámpara.»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sunamita reconoce una necesidad y prepara un lugar posible: espacio, descanso y cuidado sostenido.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Jn 3,17–18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AMOR CON OBRAS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amemos de palabra, sino con obras y de verdad.»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amor deja de ser intención cuando responde a una necesidad sin apropiarse de la vida de nadie.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Centro elegido  ·  vida liberada  ·  acogida concreta  ·  amor con obras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amor necesita menos posesión y un gesto más verdadero?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amor que retiene al gesto que hace sitio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«Un vaso de agua»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cambia mi manera de entender la entrega?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ORDENAR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«lo que amo» / «lo que temo perder» / «lo que gobierna».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afecto o miedo ocupa el centro sin darme cuenta?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10,37–42 y marcar: amar, cruz, perder, encontrar, recibir y vaso.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avanza Jesús desde ordenar el amor hasta un vaso de agua?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Casos ficticios: aplicar verdad, libertad, cuidado y sostenibilidad.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entrega ama de verdad sin poseer ni borrar a nadie?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OFRECER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Escribir un «vaso de agua» para siete días: persona, necesidad, límite y revisión.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gesto pequeño puede hacer sitio al Reino esta semana?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Cristo en el centro no autoriza abandono, control ni borrarse. La cruz no es buscar dolor ni soportar abuso. Proteger consentimiento, límites y seguridad; ante violencia o riesgo, pedir ayuda competente. Elegir un gesto sostenible. Pasar es válido.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2026-07-15T20:13:44.8740000Z</dcterms:created>
  <dcterms:modified xsi:type="dcterms:W3CDTF">2026-07-15T20:13:44.8740000Z</dcterms:modified>
</coreProperties>
</file>