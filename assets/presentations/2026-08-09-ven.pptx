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d4b8ae9b6a4338" /><Relationship Type="http://schemas.openxmlformats.org/officeDocument/2006/relationships/extended-properties" Target="/docProps/app.xml" Id="R63c32918fc9f46a0" /><Relationship Type="http://schemas.openxmlformats.org/officeDocument/2006/relationships/officeDocument" Target="/ppt/presentation.xml" Id="R52b11add034147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83cab78cfc4947"/>
  </p:sldMasterIdLst>
  <p:notesMasterIdLst>
    <p:notesMasterId xmlns:r="http://schemas.openxmlformats.org/officeDocument/2006/relationships" r:id="Rf8c398cc11734123"/>
  </p:notesMasterIdLst>
  <p:sldIdLst>
    <p:sldId xmlns:r="http://schemas.openxmlformats.org/officeDocument/2006/relationships" id="256" r:id="R7923639f7408400c"/>
    <p:sldId xmlns:r="http://schemas.openxmlformats.org/officeDocument/2006/relationships" id="257" r:id="R70f270b308404c74"/>
    <p:sldId xmlns:r="http://schemas.openxmlformats.org/officeDocument/2006/relationships" id="258" r:id="Re0158eb7c8eb41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afba1c3b4b46d7" /><Relationship Type="http://schemas.openxmlformats.org/officeDocument/2006/relationships/slideMaster" Target="/ppt/slideMasters/slideMaster1.xml" Id="R8c83cab78cfc4947" /><Relationship Type="http://schemas.openxmlformats.org/officeDocument/2006/relationships/notesMaster" Target="/ppt/notesMasters/notesMaster1.xml" Id="Rf8c398cc11734123" /><Relationship Type="http://schemas.openxmlformats.org/officeDocument/2006/relationships/presProps" Target="/ppt/presProps.xml" Id="Rdd425f76aef14ccc" /><Relationship Type="http://schemas.openxmlformats.org/officeDocument/2006/relationships/viewProps" Target="/ppt/viewProps.xml" Id="R21830c558d8643de" /><Relationship Type="http://schemas.openxmlformats.org/officeDocument/2006/relationships/tableStyles" Target="/ppt/tableStyles.xml" Id="Rf3458091280145de" /><Relationship Type="http://schemas.openxmlformats.org/officeDocument/2006/relationships/slide" Target="/ppt/slides/slide1.xml" Id="R7923639f7408400c" /><Relationship Type="http://schemas.openxmlformats.org/officeDocument/2006/relationships/slide" Target="/ppt/slides/slide2.xml" Id="R70f270b308404c74" /><Relationship Type="http://schemas.openxmlformats.org/officeDocument/2006/relationships/slide" Target="/ppt/slides/slide3.xml" Id="Re0158eb7c8eb41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fdd783e6be47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6d6b053e4e4c77" /><Relationship Type="http://schemas.openxmlformats.org/officeDocument/2006/relationships/notesMaster" Target="/ppt/notesMasters/notesMaster1.xml" Id="Raa556264f1cb4f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1a4d9bc7b44ba0" /><Relationship Type="http://schemas.openxmlformats.org/officeDocument/2006/relationships/notesMaster" Target="/ppt/notesMasters/notesMaster1.xml" Id="Rc14375a546be41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50344bb64c4b5f" /><Relationship Type="http://schemas.openxmlformats.org/officeDocument/2006/relationships/notesMaster" Target="/ppt/notesMasters/notesMaster1.xml" Id="Ra0bdd3d7eef341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escena se lee como un movimiento de escucha, discernimiento, paso, miedo y auxilio. El centro no está en demostrar valentía, sino en reconocer la voz de Jesús y aceptar su mano. Evitar usar el relato para negar riesgos o presionar decisiones bruscas.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«Ven», aportada por el usuario el 03-08-2026.</a:t>
            </a:r>
          </a:p>
          <a:p xmlns:a="http://schemas.openxmlformats.org/drawingml/2006/main">
            <a:r>
              <a:t>- Reina-Valera 1909: Mt 14,22-33.</a:t>
            </a:r>
          </a:p>
          <a:p xmlns:a="http://schemas.openxmlformats.org/drawingml/2006/main">
            <a:r>
              <a:t>- Imagen de fondo generada con OpenAI para esta presentación; sin recurso web externo.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resonancias muestran una secuencia: Dios abre camino, acompaña en las aguas, conduce donde no vemos huella y enseña a mantener la mirada en Jesús. La mirada creyente no borra el peligro ni sustituye la prudencia; ayuda a discernir quién llama y qué paso es posible.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Reina-Valera 1909: Ex 14,13-14; Is 43,1-2; Sal 77,20; Heb 12,1-2.</a:t>
            </a:r>
          </a:p>
          <a:p xmlns:a="http://schemas.openxmlformats.org/drawingml/2006/main">
            <a:r>
              <a:t>- Letra de «Ven», aportada por el usuario el 03-08-2026.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«Ven», copias de Mt 14,22-33 y tarjetas opcionales. No usar «salir de la barca» para presionar decisiones bruscas, abandonar tratamientos, exponerse a riesgos o demostrar valentía. Pedro pide confirmación, grita y acepta una mano. Discernir con tiempo, realidad, comunidad y ayuda competente. Compartir y pasar son opciones válidas.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Letra de «Ven», aportada por el usuario el 03-08-2026.</a:t>
            </a:r>
          </a:p>
          <a:p xmlns:a="http://schemas.openxmlformats.org/drawingml/2006/main">
            <a:r>
              <a:t>- Reina-Valera 1909: Mt 14,22-33.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fc2b8d6f842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e73edbe0184d09" /><Relationship Type="http://schemas.openxmlformats.org/officeDocument/2006/relationships/slideLayout" Target="/ppt/slideLayouts/slideLayout1.xml" Id="Rad3ef4f796d94c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3ef4f796d94c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3179770a041d9" /><Relationship Type="http://schemas.openxmlformats.org/officeDocument/2006/relationships/image" Target="/ppt/media/image.png" Id="R67927a4d57cc4d14" /><Relationship Type="http://schemas.openxmlformats.org/officeDocument/2006/relationships/notesSlide" Target="/ppt/notesSlides/notesSlide1.xml" Id="R65676e61905e4a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e29f608d34cbe" /><Relationship Type="http://schemas.openxmlformats.org/officeDocument/2006/relationships/notesSlide" Target="/ppt/notesSlides/notesSlide2.xml" Id="R421f7409cfe042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7519652294400" /><Relationship Type="http://schemas.openxmlformats.org/officeDocument/2006/relationships/notesSlide" Target="/ppt/notesSlides/notesSlide3.xml" Id="R13aeb20bf4e9467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27a4d57cc4d1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VEN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Reconocer la voz que llama en medio del viento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 VOZ ABRE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CAMINO EN EL MAR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fe no niega el viento: reconoce tu voz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 pide tu mano cuando el miedo hunde.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«Soy yo. No tengáis miedo».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voz de Cristo llega en medio del ruido.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PEDIR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«Mándame ir a ti».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fe contrasta el deseo con una llamada.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SALIR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Pedro deja la barca.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primer paso no elimina el temblor.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MIRAR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viento roba el centro.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realidad importa, pero no es la única voz.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GRITAR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«Señor, sálvame».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Pedir ayuda también es un acto de fe.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«Mientras me mires, caminarás.»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acompaña en las aguas, abre camino y sostiene la mirada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Ex 14,13–14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NO TEMÁIS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temáis; estad firmes.»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Israel no fabrica el paso ni niega el peligro. Aprende a avanzar cuando Dios abre camino.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43,1–2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CONTIGO EN LAS AGUAS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«Cuando pases por las aguas, yo estaré contigo.»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promesa no elimina la corriente: asegura una presencia que acompaña y sostiene en medio de ella.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77,20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CAMINO EN EL MAR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«En el mar fue tu camino.»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puede conducir donde no vemos huella. La ausencia de suelo visible no significa abandono.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Heb 12,1–2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FIJOS EN JESÚS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«Puestos los ojos en Jesús.»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mirada no borra el viento; mantiene el centro y permite avanzar sin caminar solos.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Voz reconocida · llamada discernida · paso posible · mano que sostiene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voz está orientando hoy mis pasos?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ruido del viento a una llamada discernida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«Ven»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me ayuda a distinguir la voz de Jesús del miedo?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viento / voz / barca / mano.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me protege y qué paso me está siendo pedido?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14,22–33 y marcar miedo, llamada, grito y mano.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hace Pedro antes, durante y después de hundirse?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 ficticio: llamada, presión, riesgo, apoyo y siguiente paso.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dar un paso de fe sin convertirlo en imprudencia?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paso pequeño, un apoyo y una fecha de revisión.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¿A quién pediré una mano si el miedo me supera?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la fe no exige imprudencias; discierne riesgos, acepta límites y pide ayuda a tiempo.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2026-08-03T15:10:17.6510000Z</dcterms:created>
  <dcterms:modified xsi:type="dcterms:W3CDTF">2026-08-03T15:10:17.6510000Z</dcterms:modified>
</coreProperties>
</file>