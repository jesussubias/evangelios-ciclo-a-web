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408a4b07234959" /><Relationship Type="http://schemas.openxmlformats.org/officeDocument/2006/relationships/extended-properties" Target="/docProps/app.xml" Id="R88dee23fd74c4774" /><Relationship Type="http://schemas.openxmlformats.org/officeDocument/2006/relationships/officeDocument" Target="/ppt/presentation.xml" Id="Rcf443a8955374ea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2ce3b116f5446d5"/>
  </p:sldMasterIdLst>
  <p:notesMasterIdLst>
    <p:notesMasterId xmlns:r="http://schemas.openxmlformats.org/officeDocument/2006/relationships" r:id="R599fb3978b5c474a"/>
  </p:notesMasterIdLst>
  <p:sldIdLst>
    <p:sldId xmlns:r="http://schemas.openxmlformats.org/officeDocument/2006/relationships" id="256" r:id="Redc2d9bd55ad4276"/>
    <p:sldId xmlns:r="http://schemas.openxmlformats.org/officeDocument/2006/relationships" id="257" r:id="Rfcd12d93bc4546ae"/>
    <p:sldId xmlns:r="http://schemas.openxmlformats.org/officeDocument/2006/relationships" id="258" r:id="Rdd27fc53083c41e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e57bf6dd96943fd" /><Relationship Type="http://schemas.openxmlformats.org/officeDocument/2006/relationships/slideMaster" Target="/ppt/slideMasters/slideMaster1.xml" Id="Rd2ce3b116f5446d5" /><Relationship Type="http://schemas.openxmlformats.org/officeDocument/2006/relationships/notesMaster" Target="/ppt/notesMasters/notesMaster1.xml" Id="R599fb3978b5c474a" /><Relationship Type="http://schemas.openxmlformats.org/officeDocument/2006/relationships/presProps" Target="/ppt/presProps.xml" Id="Refe489d13fac4885" /><Relationship Type="http://schemas.openxmlformats.org/officeDocument/2006/relationships/viewProps" Target="/ppt/viewProps.xml" Id="R32097b9fffb04c30" /><Relationship Type="http://schemas.openxmlformats.org/officeDocument/2006/relationships/tableStyles" Target="/ppt/tableStyles.xml" Id="Rfe85cd79cb4e466b" /><Relationship Type="http://schemas.openxmlformats.org/officeDocument/2006/relationships/slide" Target="/ppt/slides/slide1.xml" Id="Redc2d9bd55ad4276" /><Relationship Type="http://schemas.openxmlformats.org/officeDocument/2006/relationships/slide" Target="/ppt/slides/slide2.xml" Id="Rfcd12d93bc4546ae" /><Relationship Type="http://schemas.openxmlformats.org/officeDocument/2006/relationships/slide" Target="/ppt/slides/slide3.xml" Id="Rdd27fc53083c41e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4caf57206c4b9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7370233b534087" /><Relationship Type="http://schemas.openxmlformats.org/officeDocument/2006/relationships/notesMaster" Target="/ppt/notesMasters/notesMaster1.xml" Id="R5e44c3efd0c24d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c9312dffa649a9" /><Relationship Type="http://schemas.openxmlformats.org/officeDocument/2006/relationships/notesMaster" Target="/ppt/notesMasters/notesMaster1.xml" Id="R27337dc50a56409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995f4ed875479e" /><Relationship Type="http://schemas.openxmlformats.org/officeDocument/2006/relationships/notesMaster" Target="/ppt/notesMasters/notesMaster1.xml" Id="R3d2b99c933c14ac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comenzar por el límite de nuestra mirada; subrayar la iniciativa de Dios; detenerse en el silencio fecundo; presentar la conversión como disponibilidad; terminar en el fruto común. Idea nuclear: la gracia precede a nuestra percepción y a nuestra respuesta.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es necesario leer los cuatro textos completos. Puede asignarse uno a cada pareja o subgrupo. Al volver, pedir que cada grupo formule en una frase qué revela su texto sobre la manera de actuar de Dios.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Clima: acogedor y sin prisas. En el discernimiento conviene pedir que cada uno hable en primera persona. Evitar convertir las piedras o los miedos de otros en objeto de análisis. El compromiso final debe ser pequeño, verificable y comunitario.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37e169a8af47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831e2f8d66459e" /><Relationship Type="http://schemas.openxmlformats.org/officeDocument/2006/relationships/slideLayout" Target="/ppt/slideLayouts/slideLayout1.xml" Id="R6e4fa9fa9ffa4d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4fa9fa9ffa4d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559fa66f9430c" /><Relationship Type="http://schemas.openxmlformats.org/officeDocument/2006/relationships/image" Target="/ppt/media/image.png" Id="Re8c36cc8500c47c0" /><Relationship Type="http://schemas.openxmlformats.org/officeDocument/2006/relationships/notesSlide" Target="/ppt/notesSlides/notesSlide1.xml" Id="R92836e1d95144b0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a6bbd174504410" /><Relationship Type="http://schemas.openxmlformats.org/officeDocument/2006/relationships/notesSlide" Target="/ppt/notesSlides/notesSlide2.xml" Id="R3691f5c645424b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1ddc2b9aa44175" /><Relationship Type="http://schemas.openxmlformats.org/officeDocument/2006/relationships/notesSlide" Target="/ppt/notesSlides/notesSlide3.xml" Id="R1d5f9fb2ea1f483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c36cc8500c47c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SIN HACER RUIDO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U</a:t>
            </a:r>
            <a:r>
              <a:rPr sz="1275" b="0">
                <a:solidFill>
                  <a:srgbClr val="F5E7C3"/>
                </a:solidFill>
              </a:rPr>
              <a:t>na gracia </a:t>
            </a:r>
            <a:r>
              <a:rPr sz="1275" b="0">
                <a:solidFill>
                  <a:srgbClr val="F5E7C3"/>
                </a:solidFill>
              </a:rPr>
              <a:t>que</a:t>
            </a:r>
            <a:r>
              <a:rPr sz="1275" b="0">
                <a:solidFill>
                  <a:srgbClr val="F5E7C3"/>
                </a:solidFill>
              </a:rPr>
              <a:t> </a:t>
            </a:r>
            <a:r>
              <a:rPr sz="1275" b="0">
                <a:solidFill>
                  <a:srgbClr val="F5E7C3"/>
                </a:solidFill>
              </a:rPr>
              <a:t>trabaja</a:t>
            </a:r>
            <a:r>
              <a:rPr sz="1275" b="0">
                <a:solidFill>
                  <a:srgbClr val="F5E7C3"/>
                </a:solidFill>
              </a:rPr>
              <a:t> antes de </a:t>
            </a:r>
            <a:r>
              <a:rPr sz="1275" b="0">
                <a:solidFill>
                  <a:srgbClr val="F5E7C3"/>
                </a:solidFill>
              </a:rPr>
              <a:t>hacerse</a:t>
            </a:r>
            <a:r>
              <a:rPr sz="1275" b="0">
                <a:solidFill>
                  <a:srgbClr val="F5E7C3"/>
                </a:solidFill>
              </a:rPr>
              <a:t> visible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chemeClr val="tx2">
                    <a:lumMod val="90000"/>
                    <a:lumOff val="1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YA ESTÁ OBRANDO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chemeClr val="tx2">
                    <a:lumMod val="90000"/>
                    <a:lumOff val="10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BAJO LA TIERRA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52748E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La esperanza cristiana no niega el invierno: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52748E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confía en una vida que todavía no se deja mirar.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LÍMITE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Derrotas, puertas cerradas,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piedras, invierno.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mirada humana confunde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invisible con lo inexistente.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INICIATIVA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Dios siembra, llama,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riega la tierra, habla.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gracia comienza antes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de nuestra respuesta.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SILENCIO FECUNDO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semilla trabaja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espectáculo.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Creer es confiar en procesos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que aún no controlamos.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CONVERSIÓN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Quitar piedras, romper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miedo, acallar el ruido.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Convertirse es hacerse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tierra disponible.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FRUTO COMÚN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La Palabra encuentra sitio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todo empieza a florecer.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don recibido se vuelve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misión y comunidad.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«Lo que cambia el mundo casi nunca hace ruido»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condensa una misma intuición bíblica desde cuatro ángulos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Mc 4,26–29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CRECIMIENTO OCULTO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«La semilla germina y va creciendo, sin que él sepa cómo.»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actúa también cuando no percibimos resultados. La fe sabe esperar sin abandonar el cuidado.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55,10–11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PALABRA EFICAZ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«No volverá a mí vacía, sino que cumplirá mi deseo.»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Palabra no es información: es acontecimiento que riega, fecunda y pone en marcha vida nueva.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Co 3,6–7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DA EL CRECIMIENTO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«Yo planté, Apolo regó, pero fue Dios quien hizo crecer.»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Colaboramos sin apropiarnos del fruto. La comunidad siembra y riega; el crecimiento sigue siendo don.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12,24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FECUNDIDAD PASCUAL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«Si el grano de trigo cae en tierra y muere, da mucho fruto.»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Lo pequeño transforma cuando acepta entregarse. La fecundidad cristiana pasa por la donación de sí.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Primacía de la gracia  ·  paciencia de la fe  ·  conversión como disponibilidad  ·  comunidad como campo de Dios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cambia en nosotros si dejamos de exigir ver para empezar a confiar?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ruido interior a una semilla concreta que el grupo pueda cuidar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la canción completa sin entregar todavía explicaciones.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 o imagen se me ha quedado dentro?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MIRAR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Contemplar el mapa teológico en silencio y después nombrar resonancias.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¿Dónde estoy viendo solo piedras o invierno?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Mc 4,26–29 y repartir las otras tres referencias en pequeños grupos.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revela el texto sobre la forma de actuar de Dios?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DISCERNIR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Compartir desde la propia vida, sin aconsejar ni responder por otros.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ruido, miedo o resistencia no deja sitio a la semilla?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CULTIVAR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 gesto pequeño, concreto y comunitario. Terminar con oración.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semilla cuidaremos juntos durante esta semana?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buscar una gran conclusión; reconocer y cuidar el pequeño comienzo que Dios ya ha puesto en marcha.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2026-07-19T11:01:44.3940000Z</dcterms:created>
  <dcterms:modified xsi:type="dcterms:W3CDTF">2026-07-19T11:01:44.3940000Z</dcterms:modified>
</coreProperties>
</file>