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77530a105a46d4" /><Relationship Type="http://schemas.openxmlformats.org/officeDocument/2006/relationships/extended-properties" Target="/docProps/app.xml" Id="R7338113047d843fb" /><Relationship Type="http://schemas.openxmlformats.org/officeDocument/2006/relationships/officeDocument" Target="/ppt/presentation.xml" Id="Rf6febff0e9aa41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0e3b81209b4cfa"/>
  </p:sldMasterIdLst>
  <p:notesMasterIdLst>
    <p:notesMasterId xmlns:r="http://schemas.openxmlformats.org/officeDocument/2006/relationships" r:id="Re93353629cb64d6f"/>
  </p:notesMasterIdLst>
  <p:sldIdLst>
    <p:sldId xmlns:r="http://schemas.openxmlformats.org/officeDocument/2006/relationships" id="256" r:id="R2b09d4036b1f4075"/>
    <p:sldId xmlns:r="http://schemas.openxmlformats.org/officeDocument/2006/relationships" id="257" r:id="R963917afea534852"/>
    <p:sldId xmlns:r="http://schemas.openxmlformats.org/officeDocument/2006/relationships" id="258" r:id="R31a32f69026d4d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a3843ac3664d8f" /><Relationship Type="http://schemas.openxmlformats.org/officeDocument/2006/relationships/slideMaster" Target="/ppt/slideMasters/slideMaster1.xml" Id="R370e3b81209b4cfa" /><Relationship Type="http://schemas.openxmlformats.org/officeDocument/2006/relationships/notesMaster" Target="/ppt/notesMasters/notesMaster1.xml" Id="Re93353629cb64d6f" /><Relationship Type="http://schemas.openxmlformats.org/officeDocument/2006/relationships/presProps" Target="/ppt/presProps.xml" Id="R1fd5f9abd866401d" /><Relationship Type="http://schemas.openxmlformats.org/officeDocument/2006/relationships/viewProps" Target="/ppt/viewProps.xml" Id="R9e62d140a0354439" /><Relationship Type="http://schemas.openxmlformats.org/officeDocument/2006/relationships/tableStyles" Target="/ppt/tableStyles.xml" Id="R3b560adbad984373" /><Relationship Type="http://schemas.openxmlformats.org/officeDocument/2006/relationships/slide" Target="/ppt/slides/slide1.xml" Id="R2b09d4036b1f4075" /><Relationship Type="http://schemas.openxmlformats.org/officeDocument/2006/relationships/slide" Target="/ppt/slides/slide2.xml" Id="R963917afea534852" /><Relationship Type="http://schemas.openxmlformats.org/officeDocument/2006/relationships/slide" Target="/ppt/slides/slide3.xml" Id="R31a32f69026d4d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b83a2f5244b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c03c31f0804923" /><Relationship Type="http://schemas.openxmlformats.org/officeDocument/2006/relationships/notesMaster" Target="/ppt/notesMasters/notesMaster1.xml" Id="R59b50e2d3c10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3e7beaed2546b0" /><Relationship Type="http://schemas.openxmlformats.org/officeDocument/2006/relationships/notesMaster" Target="/ppt/notesMasters/notesMaster1.xml" Id="Rdf141258665043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30956263d94122" /><Relationship Type="http://schemas.openxmlformats.org/officeDocument/2006/relationships/notesMaster" Target="/ppt/notesMasters/notesMaster1.xml" Id="R6f885c765594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pregunta por una medida suficiente y Jesús rompe la lógica de la cuenta. La misericordia recibida puede transformar el modo de mirar la deuda ajena sin negar la herida, los límites ni la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«Sin llevar la cuenta», aportada por el usuario el 05-09-2026; instrucciones de producción musical eliminadas.</a:t>
            </a:r>
          </a:p>
          <a:p xmlns:a="http://schemas.openxmlformats.org/drawingml/2006/main">
            <a:r>
              <a:t>- Reina-Valera 1909: Mt 18,21–35.</a:t>
            </a:r>
          </a:p>
          <a:p xmlns:a="http://schemas.openxmlformats.org/drawingml/2006/main">
            <a:r>
              <a:t>- Imagen de fondo generada con OpenAI ImageGen para esta presentación; manos corregidas en una segunda edición localizada; sin recurso web externo.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recuerdan que Dios no devuelve la deuda como castigo, que el perdón recibido circula y que la memoria de la misericordia sostiene una práctica comunitaria paciente.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Reina-Valera 1909: Sal 103,10; Lc 6,37; Col 3,13; Mt 18,33.</a:t>
            </a:r>
          </a:p>
          <a:p xmlns:a="http://schemas.openxmlformats.org/drawingml/2006/main">
            <a:r>
              <a:t>- Letra de «Sin llevar la cuenta», aportada por el usuario el 05-09-2026.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«Sin llevar la cuenta», copias de Mt 18,21–35 y tarjetas opcionales. Compartir y pasar son opciones válidas. Perdonar no obliga a retomar contacto ni reconciliación. Ante abuso, amenaza o desigualdad grave, priorizar protección, límites, ayuda competente y justicia.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«Sin llevar la cuenta», aportada por el usuario el 05-09-2026.</a:t>
            </a:r>
          </a:p>
          <a:p xmlns:a="http://schemas.openxmlformats.org/drawingml/2006/main">
            <a:r>
              <a:t>- Reina-Valera 1909: Mt 18,21–35.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e15d2e4734d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f4476c1c348d1" /><Relationship Type="http://schemas.openxmlformats.org/officeDocument/2006/relationships/slideLayout" Target="/ppt/slideLayouts/slideLayout1.xml" Id="R5e85b71631954e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85b71631954e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6d2fa1641499e" /><Relationship Type="http://schemas.openxmlformats.org/officeDocument/2006/relationships/image" Target="/ppt/media/image.png" Id="Rec972e5e4e194f89" /><Relationship Type="http://schemas.openxmlformats.org/officeDocument/2006/relationships/notesSlide" Target="/ppt/notesSlides/notesSlide1.xml" Id="R2fabeb86c2764d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b1e68f1b248ab" /><Relationship Type="http://schemas.openxmlformats.org/officeDocument/2006/relationships/notesSlide" Target="/ppt/notesSlides/notesSlide2.xml" Id="R7ffabe890da443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bafbaaf3143c7" /><Relationship Type="http://schemas.openxmlformats.org/officeDocument/2006/relationships/notesSlide" Target="/ppt/notesSlides/notesSlide3.xml" Id="R953fa4c0cbf742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72e5e4e194f8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SIN LLEVAR LA CUENTA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Perdonar desde la misericordia que primero hemos recibido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MISERICORDIA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LLEVA LA CUENTA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Recordar lo recibido cambia la mirada.</a:t>
            </a:r>
          </a:p>
          <a:p xmlns:a="http://schemas.openxmlformats.org/drawingml/2006/main">
            <a:pPr algn="ctr"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perdón abre futuro sin negar la herida.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RECORDAR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Yo también fui perdonado.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Volver a la compasión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que me dejó comenzar.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herida sigue siendo real.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fingir ni acelerar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propio proceso.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SOLTAR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Dejar de llevar la cuenta.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reducir al otro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 lo peor que hizo.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Misericordia con verdad.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Unir perdón, límites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reparación.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EMPEZAR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Dar un paso posible.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Abrir futuro sin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forzar reconciliación.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«Tú no llevabas la cuenta…»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no paga según la deuda y su misericordia puede pasar por nuestras manos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103,10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DEUDA</a:t>
            </a:r>
          </a:p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NO COBRADA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«Ni nos ha pagado conforme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á nuestros pecados.»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misericordia interrumpe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lógica del merecimiento.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6,37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PERDÓN QUE
CIRCULA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«Perdonad, y seréis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perdonados.»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Lo recibido se convierte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una forma nueva de vivir.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Col 3,13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COMO CRISTO</a:t>
            </a:r>
          </a:p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PERDONÓ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 la manera que Cristo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nos perdonó.»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comunidad aprende paciencia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recordando lo que recibió.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Mt 18,33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MISERICORDIA</a:t>
            </a:r>
          </a:p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RECORDADA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«Como también yo tuve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misericordia de ti.»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pregunta descubre cuánto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olvida quien vuelve a cobrar.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Misericordia recibida · herida nombrada · cuenta soltada · futuro abierto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cambia cuando recuerdo la paciencia que han tenido conmigo?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agravio contado a una misericordia que abre futuro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«Sin llevar la cuenta» completa,
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devuelve a la paciencia recibida?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RECORDAR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deuda recibida /
deuda reclamada.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sigo contando y qué misericordia olvido?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18,21–35 y marcar cuenta,
súplica, misericordia y deuda.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entre el siervo que suplica
y el que cobra?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distinguir perdón,
límites, reparación y reconciliación.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abre futuro sin negar verdad ni protección?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cuenta que soltar,
un límite y un gesto posible.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paso puedo dar sin forzar a nadie?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perdonar no obliga a retomar el vínculo. Ante riesgo, cuidar límites y protección.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2026-09-05T09:55:42.5890000Z</dcterms:created>
  <dcterms:modified xsi:type="dcterms:W3CDTF">2026-09-05T09:55:42.5890000Z</dcterms:modified>
</coreProperties>
</file>