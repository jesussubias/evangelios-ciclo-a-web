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10be509d3594859" /><Relationship Type="http://schemas.openxmlformats.org/officeDocument/2006/relationships/extended-properties" Target="/docProps/app.xml" Id="R113274d7636f41f8" /><Relationship Type="http://schemas.openxmlformats.org/officeDocument/2006/relationships/officeDocument" Target="/ppt/presentation.xml" Id="Ra158d2c48543420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71612c3b4694a03"/>
  </p:sldMasterIdLst>
  <p:notesMasterIdLst>
    <p:notesMasterId xmlns:r="http://schemas.openxmlformats.org/officeDocument/2006/relationships" r:id="Rbf9b6f08dae54d03"/>
  </p:notesMasterIdLst>
  <p:sldIdLst>
    <p:sldId xmlns:r="http://schemas.openxmlformats.org/officeDocument/2006/relationships" id="256" r:id="Rb8b31c18e3b546cb"/>
    <p:sldId xmlns:r="http://schemas.openxmlformats.org/officeDocument/2006/relationships" id="257" r:id="Rbc4aa5e0f2934ecc"/>
    <p:sldId xmlns:r="http://schemas.openxmlformats.org/officeDocument/2006/relationships" id="258" r:id="Rd6ba32ceba3b45b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98d4ba150864e06" /><Relationship Type="http://schemas.openxmlformats.org/officeDocument/2006/relationships/slideMaster" Target="/ppt/slideMasters/slideMaster1.xml" Id="R171612c3b4694a03" /><Relationship Type="http://schemas.openxmlformats.org/officeDocument/2006/relationships/notesMaster" Target="/ppt/notesMasters/notesMaster1.xml" Id="Rbf9b6f08dae54d03" /><Relationship Type="http://schemas.openxmlformats.org/officeDocument/2006/relationships/presProps" Target="/ppt/presProps.xml" Id="Rbb9d43f6641641d4" /><Relationship Type="http://schemas.openxmlformats.org/officeDocument/2006/relationships/viewProps" Target="/ppt/viewProps.xml" Id="R61df953cc76e428b" /><Relationship Type="http://schemas.openxmlformats.org/officeDocument/2006/relationships/tableStyles" Target="/ppt/tableStyles.xml" Id="R574fa21c7cd5403c" /><Relationship Type="http://schemas.openxmlformats.org/officeDocument/2006/relationships/slide" Target="/ppt/slides/slide1.xml" Id="Rb8b31c18e3b546cb" /><Relationship Type="http://schemas.openxmlformats.org/officeDocument/2006/relationships/slide" Target="/ppt/slides/slide2.xml" Id="Rbc4aa5e0f2934ecc" /><Relationship Type="http://schemas.openxmlformats.org/officeDocument/2006/relationships/slide" Target="/ppt/slides/slide3.xml" Id="Rd6ba32ceba3b45b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cbaca6ce7b34e2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556621bfca54b56" /><Relationship Type="http://schemas.openxmlformats.org/officeDocument/2006/relationships/notesMaster" Target="/ppt/notesMasters/notesMaster1.xml" Id="Rb352c5ef2aec4d7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e477adcf5d44ea8" /><Relationship Type="http://schemas.openxmlformats.org/officeDocument/2006/relationships/notesMaster" Target="/ppt/notesMasters/notesMaster1.xml" Id="R75d6514f0a96453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57491a76e044545" /><Relationship Type="http://schemas.openxmlformats.org/officeDocument/2006/relationships/notesMaster" Target="/ppt/notesMasters/notesMaster1.xml" Id="R39206a29c13c4b7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Lectura del mapa: Jesús no niega las cargas ni añade una prueba de rendimiento espiritual. Primero invita: «Venid a mí». El descanso nace de la relación y se aprende en su mansedumbre y humildad. Reconocer el peso devuelve verdad; venir permite ser acogidos; soltar el control abre espacio para recibir; aprender de Jesús cambia la manera de llevar la vida; compartir evita que el yugo se convierta en soledad. La mansedumbre no es pasividad, borrado personal ni tolerancia ante el abuso.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Puede asignarse una resonancia a cada pareja. Elías recuerda que el cuerpo necesita sueño y alimento antes de continuar; el salmo presenta una quietud que se aprende; el Eclesiástico ofrece el trasfondo sapiencial del yugo que forma; Gálatas convierte el descanso en responsabilidad comunitaria. Preguntar qué carga, sostén y límite aparecen en cada texto. Evitar frases que minimicen el sufrimiento o conviertan la fe en obligación de estar bien.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Material: audio Aprended de mí, copias de Mt 11,25–30, tarjetas de dos columnas y un caso ficticio por trío. Leer las consignas en voz alta y ofrecer texto amplio. No pedir que nadie revele cansancio, enfermedad, conflicto o situaciones familiares; compartir y pasar son opciones válidas. No comparar cargas ni presentar el descanso como pereza o fracaso. La humildad no exige permanecer en relaciones inseguras. El agotamiento persistente, la enfermedad o la depresión no deben espiritualizarse: animar a pedir ayuda sanitaria, psicológica, social o pastoral competente cuando haga falta.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54c7e997c0476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61a4a313c294578" /><Relationship Type="http://schemas.openxmlformats.org/officeDocument/2006/relationships/slideLayout" Target="/ppt/slideLayouts/slideLayout1.xml" Id="R6479f74415784fb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479f74415784fb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9a984a8d6b4314" /><Relationship Type="http://schemas.openxmlformats.org/officeDocument/2006/relationships/image" Target="/ppt/media/image.png" Id="R5de9d14c1a384dee" /><Relationship Type="http://schemas.openxmlformats.org/officeDocument/2006/relationships/notesSlide" Target="/ppt/notesSlides/notesSlide1.xml" Id="R0d295bd50dac481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4acb8339a44786" /><Relationship Type="http://schemas.openxmlformats.org/officeDocument/2006/relationships/notesSlide" Target="/ppt/notesSlides/notesSlide2.xml" Id="R5959c66c5f7548d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b3c734e51b4d76" /><Relationship Type="http://schemas.openxmlformats.org/officeDocument/2006/relationships/notesSlide" Target="/ppt/notesSlides/notesSlide3.xml" Id="Rd1adbd53eaf646b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e9d14c1a384dee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APRENDED DE MÍ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Descanso para quienes cargan demasiado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ln w="0">
                  <a:noFill/>
                  <a:prstDash val="solid"/>
                </a:ln>
                <a:solidFill>
                  <a:srgbClr val="F5E7C3"/>
                </a:solidFill>
              </a:defRPr>
            </a:pPr>
            <a:r>
              <a:rPr sz="1875">
                <a:ln w="0">
                  <a:noFill/>
                  <a:prstDash val="solid"/>
                </a:ln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JESÚS NO AÑADE PESO</a:t>
            </a:r>
          </a:p>
          <a:p xmlns:a="http://schemas.openxmlformats.org/drawingml/2006/main">
            <a:pPr algn="ctr">
              <a:buNone/>
              <a:defRPr sz="1875" b="1">
                <a:ln w="0">
                  <a:noFill/>
                  <a:prstDash val="solid"/>
                </a:ln>
                <a:solidFill>
                  <a:srgbClr val="F5E7C3"/>
                </a:solidFill>
              </a:defRPr>
            </a:pPr>
            <a:r>
              <a:rPr sz="1875">
                <a:ln w="0">
                  <a:noFill/>
                  <a:prstDash val="solid"/>
                </a:ln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ENSEÑA A DESCANSAR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200">
                <a:ln w="0">
                  <a:noFill/>
                  <a:prstDash val="solid"/>
                </a:ln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Su mansedumbre cambia</a:t>
            </a:r>
          </a:p>
          <a:p xmlns:a="http://schemas.openxmlformats.org/drawingml/2006/main">
            <a:pPr>
              <a:buNone/>
              <a:defRPr sz="1200" b="0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200">
                <a:ln w="0">
                  <a:noFill/>
                  <a:prstDash val="solid"/>
                </a:ln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la forma de llevar la vida.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RECONOCER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carga pesa de verdad;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no hace falta compararla.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Nombrarla devuelve verdad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y abre una elección.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VENIR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«Venid a mí»: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empieza acogiendo.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 pide otra hazaña,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ofrece relación y descanso.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SOLTAR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Padre se revela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 los pequeños.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Bajar la defensa permite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recibir lo que no controlo.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APRENDER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«Soy manso y humilde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de corazón».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Mansedumbre no es borrarse: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es vivir sin imponer ni huir.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COMPARTIR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yugo de Jesús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no se carga en soledad.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comunidad reparte peso,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ritmo y responsabilidad.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«Venid a descansar; traedme vuestro cansancio»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La canción ofrece una mansedumbre que sostiene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1 Re 19,5–8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CUIDAR EL CUERPO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«Levántate y come; el camino es demasiado largo para ti.»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Dios no comienza exigiendo ánimo: ofrece sueño, alimento, tiempo y cuidado del cuerpo.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Sal 131,2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APRENDER QUIETUD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«He calmado mi alma como un niño en brazos de su madre.»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humildad deja de exigir control y permite recibir sostén sin tener que demostrar nada.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Eclo 51,26–27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YUGO QUE ENSEÑA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«Someted el cuello a su yugo… y hallaréis descanso.»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sabiduría prepara la invitación de Jesús: aprender otra forma de llevar la vida.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Gal 6,2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CARGA COMPARTIDA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«Llevad los unos las cargas de los otros.»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ligereza no es eficiencia individual: la comunidad redistribuye lo que abruma.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Cuerpo escuchado  ·  control soltado  ·  mansedumbre aprendida  ·  carga compartida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peso sostengo como si descansar fuera fallar?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 la carga reconocida a un descanso compartido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«Aprended de mí»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me da permiso para descansar?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NOMBRAR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 de dos columnas: «lo que pesa» / «lo que sostiene».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carga es mía, cuál he asumido y cuál puedo compartir?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Mt 11,25–30 y seguir: revelar, venir, tomar, aprender y descansar.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ofrece Jesús antes de invitarnos a aprender?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tríos, decidir ante un caso: sostener, compartir, soltar o pedir ayuda.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aligera la carga sin negar la responsabilidad?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DESCANSAR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Elegir un límite, una petición de ayuda o un ritmo de descanso. Orar.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dejaré de llevar solo esta semana?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descansar no es fracasar ni soportar abuso; no espiritualizar el agotamiento y pedir ayuda cuando haga falta.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2026-07-19T11:01:43.6620000Z</dcterms:created>
  <dcterms:modified xsi:type="dcterms:W3CDTF">2026-07-19T11:01:43.6620000Z</dcterms:modified>
</coreProperties>
</file>