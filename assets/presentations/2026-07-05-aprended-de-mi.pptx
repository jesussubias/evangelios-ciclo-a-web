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391de8513042b1" /><Relationship Type="http://schemas.openxmlformats.org/officeDocument/2006/relationships/extended-properties" Target="/docProps/app.xml" Id="Rf3730291d2bf4c98" /><Relationship Type="http://schemas.openxmlformats.org/officeDocument/2006/relationships/officeDocument" Target="/ppt/presentation.xml" Id="Rf2001790c1c346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176a2d085b4209"/>
  </p:sldMasterIdLst>
  <p:notesMasterIdLst>
    <p:notesMasterId xmlns:r="http://schemas.openxmlformats.org/officeDocument/2006/relationships" r:id="R144aa5854d634fc7"/>
  </p:notesMasterIdLst>
  <p:sldIdLst>
    <p:sldId xmlns:r="http://schemas.openxmlformats.org/officeDocument/2006/relationships" id="256" r:id="Rad9897c8ffa34796"/>
    <p:sldId xmlns:r="http://schemas.openxmlformats.org/officeDocument/2006/relationships" id="257" r:id="Rbda4b01da8694015"/>
    <p:sldId xmlns:r="http://schemas.openxmlformats.org/officeDocument/2006/relationships" id="258" r:id="Ra43227254b1245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9272d2c83b4b09" /><Relationship Type="http://schemas.openxmlformats.org/officeDocument/2006/relationships/slideMaster" Target="/ppt/slideMasters/slideMaster1.xml" Id="R2d176a2d085b4209" /><Relationship Type="http://schemas.openxmlformats.org/officeDocument/2006/relationships/notesMaster" Target="/ppt/notesMasters/notesMaster1.xml" Id="R144aa5854d634fc7" /><Relationship Type="http://schemas.openxmlformats.org/officeDocument/2006/relationships/presProps" Target="/ppt/presProps.xml" Id="R11b0bbe7a1fe47cd" /><Relationship Type="http://schemas.openxmlformats.org/officeDocument/2006/relationships/viewProps" Target="/ppt/viewProps.xml" Id="R89d4bee7abc84d51" /><Relationship Type="http://schemas.openxmlformats.org/officeDocument/2006/relationships/tableStyles" Target="/ppt/tableStyles.xml" Id="R21aa09fc1e334699" /><Relationship Type="http://schemas.openxmlformats.org/officeDocument/2006/relationships/slide" Target="/ppt/slides/slide1.xml" Id="Rad9897c8ffa34796" /><Relationship Type="http://schemas.openxmlformats.org/officeDocument/2006/relationships/slide" Target="/ppt/slides/slide2.xml" Id="Rbda4b01da8694015" /><Relationship Type="http://schemas.openxmlformats.org/officeDocument/2006/relationships/slide" Target="/ppt/slides/slide3.xml" Id="Ra43227254b1245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e8f95f85b747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f02b443a1c4452" /><Relationship Type="http://schemas.openxmlformats.org/officeDocument/2006/relationships/notesMaster" Target="/ppt/notesMasters/notesMaster1.xml" Id="R666c88338c1642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44481526e84fc7" /><Relationship Type="http://schemas.openxmlformats.org/officeDocument/2006/relationships/notesMaster" Target="/ppt/notesMasters/notesMaster1.xml" Id="Rf0dab9e50e3c42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640a3292e248b5" /><Relationship Type="http://schemas.openxmlformats.org/officeDocument/2006/relationships/notesMaster" Target="/ppt/notesMasters/notesMaster1.xml" Id="Rcbdff90491774d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Jesús no niega las cargas ni añade una prueba de rendimiento espiritual. Primero invita: «Venid a mí». El descanso nace de la relación y se aprende en su mansedumbre y humildad. Reconocer el peso devuelve verdad; venir permite ser acogidos; soltar el control abre espacio para recibir; aprender de Jesús cambia la manera de llevar la vida; compartir evita que el yugo se convierta en soledad. La mansedumbre no es pasividad, borrado personal ni tolerancia ante el abuso.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Elías recuerda que el cuerpo necesita sueño y alimento antes de continuar; el salmo presenta una quietud que se aprende; el Eclesiástico ofrece el trasfondo sapiencial del yugo que forma; Gálatas convierte el descanso en responsabilidad comunitaria. Preguntar qué carga, sostén y límite aparecen en cada texto. Evitar frases que minimicen el sufrimiento o conviertan la fe en obligación de estar bien.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Aprended de mí, copias de Mt 11,25–30, tarjetas de dos columnas y un caso ficticio por trío. Leer las consignas en voz alta y ofrecer texto amplio. No pedir que nadie revele cansancio, enfermedad, conflicto o situaciones familiares; compartir y pasar son opciones válidas. No comparar cargas ni presentar el descanso como pereza o fracaso. La humildad no exige permanecer en relaciones inseguras. El agotamiento persistente, la enfermedad o la depresión no deben espiritualizarse: animar a pedir ayuda sanitaria, psicológica, social o pastoral competente cuando haga falta.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3a5f725d54f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04a011c1164679" /><Relationship Type="http://schemas.openxmlformats.org/officeDocument/2006/relationships/slideLayout" Target="/ppt/slideLayouts/slideLayout1.xml" Id="Rdfaa11939e7d4b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aa11939e7d4b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ca7c4f0044d85" /><Relationship Type="http://schemas.openxmlformats.org/officeDocument/2006/relationships/image" Target="/ppt/media/image.png" Id="R3432f9d58b114634" /><Relationship Type="http://schemas.openxmlformats.org/officeDocument/2006/relationships/notesSlide" Target="/ppt/notesSlides/notesSlide1.xml" Id="R07d40a0b91f64c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c1b6259f14471" /><Relationship Type="http://schemas.openxmlformats.org/officeDocument/2006/relationships/notesSlide" Target="/ppt/notesSlides/notesSlide2.xml" Id="R28bfd7e4ba9b43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6927d7a3e475e" /><Relationship Type="http://schemas.openxmlformats.org/officeDocument/2006/relationships/notesSlide" Target="/ppt/notesSlides/notesSlide3.xml" Id="R473a7c7f127e41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2f9d58b11463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APRENDED DE MÍ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Descanso para quienes cargan demasiado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 AÑADE PESO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ENSEÑA A DESCANSAR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mansedumbre cambia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forma de llevar la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carga pesa de verdad;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hace falta compararla.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Nombrarla devuelve verdad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abre una elección.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VENIR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«Venid a mí»: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empieza acogiendo.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pide otra hazaña,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ofrece relación y descanso.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Padre se revela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los pequeños.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Bajar la defensa permite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recibir lo que no controlo.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APRENDER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«Soy manso y humilde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corazón».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Mansedumbre no es borrarse: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vivir sin imponer ni huir.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COMPARTIR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yugo de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se carga en soledad.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comunidad reparte peso,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ritmo y responsabilidad.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«Venid a descansar; traedme vuestro cansancio»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ofrece una mansedumbre que sostiene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Re 19,5–8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CUIDAR EL CUERPO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«Levántate y come; el camino es demasiado largo para ti.»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comienza exigiendo ánimo: ofrece sueño, alimento, tiempo y cuidado del cuerpo.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131,2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APRENDER QUIETUD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«He calmado mi alma como un niño en brazos de su madre.»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humildad deja de exigir control y permite recibir sostén sin tener que demostrar nada.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Eclo 51,26–27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YUGO QUE ENSEÑA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«Someted el cuello a su yugo… y hallaréis descanso.»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sabiduría prepara la invitación de Jesús: aprender otra forma de llevar la vida.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Gal 6,2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CARGA COMPARTIDA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«Llevad los unos las cargas de los otros.»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ligereza no es eficiencia individual: la comunidad redistribuye lo que abruma.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Cuerpo escuchado  ·  control soltado  ·  mansedumbre aprendida  ·  carga compartida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peso sostengo como si descansar fuera fallar?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carga reconocida a un descanso compartido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«Aprended de mí»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da permiso para descansar?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de dos columnas: «lo que pesa» / «lo que sostiene».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carga es mía, cuál he asumido y cuál puedo compartir?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11,25–30 y seguir: revelar, venir, tomar, aprender y descansar.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ofrece Jesús antes de invitarnos a aprender?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decidir ante un caso: sostener, compartir, soltar o pedir ayuda.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aligera la carga sin negar la responsabilidad?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DESCANSAR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límite, una petición de ayuda o un ritmo de descanso.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dejaré de llevar solo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descansar no es fracasar ni soportar abuso; no espiritualizar el agotamiento y pedir ayuda cuando haga falta.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2026-07-13T21:50:09.2730000Z</dcterms:created>
  <dcterms:modified xsi:type="dcterms:W3CDTF">2026-07-13T21:50:09.2730000Z</dcterms:modified>
</coreProperties>
</file>