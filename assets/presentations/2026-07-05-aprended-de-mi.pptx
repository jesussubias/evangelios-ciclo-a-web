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391de8513042b1" /><Relationship Type="http://schemas.openxmlformats.org/officeDocument/2006/relationships/extended-properties" Target="/docProps/app.xml" Id="Rf3730291d2bf4c98" /><Relationship Type="http://schemas.openxmlformats.org/officeDocument/2006/relationships/officeDocument" Target="/ppt/presentation.xml" Id="Rf2001790c1c346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176a2d085b4209"/>
  </p:sldMasterIdLst>
  <p:notesMasterIdLst>
    <p:notesMasterId xmlns:r="http://schemas.openxmlformats.org/officeDocument/2006/relationships" r:id="R144aa5854d634fc7"/>
  </p:notesMasterIdLst>
  <p:sldIdLst>
    <p:sldId xmlns:r="http://schemas.openxmlformats.org/officeDocument/2006/relationships" id="256" r:id="Rad9897c8ffa34796"/>
    <p:sldId xmlns:r="http://schemas.openxmlformats.org/officeDocument/2006/relationships" id="257" r:id="Rbda4b01da8694015"/>
    <p:sldId xmlns:r="http://schemas.openxmlformats.org/officeDocument/2006/relationships" id="258" r:id="Ra43227254b1245c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9272d2c83b4b09" /><Relationship Type="http://schemas.openxmlformats.org/officeDocument/2006/relationships/slideMaster" Target="/ppt/slideMasters/slideMaster1.xml" Id="R2d176a2d085b4209" /><Relationship Type="http://schemas.openxmlformats.org/officeDocument/2006/relationships/notesMaster" Target="/ppt/notesMasters/notesMaster1.xml" Id="R144aa5854d634fc7" /><Relationship Type="http://schemas.openxmlformats.org/officeDocument/2006/relationships/presProps" Target="/ppt/presProps.xml" Id="R11b0bbe7a1fe47cd" /><Relationship Type="http://schemas.openxmlformats.org/officeDocument/2006/relationships/viewProps" Target="/ppt/viewProps.xml" Id="R89d4bee7abc84d51" /><Relationship Type="http://schemas.openxmlformats.org/officeDocument/2006/relationships/tableStyles" Target="/ppt/tableStyles.xml" Id="R21aa09fc1e334699" /><Relationship Type="http://schemas.openxmlformats.org/officeDocument/2006/relationships/slide" Target="/ppt/slides/slide1.xml" Id="Rad9897c8ffa34796" /><Relationship Type="http://schemas.openxmlformats.org/officeDocument/2006/relationships/slide" Target="/ppt/slides/slide2.xml" Id="Rbda4b01da8694015" /><Relationship Type="http://schemas.openxmlformats.org/officeDocument/2006/relationships/slide" Target="/ppt/slides/slide3.xml" Id="Ra43227254b1245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e8f95f85b747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f02b443a1c4452" /><Relationship Type="http://schemas.openxmlformats.org/officeDocument/2006/relationships/notesMaster" Target="/ppt/notesMasters/notesMaster1.xml" Id="R666c88338c1642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44481526e84fc7" /><Relationship Type="http://schemas.openxmlformats.org/officeDocument/2006/relationships/notesMaster" Target="/ppt/notesMasters/notesMaster1.xml" Id="Rf0dab9e50e3c42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640a3292e248b5" /><Relationship Type="http://schemas.openxmlformats.org/officeDocument/2006/relationships/notesMaster" Target="/ppt/notesMasters/notesMaster1.xml" Id="Rcbdff90491774d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Lectura del mapa: Jesús no niega las cargas ni añade una prueba de rendimiento espiritual. Primero invita: «Venid a mí». El descanso nace de la relación y se aprende en su mansedumbre y humildad. Reconocer el peso devuelve verdad; venir permite ser acogidos; soltar el control abre espacio para recibir; aprender de Jesús cambia la manera de llevar la vida; compartir evita que el yugo se convierta en soledad. La mansedumbre no es pasividad, borrado personal ni tolerancia ante el abuso.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Puede asignarse una resonancia a cada pareja. Elías recuerda que el cuerpo necesita sueño y alimento antes de continuar; el salmo presenta una quietud que se aprende; el Eclesiástico ofrece el trasfondo sapiencial del yugo que forma; Gálatas convierte el descanso en responsabilidad comunitaria. Preguntar qué carga, sostén y límite aparecen en cada texto. Evitar frases que minimicen el sufrimiento o conviertan la fe en obligación de estar bien.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Material: audio Aprended de mí, copias de Mt 11,25–30, tarjetas de dos columnas y un caso ficticio por trío. Leer las consignas en voz alta y ofrecer texto amplio. No pedir que nadie revele cansancio, enfermedad, conflicto o situaciones familiares; compartir y pasar son opciones válidas. No comparar cargas ni presentar el descanso como pereza o fracaso. La humildad no exige permanecer en relaciones inseguras. El agotamiento persistente, la enfermedad o la depresión no deben espiritualizarse: animar a pedir ayuda sanitaria, psicológica, social o pastoral competente cuando haga falta.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13a5f725d54f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04a011c1164679" /><Relationship Type="http://schemas.openxmlformats.org/officeDocument/2006/relationships/slideLayout" Target="/ppt/slideLayouts/slideLayout1.xml" Id="Rdfaa11939e7d4b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aa11939e7d4b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ca7c4f0044d85" /><Relationship Type="http://schemas.openxmlformats.org/officeDocument/2006/relationships/image" Target="/ppt/media/image.png" Id="R3432f9d58b114634" /><Relationship Type="http://schemas.openxmlformats.org/officeDocument/2006/relationships/notesSlide" Target="/ppt/notesSlides/notesSlide1.xml" Id="R07d40a0b91f64c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6c1b6259f14471" /><Relationship Type="http://schemas.openxmlformats.org/officeDocument/2006/relationships/notesSlide" Target="/ppt/notesSlides/notesSlide2.xml" Id="R28bfd7e4ba9b43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6927d7a3e475e" /><Relationship Type="http://schemas.openxmlformats.org/officeDocument/2006/relationships/notesSlide" Target="/ppt/notesSlides/notesSlide3.xml" Id="R473a7c7f127e412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n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32f9d58b11463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76F925A-853B-4B63-B630-E7E0361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B1C263C-5E91-44EE-907E-89FD028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400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76D6CD6-C65C-4094-B79C-E893F19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APRENDED DE MÍ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912B2F9-7ECB-4D03-9D83-96A67B6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5E7C3"/>
                </a:solidFill>
              </a:defRPr>
            </a:pPr>
            <a:r>
              <a:rPr sz="1275">
                <a:solidFill>
                  <a:srgbClr val="F5E7C3"/>
                </a:solidFill>
              </a:rPr>
              <a:t>Descanso para quienes cargan demasiado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6BA613D3-A121-4C21-8A6A-26CE265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381125"/>
            <a:ext cx="4305300" cy="1581150"/>
          </a:xfrm>
          <a:prstGeom xmlns:a="http://schemas.openxmlformats.org/drawingml/2006/main" prst="roundRect">
            <a:avLst>
              <a:gd name="adj" fmla="val 7229"/>
            </a:avLst>
          </a:prstGeom>
          <a:ln xmlns:a="http://schemas.openxmlformats.org/drawingml/2006/main" w="9525">
            <a:solidFill>
              <a:srgbClr val="C7B379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33900F7-2BFB-4C08-9991-E4DBC79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52575"/>
            <a:ext cx="3162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>
                <a:ln w="0"/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JESÚS NO AÑADE PESO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>
                <a:ln w="0"/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ENSEÑA A DESCANSAR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F9A3AF1-988D-4987-A2AF-F5D5DBB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0275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</a:defRPr>
            </a:pPr>
            <a:r>
              <a:rPr sz="120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 mansedumbre cambia</a:t>
            </a:r>
          </a:p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</a:defRPr>
            </a:pPr>
            <a:r>
              <a:rPr sz="120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 forma de llevar la vida.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766AD396-925D-4C92-B794-935B24E5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275" y="4600575"/>
            <a:ext cx="10753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A64F"/>
            </a:solidFill>
            <a:prstDash val="solid"/>
          </a:ln>
        </p:spPr>
      </p: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125F3B06-0623-45FC-A98E-F08D0AB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65761AE-B378-4760-9A4B-6813225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2613CD1-C39B-4AAF-BBCE-27BE813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RECONOCER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3132C27-ABFD-4365-B43B-986B571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La carga pesa de verdad;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no hace falta compararla.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743C9350-C4A1-4490-AD9D-DD5C3BA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D8BD664-2AAB-48D3-BBB2-62EFB4D7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Nombrarla devuelve verdad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y abre una elección.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B66FFF91-9CA2-4037-A956-A2DE54C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DE679FA-D2A8-430A-B3B4-C3932A7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E15EEF-3684-4338-8BA0-DF2F682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VENIR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5A39A7D-9CD1-42F2-A7DB-5F0014A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«Venid a mí»: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Jesús empieza acogiendo.</a:t>
            </a:r>
          </a:p>
        </p:txBody>
      </p:sp>
      <p:sp>
        <p:nvSpPr>
          <p:cNvPr id="20" name="Conector recto 19">
            <a:extLst xmlns:a="http://schemas.openxmlformats.org/drawingml/2006/main">
              <a:ext uri="{FF2B5EF4-FFF2-40B4-BE49-F238E27FC236}">
                <a16:creationId xmlns:a16="http://schemas.microsoft.com/office/drawing/2014/main" id="{C915E308-4F55-4006-BE35-D83ACB1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EE927DE-097C-47A0-8B22-8024ECD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No pide otra hazaña,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ofrece relación y descanso.</a:t>
            </a:r>
          </a:p>
        </p:txBody>
      </p:sp>
      <p:sp>
        <p:nvSpPr>
          <p:cNvPr id="22" name="Elipse 21">
            <a:extLst xmlns:a="http://schemas.openxmlformats.org/drawingml/2006/main">
              <a:ext uri="{FF2B5EF4-FFF2-40B4-BE49-F238E27FC236}">
                <a16:creationId xmlns:a16="http://schemas.microsoft.com/office/drawing/2014/main" id="{26BBFF55-7514-457A-AE5C-C740E04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B5775468-8B8E-4ABF-B92E-67DADC5F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D935F955-A505-483F-A10A-C7C65AD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SOLTAR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35129EB-3FA7-4669-BF9F-26DE8F4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El Padre se revela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 los pequeños.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7679B2FF-34E5-4D19-851E-EC869FF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2D02D78-9FF2-44F5-B00A-5FE232E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Bajar la defensa permite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recibir lo que no controlo.</a:t>
            </a:r>
          </a:p>
        </p:txBody>
      </p: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BE26EAC8-47A2-4607-BEFE-2460A2F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8B3C1128-2625-4751-800D-21D264F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02290257-ADD7-4E95-946B-FC1D86F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APRENDER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0D536D-D621-4236-AF48-F610F2F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«Soy manso y humilde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de corazón».</a:t>
            </a:r>
          </a:p>
        </p:txBody>
      </p:sp>
      <p:sp>
        <p:nvSpPr>
          <p:cNvPr id="32" name="Conector recto 31">
            <a:extLst xmlns:a="http://schemas.openxmlformats.org/drawingml/2006/main">
              <a:ext uri="{FF2B5EF4-FFF2-40B4-BE49-F238E27FC236}">
                <a16:creationId xmlns:a16="http://schemas.microsoft.com/office/drawing/2014/main" id="{8C8B5876-7F3F-4B03-90C7-DD63DB0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35BB92-EC79-495F-BBBD-30B0F3E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Mansedumbre no es borrarse: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es vivir sin imponer ni huir.</a:t>
            </a:r>
          </a:p>
        </p:txBody>
      </p:sp>
      <p:sp>
        <p:nvSpPr>
          <p:cNvPr id="34" name="Elipse 33">
            <a:extLst xmlns:a="http://schemas.openxmlformats.org/drawingml/2006/main">
              <a:ext uri="{FF2B5EF4-FFF2-40B4-BE49-F238E27FC236}">
                <a16:creationId xmlns:a16="http://schemas.microsoft.com/office/drawing/2014/main" id="{2FF2A9B7-688D-4C1E-AE74-25F236D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731CFFEA-8755-4D80-99D5-85B69C5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5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E4B35737-4FF5-4FFB-B35C-BF0791C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COMPARTIR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D3C05DC6-EEF3-47D1-8D15-FD1B086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El yugo de Jesús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no se carga en soledad.</a:t>
            </a:r>
          </a:p>
        </p:txBody>
      </p:sp>
      <p:sp>
        <p:nvSpPr>
          <p:cNvPr id="38" name="Conector recto 37">
            <a:extLst xmlns:a="http://schemas.openxmlformats.org/drawingml/2006/main">
              <a:ext uri="{FF2B5EF4-FFF2-40B4-BE49-F238E27FC236}">
                <a16:creationId xmlns:a16="http://schemas.microsoft.com/office/drawing/2014/main" id="{3579FD05-578B-414A-A46E-83F30DA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C276F3AF-1F6D-406C-A755-D267075D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comunidad reparte peso,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ritmo y responsabilidad.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BBFA0AF3-1233-4EED-9907-CF97B9D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«Venid a descansar; traedme vuestro cansancio»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F331B9A7-E894-478D-B98F-65FC4F1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5045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72F37E03-C2AE-4457-92CB-8FFA9A7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51F"/>
                </a:solidFill>
              </a:defRPr>
            </a:pPr>
            <a:r>
              <a:rPr sz="2250" b="1">
                <a:solidFill>
                  <a:srgbClr val="07151F"/>
                </a:solidFill>
              </a:rPr>
              <a:t>CUATRO RESONANCIAS BÍBLICAS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32D06E0-C229-427F-A845-5B0388C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D646B"/>
                </a:solidFill>
              </a:defRPr>
            </a:pPr>
            <a:r>
              <a:rPr sz="1200" b="0">
                <a:solidFill>
                  <a:srgbClr val="4D646B"/>
                </a:solidFill>
              </a:rPr>
              <a:t>La canción ofrece una mansedumbre que sostiene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011AFFC2-C892-49BF-B5B8-38CA089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ED4C0F0B-03BD-4136-B8C9-08B2D2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0D2A38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4E9E5A45-0DB9-40E5-9BE5-787146A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40C7DFE-33ED-454A-AB51-137E5FD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1 Re 19,5–8</a:t>
            </a:r>
          </a:p>
        </p:txBody>
      </p:sp>
      <p:sp>
        <p:nvSpPr>
          <p:cNvPr id="7" name="Conector recto 6">
            <a:extLst xmlns:a="http://schemas.openxmlformats.org/drawingml/2006/main">
              <a:ext uri="{FF2B5EF4-FFF2-40B4-BE49-F238E27FC236}">
                <a16:creationId xmlns:a16="http://schemas.microsoft.com/office/drawing/2014/main" id="{713B4E51-C338-4275-8ED9-A48BAEF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0C421F1-9F2E-477F-BA2B-79164E9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CUIDAR EL CUERPO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1537AC9D-01DD-431D-A0B8-2736697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«Levántate y come; el camino es demasiado largo para ti.»</a:t>
            </a:r>
          </a:p>
        </p:txBody>
      </p:sp>
      <p:sp>
        <p:nvSpPr>
          <p:cNvPr id="10" name="Conector recto 9">
            <a:extLst xmlns:a="http://schemas.openxmlformats.org/drawingml/2006/main">
              <a:ext uri="{FF2B5EF4-FFF2-40B4-BE49-F238E27FC236}">
                <a16:creationId xmlns:a16="http://schemas.microsoft.com/office/drawing/2014/main" id="{E31F0AC1-698A-4C06-85A6-017D121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1FA8C67-5C0F-4F4B-BCAC-CA72A52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Dios no comienza exigiendo ánimo: ofrece sueño, alimento, tiempo y cuidado del cuerpo.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B54CCF2A-F82C-4629-9AEC-6C0E832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55A478B-DBB8-47C8-8164-6A9D50E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71B0A35-DB7C-48DB-9465-948C04C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Sal 131,2</a:t>
            </a:r>
          </a:p>
        </p:txBody>
      </p:sp>
      <p:sp>
        <p:nvSpPr>
          <p:cNvPr id="15" name="Conector recto 14">
            <a:extLst xmlns:a="http://schemas.openxmlformats.org/drawingml/2006/main">
              <a:ext uri="{FF2B5EF4-FFF2-40B4-BE49-F238E27FC236}">
                <a16:creationId xmlns:a16="http://schemas.microsoft.com/office/drawing/2014/main" id="{66CA8D28-498A-402B-98C3-16AAF53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00BD432-5A8A-4615-A99B-AF730BB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APRENDER QUIETUD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A29B886-2F11-434C-AEB0-140D65C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«He calmado mi alma como un niño en brazos de su madre.»</a:t>
            </a:r>
          </a:p>
        </p:txBody>
      </p:sp>
      <p:sp>
        <p:nvSpPr>
          <p:cNvPr id="18" name="Conector recto 17">
            <a:extLst xmlns:a="http://schemas.openxmlformats.org/drawingml/2006/main">
              <a:ext uri="{FF2B5EF4-FFF2-40B4-BE49-F238E27FC236}">
                <a16:creationId xmlns:a16="http://schemas.microsoft.com/office/drawing/2014/main" id="{58FF9ECC-73F3-426D-9AB0-734B1ED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8D83548-307E-4D0D-A2BB-45A1213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humildad deja de exigir control y permite recibir sostén sin tener que demostrar nada.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83F9E9AD-DC76-4724-B8B0-4CD903A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865B4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36563D4-1A9D-44B1-8E7D-442814D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27E3E34-3C0F-4D35-A6B6-B7F48852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Eclo 51,26–27</a:t>
            </a:r>
          </a:p>
        </p:txBody>
      </p:sp>
      <p:sp>
        <p:nvSpPr>
          <p:cNvPr id="23" name="Conector recto 22">
            <a:extLst xmlns:a="http://schemas.openxmlformats.org/drawingml/2006/main">
              <a:ext uri="{FF2B5EF4-FFF2-40B4-BE49-F238E27FC236}">
                <a16:creationId xmlns:a16="http://schemas.microsoft.com/office/drawing/2014/main" id="{721D9E58-FFC0-47B8-98D6-BC3CC41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00E4868-92F9-40B4-9D0E-435EAB60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YUGO QUE ENSEÑA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C582428-796B-4095-98B6-3C2A6FD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«Someted el cuello a su yugo… y hallaréis descanso.»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20EA01E7-7751-4CD8-9B07-E89134E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77EED197-C142-4BC9-AC15-FD8B4BE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sabiduría prepara la invitación de Jesús: aprender otra forma de llevar la vida.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77FC9282-B573-472C-9171-6092262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5A513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AC27A7E-3684-497B-92CE-AF102E6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541B0600-63A3-4D50-8DCD-C2A91BC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Gal 6,2</a:t>
            </a:r>
          </a:p>
        </p:txBody>
      </p:sp>
      <p:sp>
        <p:nvSpPr>
          <p:cNvPr id="31" name="Conector recto 30">
            <a:extLst xmlns:a="http://schemas.openxmlformats.org/drawingml/2006/main">
              <a:ext uri="{FF2B5EF4-FFF2-40B4-BE49-F238E27FC236}">
                <a16:creationId xmlns:a16="http://schemas.microsoft.com/office/drawing/2014/main" id="{CD0F8830-070D-4550-BAC0-0FCBBE3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F68BC15-077A-4086-B47D-446BC43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CARGA COMPARTIDA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9B1D6005-D34A-4E37-9CFF-143BEC9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«Llevad los unos las cargas de los otros.»</a:t>
            </a:r>
          </a:p>
        </p:txBody>
      </p:sp>
      <p:sp>
        <p:nvSpPr>
          <p:cNvPr id="34" name="Conector recto 33">
            <a:extLst xmlns:a="http://schemas.openxmlformats.org/drawingml/2006/main">
              <a:ext uri="{FF2B5EF4-FFF2-40B4-BE49-F238E27FC236}">
                <a16:creationId xmlns:a16="http://schemas.microsoft.com/office/drawing/2014/main" id="{097B30E3-4B9F-42F8-A9F7-556491E3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695C0E6E-C3AE-4CF8-8FEA-6B5576C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ligereza no es eficiencia individual: la comunidad redistribuye lo que abruma.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B381F95A-49F1-4757-9BCD-5894887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9A441"/>
                </a:solidFill>
              </a:defRPr>
            </a:pPr>
            <a:r>
              <a:rPr sz="1050" b="1">
                <a:solidFill>
                  <a:srgbClr val="D9A441"/>
                </a:solidFill>
              </a:rPr>
              <a:t>SÍNTESIS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1C5AD733-368F-4750-80C9-D90C066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95925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51F"/>
                </a:solidFill>
              </a:defRPr>
            </a:pPr>
            <a:r>
              <a:rPr sz="1425" b="1">
                <a:solidFill>
                  <a:srgbClr val="07151F"/>
                </a:solidFill>
              </a:rPr>
              <a:t>Cuerpo escuchado  ·  control soltado  ·  mansedumbre aprendida  ·  carga compartida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10B79631-8116-4707-9F97-E11C327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0565E"/>
                </a:solidFill>
              </a:defRPr>
            </a:pPr>
            <a:r>
              <a:rPr sz="1350" b="0">
                <a:solidFill>
                  <a:srgbClr val="40565E"/>
                </a:solidFill>
              </a:rPr>
              <a:t>Pregunta de fondo: ¿qué peso sostengo como si descansar fuera fallar?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360E03B-D8D8-40B4-A0BC-61403AB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377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53C88EF1-7990-4A69-ABBC-6CF451A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PROPUESTA DE REUNIÓN · 70 MINUTOS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2328298-5735-44A1-9D3B-60B29C4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E7C3"/>
                </a:solidFill>
              </a:defRPr>
            </a:pPr>
            <a:r>
              <a:rPr sz="1200" b="0">
                <a:solidFill>
                  <a:srgbClr val="F5E7C3"/>
                </a:solidFill>
              </a:rPr>
              <a:t>De la carga reconocida a un descanso compartido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10BC4743-C41F-4DB3-AE82-190DDB7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Conector recto 3">
            <a:extLst xmlns:a="http://schemas.openxmlformats.org/drawingml/2006/main">
              <a:ext uri="{FF2B5EF4-FFF2-40B4-BE49-F238E27FC236}">
                <a16:creationId xmlns:a16="http://schemas.microsoft.com/office/drawing/2014/main" id="{6375B53B-3AA1-4460-8323-A486114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984"/>
            </a:solidFill>
            <a:prstDash val="solid"/>
          </a:ln>
        </p:spPr>
      </p:sp>
      <p:sp>
        <p:nvSpPr>
          <p:cNvPr id="5" name="Elipse 4">
            <a:extLst xmlns:a="http://schemas.openxmlformats.org/drawingml/2006/main">
              <a:ext uri="{FF2B5EF4-FFF2-40B4-BE49-F238E27FC236}">
                <a16:creationId xmlns:a16="http://schemas.microsoft.com/office/drawing/2014/main" id="{E8FF985D-7012-4049-8855-F4E7978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D8C92-E8A4-4942-8D70-4FEB732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66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D28D4B5-83E9-4A6C-BA6E-7AF1E13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00′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2EA4705-1FF4-4311-96DC-0AAD55D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77E6774-15D6-4800-8AA4-01B6AE4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478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Oír «Aprended de mí» completa, sin explicarla todavía.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2093CDD0-60C3-4498-B8E9-DFB2374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525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81FBB7-1C20-4A8B-B498-33B54ED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478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frase me da permiso para descansar?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82CE6E74-11DE-4371-9707-7D819C3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E14E9C9-CBA7-46E4-9814-7F335CF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292DDD7-9BF5-4785-AA91-207E5346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08′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514BB4A-2401-4F6B-BDB3-187145CB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NOMBRAR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8ED842D-F6DE-40B3-A888-6D81AA9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Tarjeta de dos columnas: «lo que pesa» / «lo que sostiene».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844D3CC3-83C2-4555-AA49-17F6F03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0419300-4ED5-4180-85A1-517F52D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carga es mía, cuál he asumido y cuál puedo compartir?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21440157-A5B3-4220-B61D-9DB2AB3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98DCD944-D80F-4335-93F8-2FBC2D6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195E1D4-5B20-49BE-92FF-51BA140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20′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5AF171C-7201-47F1-AED5-9E8D281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ILUMINAR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5685EC69-1FED-4758-B7B9-83DB3A0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Leer Mt 11,25–30 y seguir: revelar, venir, tomar, aprender y descansar.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906FFFBE-D862-49A8-9A23-FFDE300E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CFFC0D1-2720-4CFD-8F95-8EB2A02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ofrece Jesús antes de invitarnos a aprender?</a:t>
            </a:r>
          </a:p>
        </p:txBody>
      </p:sp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6E6643F4-6238-46E9-8AB2-F53E1FD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87CC754A-24A1-4F48-96FC-75E0CBD3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2300832-27E6-4A62-B815-CC398E7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38′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7834DC01-F13F-45A7-B827-2EFCF25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DISCERNIR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E215B0C6-630D-414B-854B-6049BC8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91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En tríos, decidir ante un caso: sostener, compartir, soltar o pedir ayuda.</a:t>
            </a:r>
          </a:p>
        </p:txBody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4DE7B454-0DF5-46AF-8F41-F50C714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F3B248E-9AFD-4821-9A04-E4B2993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aligera la carga sin negar la responsabilidad?</a:t>
            </a:r>
          </a:p>
        </p:txBody>
      </p:sp>
      <p:sp>
        <p:nvSpPr>
          <p:cNvPr id="33" name="Elipse 32">
            <a:extLst xmlns:a="http://schemas.openxmlformats.org/drawingml/2006/main">
              <a:ext uri="{FF2B5EF4-FFF2-40B4-BE49-F238E27FC236}">
                <a16:creationId xmlns:a16="http://schemas.microsoft.com/office/drawing/2014/main" id="{E1ED5C02-4073-4A3B-AF10-4A0648C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49ADBB0-2D51-41F5-9F5F-40B5F26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336EC6DF-7239-4253-9ACE-80243B2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58′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9AB0ED0-9F6F-4E16-8BD6-1E0D043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DESCANSAR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CEED62F7-9C9A-4EFF-AE0F-7478820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054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Elegir un límite, una petición de ayuda o un ritmo de descanso. Orar.</a:t>
            </a:r>
          </a:p>
        </p:txBody>
      </p:sp>
      <p:sp>
        <p:nvSpPr>
          <p:cNvPr id="38" name="Rectángulo: esquinas redondeadas 37">
            <a:extLst xmlns:a="http://schemas.openxmlformats.org/drawingml/2006/main">
              <a:ext uri="{FF2B5EF4-FFF2-40B4-BE49-F238E27FC236}">
                <a16:creationId xmlns:a16="http://schemas.microsoft.com/office/drawing/2014/main" id="{192F604F-0693-4338-B4C8-60A0986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E1A9E620-0DA6-4D84-A6FA-A22825E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dejaré de llevar solo esta semana?</a:t>
            </a:r>
          </a:p>
        </p:txBody>
      </p:sp>
      <p:sp>
        <p:nvSpPr>
          <p:cNvPr id="40" name="Rectángulo: esquinas redondeadas 39">
            <a:extLst xmlns:a="http://schemas.openxmlformats.org/drawingml/2006/main">
              <a:ext uri="{FF2B5EF4-FFF2-40B4-BE49-F238E27FC236}">
                <a16:creationId xmlns:a16="http://schemas.microsoft.com/office/drawing/2014/main" id="{4ED58C9D-8432-446A-B976-960336A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48375"/>
            <a:ext cx="9725025" cy="447675"/>
          </a:xfrm>
          <a:prstGeom xmlns:a="http://schemas.openxmlformats.org/drawingml/2006/main" prst="roundRect">
            <a:avLst>
              <a:gd name="adj" fmla="val 25532"/>
            </a:avLst>
          </a:prstGeom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1E9C6448-F067-47A4-9BF5-FD916857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34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CRITERIO: descansar no es fracasar ni soportar abuso; no espiritualizar el agotamiento y pedir ayuda cuando haga falta.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B8673AC7-8C86-4415-B176-1DC3C97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496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2026-07-13T21:50:09.2730000Z</dcterms:created>
  <dcterms:modified xsi:type="dcterms:W3CDTF">2026-07-13T21:50:09.2730000Z</dcterms:modified>
</coreProperties>
</file>