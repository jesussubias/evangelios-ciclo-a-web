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0790a8bada44b9" /><Relationship Type="http://schemas.openxmlformats.org/officeDocument/2006/relationships/extended-properties" Target="/docProps/app.xml" Id="Re959173d1ddf461c" /><Relationship Type="http://schemas.openxmlformats.org/officeDocument/2006/relationships/officeDocument" Target="/ppt/presentation.xml" Id="Re9686b0f3184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c0ad1d54a4297"/>
  </p:sldMasterIdLst>
  <p:notesMasterIdLst>
    <p:notesMasterId xmlns:r="http://schemas.openxmlformats.org/officeDocument/2006/relationships" r:id="R82c9f7a4c6324956"/>
  </p:notesMasterIdLst>
  <p:sldIdLst>
    <p:sldId xmlns:r="http://schemas.openxmlformats.org/officeDocument/2006/relationships" id="256" r:id="R2d99a91bcce54189"/>
    <p:sldId xmlns:r="http://schemas.openxmlformats.org/officeDocument/2006/relationships" id="257" r:id="Rfb97105540354926"/>
    <p:sldId xmlns:r="http://schemas.openxmlformats.org/officeDocument/2006/relationships" id="258" r:id="R8a744790f6034a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b179daad314c48" /><Relationship Type="http://schemas.openxmlformats.org/officeDocument/2006/relationships/slideMaster" Target="/ppt/slideMasters/slideMaster1.xml" Id="Rae2c0ad1d54a4297" /><Relationship Type="http://schemas.openxmlformats.org/officeDocument/2006/relationships/notesMaster" Target="/ppt/notesMasters/notesMaster1.xml" Id="R82c9f7a4c6324956" /><Relationship Type="http://schemas.openxmlformats.org/officeDocument/2006/relationships/presProps" Target="/ppt/presProps.xml" Id="R0dedc27f718c4d19" /><Relationship Type="http://schemas.openxmlformats.org/officeDocument/2006/relationships/viewProps" Target="/ppt/viewProps.xml" Id="Re191256718da40c6" /><Relationship Type="http://schemas.openxmlformats.org/officeDocument/2006/relationships/tableStyles" Target="/ppt/tableStyles.xml" Id="Rac90907516974827" /><Relationship Type="http://schemas.openxmlformats.org/officeDocument/2006/relationships/slide" Target="/ppt/slides/slide1.xml" Id="R2d99a91bcce54189" /><Relationship Type="http://schemas.openxmlformats.org/officeDocument/2006/relationships/slide" Target="/ppt/slides/slide2.xml" Id="Rfb97105540354926" /><Relationship Type="http://schemas.openxmlformats.org/officeDocument/2006/relationships/slide" Target="/ppt/slides/slide3.xml" Id="R8a744790f603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aa7bef15e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b7477162284ec5" /><Relationship Type="http://schemas.openxmlformats.org/officeDocument/2006/relationships/notesMaster" Target="/ppt/notesMasters/notesMaster1.xml" Id="R33812ed453b6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67f352900e4567" /><Relationship Type="http://schemas.openxmlformats.org/officeDocument/2006/relationships/notesMaster" Target="/ppt/notesMasters/notesMaster1.xml" Id="R7b6406fb38eb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bd699513f4c00" /><Relationship Type="http://schemas.openxmlformats.org/officeDocument/2006/relationships/notesMaster" Target="/ppt/notesMasters/notesMaster1.xml" Id="Rce119259eee848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dudar, preguntar, mirar, discernir y permanecer. Juan pregunta desde la prisión; su duda no borra su búsqueda ni su misión. Jesús no lo avergüenza ni le ofrece una respuesta abstracta: envía a sus discípulos a contar lo que oyen y ven. Los signos del Reino son vidas restauradas y Buena Noticia para los pobres. La bienaventuranza final invita a permanecer cuando el modo humilde de Jesús desconcierta. Después de que los enviados se marchan, Jesús elogia a Juan: su pregunta no cancela su identidad de profeta.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El Salmo 77 introduce la duda en la oración y la memoria; Isaías 35 permite reconocer en los signos de Jesús el cumplimiento de una promesa; Marcos 9 une fe y petición de ayuda; 1 Tesalonicenses propone un discernimiento activo. Evitar usar los signos como pruebas automáticas de que todo saldrá bien. La fe cristiana no exige apagar la inteligencia ni negar los hechos: pregunta, recuerda, observa frutos y se deja acompañar.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«En medio de vosotros», copias de Mt 11,2–11, tarjetas, bolígrafos y tres respuestas ficticias de baja exposición: consuelo vacío, respuesta prematura y signo de vida realista. Nadie debe compartir una crisis privada. En el discernimiento, comprobar si la respuesta escucha, reconoce el límite, nombra un signo concreto y deja libertad. Un signo no borra una pérdida ni demuestra que todo se resolverá. Compartir y pasar son opciones válidas. Ante depresión, trauma, crisis o riesgo, no moralizar: ofrecer ayuda profesional competente.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9746b1961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ae2c9ada874b6e" /><Relationship Type="http://schemas.openxmlformats.org/officeDocument/2006/relationships/slideLayout" Target="/ppt/slideLayouts/slideLayout1.xml" Id="Rc44f0aea43d642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f0aea43d642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eb5672c8c4fec" /><Relationship Type="http://schemas.openxmlformats.org/officeDocument/2006/relationships/image" Target="/ppt/media/image.png" Id="R28aae8f1cb0c4d22" /><Relationship Type="http://schemas.openxmlformats.org/officeDocument/2006/relationships/notesSlide" Target="/ppt/notesSlides/notesSlide1.xml" Id="R0460843197fe4f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95ddfaaeb4ac8" /><Relationship Type="http://schemas.openxmlformats.org/officeDocument/2006/relationships/notesSlide" Target="/ppt/notesSlides/notesSlide2.xml" Id="R2a817832d8fa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4aed59b4344e1" /><Relationship Type="http://schemas.openxmlformats.org/officeDocument/2006/relationships/notesSlide" Target="/ppt/notesSlides/notesSlide3.xml" Id="Rc283b72de3cb47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ae8f1cb0c4d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 MEDIO DE VOSOTROS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Creer atravesando la duda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DUDA PREGUNTA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MUESTRA SIGNOS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reprocha a Juan;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 remite a signos de vida.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DUDAR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Juan pregunta desde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oscuridad de la prisión.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duda no borra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deseo de verdad.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PREGUNTAR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Envía a dos discípulos: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«¿Eres tú el que ha de venir?»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que inquieta se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vuelve diálogo.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señala lo que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ellos oyen y ven.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busca signos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concretos de vida.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Los heridos recobran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vida y dignidad.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Así se reconoce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estilo del Mesías.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PERMANECER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«Dichoso quien no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 escandalice de mí».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Jesús elogia a Juan: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pregunta no lo borra.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«Entre dudas y preguntas, entre prisas y ansiedad»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duda entra en la oración, recuerda la promesa, pide ayuda y discierne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77,8–12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PREGUNTA QUE ORA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«¿Se ha agotado para siempre su misericordia?»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duda puede hablar ante Dios y recordar sus obras sin fingir certezas.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35,5–6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PROMESA VISIBLE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 abrirán los ojos de los ciegos y los oídos de los sordos.»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Los signos que Jesús enumera realizan la promesa: la esperanza toma cuerpo en vidas restauradas.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Mc 9,24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FE QUE PIDE AYUDA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«Creo; ayuda mi falta de fe.»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fe sincera no oculta su fragilidad: la convierte en petición y relación.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Tes 5,21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CONFIANZA QUE DISCIERNE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«Examinadlo todo; quedaos con lo bueno.»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Creer no es credulidad: contrasta frutos, conserva el bien y no desprecia la verdad.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Duda nombrada  ·  pregunta compartida  ·  signos reconocidos  ·  confianza acompañada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duda necesita hoy una pregunta honesta y qué signos puedo aprender a mirar?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duda escondida a una confianza acompañada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«En medio de vosotros»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mejor la cercanía o la ausencia que percibo?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«lo que esperaba» / «lo que realmente veo» / «la pregunta que queda».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distancia hay entre mi expectativa y los signos que tengo delante?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11,2–11 y seguir: oír, enviar, preguntar, contar, ver y no escandalizarse.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con la duda de Juan y qué evita hacer?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contrastar: consuelo vacío, respuesta prematura o signo de vida realista.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respuesta acompaña sin negar la duda ni ofrecer certezas fáciles?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CONFIAR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práctica: preguntar, escuchar, buscar un signo o hablar con alguien.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me deja caminar sin fingir que la duda ha desaparecido?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ridiculizar la duda ni forzar respuestas. Un signo de vida no borra una pérdida. No interpretar depresión, trauma o crisis como falta de fe; respetar silencio y opción de pasar, y pedir ayuda profesional cuando haga falta.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2026-07-14T22:50:13.0680000Z</dcterms:created>
  <dcterms:modified xsi:type="dcterms:W3CDTF">2026-07-14T22:50:13.0680000Z</dcterms:modified>
</coreProperties>
</file>