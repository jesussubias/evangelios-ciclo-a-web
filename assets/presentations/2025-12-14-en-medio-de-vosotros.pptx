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89fc01a9e24297" /><Relationship Type="http://schemas.openxmlformats.org/officeDocument/2006/relationships/extended-properties" Target="/docProps/app.xml" Id="Rd7c67bbbb2334b1d" /><Relationship Type="http://schemas.openxmlformats.org/officeDocument/2006/relationships/officeDocument" Target="/ppt/presentation.xml" Id="R69902862557d4a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fa06edc943436e"/>
  </p:sldMasterIdLst>
  <p:notesMasterIdLst>
    <p:notesMasterId xmlns:r="http://schemas.openxmlformats.org/officeDocument/2006/relationships" r:id="R489563106bce4505"/>
  </p:notesMasterIdLst>
  <p:sldIdLst>
    <p:sldId xmlns:r="http://schemas.openxmlformats.org/officeDocument/2006/relationships" id="256" r:id="R9ce8e27e69554112"/>
    <p:sldId xmlns:r="http://schemas.openxmlformats.org/officeDocument/2006/relationships" id="257" r:id="R624f563b297e42df"/>
    <p:sldId xmlns:r="http://schemas.openxmlformats.org/officeDocument/2006/relationships" id="258" r:id="R874829670c89490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1aee11f4884a12" /><Relationship Type="http://schemas.openxmlformats.org/officeDocument/2006/relationships/slideMaster" Target="/ppt/slideMasters/slideMaster1.xml" Id="R11fa06edc943436e" /><Relationship Type="http://schemas.openxmlformats.org/officeDocument/2006/relationships/notesMaster" Target="/ppt/notesMasters/notesMaster1.xml" Id="R489563106bce4505" /><Relationship Type="http://schemas.openxmlformats.org/officeDocument/2006/relationships/presProps" Target="/ppt/presProps.xml" Id="Rb4d11ac822ef44e7" /><Relationship Type="http://schemas.openxmlformats.org/officeDocument/2006/relationships/viewProps" Target="/ppt/viewProps.xml" Id="Rcf1d2a9472004245" /><Relationship Type="http://schemas.openxmlformats.org/officeDocument/2006/relationships/tableStyles" Target="/ppt/tableStyles.xml" Id="R162f023bf0e140b8" /><Relationship Type="http://schemas.openxmlformats.org/officeDocument/2006/relationships/slide" Target="/ppt/slides/slide1.xml" Id="R9ce8e27e69554112" /><Relationship Type="http://schemas.openxmlformats.org/officeDocument/2006/relationships/slide" Target="/ppt/slides/slide2.xml" Id="R624f563b297e42df" /><Relationship Type="http://schemas.openxmlformats.org/officeDocument/2006/relationships/slide" Target="/ppt/slides/slide3.xml" Id="R874829670c8949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c619aa58754f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22ec0b874348c1" /><Relationship Type="http://schemas.openxmlformats.org/officeDocument/2006/relationships/notesMaster" Target="/ppt/notesMasters/notesMaster1.xml" Id="R91bc01a4272c40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38da887c234031" /><Relationship Type="http://schemas.openxmlformats.org/officeDocument/2006/relationships/notesMaster" Target="/ppt/notesMasters/notesMaster1.xml" Id="Re37f027f23db44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635064e5f740b5" /><Relationship Type="http://schemas.openxmlformats.org/officeDocument/2006/relationships/notesMaster" Target="/ppt/notesMasters/notesMaster1.xml" Id="R1c3af177c3804d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dudar, preguntar, mirar, discernir y permanecer. Juan pregunta desde la prisión; su duda no borra su búsqueda ni su misión. Jesús no lo avergüenza ni le ofrece una respuesta abstracta: envía a sus discípulos a contar lo que oyen y ven. Los signos del Reino son vidas restauradas y Buena Noticia para los pobres. La bienaventuranza final invita a permanecer cuando el modo humilde de Jesús desconcierta. Después de que los enviados se marchan, Jesús elogia a Juan: su pregunta no cancela su identidad de profeta.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El Salmo 77 introduce la duda en la oración y la memoria; Isaías 35 permite reconocer en los signos de Jesús el cumplimiento de una promesa; Marcos 9 une fe y petición de ayuda; 1 Tesalonicenses propone un discernimiento activo. Evitar usar los signos como pruebas automáticas de que todo saldrá bien. La fe cristiana no exige apagar la inteligencia ni negar los hechos: pregunta, recuerda, observa frutos y se deja acompañar.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«En medio de vosotros», copias de Mt 11,2–11, tarjetas, bolígrafos y tres respuestas ficticias de baja exposición: consuelo vacío, respuesta prematura y signo de vida realista. Nadie debe compartir una crisis privada. En el discernimiento, comprobar si la respuesta escucha, reconoce el límite, nombra un signo concreto y deja libertad. Un signo no borra una pérdida ni demuestra que todo se resolverá. Compartir y pasar son opciones válidas. Ante depresión, trauma, crisis o riesgo, no moralizar: ofrecer ayuda profesional competente.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87bdc9620346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6a6a0b7b904445" /><Relationship Type="http://schemas.openxmlformats.org/officeDocument/2006/relationships/slideLayout" Target="/ppt/slideLayouts/slideLayout1.xml" Id="Rde105b3cb01442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105b3cb01442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cf44884464038" /><Relationship Type="http://schemas.openxmlformats.org/officeDocument/2006/relationships/image" Target="/ppt/media/image.png" Id="Ra35d5f2c70ae4eca" /><Relationship Type="http://schemas.openxmlformats.org/officeDocument/2006/relationships/notesSlide" Target="/ppt/notesSlides/notesSlide1.xml" Id="Rebc115ac05d743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4574814ad2464e" /><Relationship Type="http://schemas.openxmlformats.org/officeDocument/2006/relationships/notesSlide" Target="/ppt/notesSlides/notesSlide2.xml" Id="R06368e772a1948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f5df80bc24c1f" /><Relationship Type="http://schemas.openxmlformats.org/officeDocument/2006/relationships/notesSlide" Target="/ppt/notesSlides/notesSlide3.xml" Id="R4f85d564f4f1478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5d5f2c70ae4ec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EN MEDIO DE VOSOTROS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Creer atravesando la duda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52575"/>
            <a:ext cx="3848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DUDA PREGUNTA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MUESTRA SIGNOS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reprocha a Juan;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lo remite a signos de vida.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DUDAR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Juan pregunta desde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oscuridad de la prisión.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duda no borra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deseo de verdad.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PREGUNTAR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Envía a dos discípulos:</a:t>
            </a:r>
          </a:p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«¿Eres tú el que ha de venir?»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Lo que inquieta se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vuelve diálogo.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señala lo que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ellos oyen y ven.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busca signos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concretos de vida.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heridos recobran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vida y dignidad.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Así se reconoce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estilo del Mesías.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«Dichoso quien no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se escandalice de mí».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Jesús elogia a Juan: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pregunta no lo borra.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«Entre dudas y preguntas, entre prisas y ansiedad»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duda entra en la oración, recuerda la promesa, pide ayuda y discierne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77,8–12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PREGUNTA QUE ORA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«¿Se ha agotado para siempre su misericordia?»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duda puede hablar ante Dios y recordar sus obras sin fingir certezas.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35,5–6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PROMESA VISIBLE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 abrirán los ojos de los ciegos y los oídos de los sordos.»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Los signos que Jesús enumera realizan la promesa: la esperanza toma cuerpo en vidas restauradas.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Mc 9,24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FE QUE PIDE AYUDA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«Creo; ayuda mi falta de fe.»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fe sincera no oculta su fragilidad: la convierte en petición y relación.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Tes 5,21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CONFIANZA QUE DISCIERNE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«Examinadlo todo; quedaos con lo bueno.»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Creer no es credulidad: contrasta frutos, conserva el bien y no desprecia la verdad.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Duda nombrada  ·  pregunta compartida  ·  signos reconocidos  ·  confianza acompañada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duda necesita hoy una pregunta honesta y qué signos puedo aprender a mirar?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duda escondida a una confianza acompañada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«En medio de vosotros»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mejor la cercanía o la ausencia que percibo?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«lo que esperaba» / «lo que realmente veo» / «la pregunta que queda».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distancia hay entre mi expectativa y los signos que tengo delante?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11,2–11 y seguir: oír, enviar, preguntar, contar, ver y no escandalizarse.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con la duda de Juan y qué evita hacer?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contrastar: consuelo vacío, respuesta prematura o signo de vida realista.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respuesta acompaña sin negar la duda ni ofrecer certezas fáciles?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CONFIAR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una práctica: preguntar, escuchar, buscar un signo o hablar con alguien.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paso me deja caminar sin fingir que la duda ha desaparecido?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ridiculizar la duda ni forzar respuestas. Un signo de vida no borra una pérdida. No interpretar depresión, trauma o crisis como falta de fe; respetar silencio y opción de pasar, y pedir ayuda profesional cuando haga falta.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2026-07-19T11:30:13.7920000Z</dcterms:created>
  <dcterms:modified xsi:type="dcterms:W3CDTF">2026-07-19T11:30:13.7920000Z</dcterms:modified>
</coreProperties>
</file>