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888026b2af4837" /><Relationship Type="http://schemas.openxmlformats.org/officeDocument/2006/relationships/extended-properties" Target="/docProps/app.xml" Id="R2007e48eb3724422" /><Relationship Type="http://schemas.openxmlformats.org/officeDocument/2006/relationships/officeDocument" Target="/ppt/presentation.xml" Id="Rd0f7351753094f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87f3ff454e4506"/>
  </p:sldMasterIdLst>
  <p:notesMasterIdLst>
    <p:notesMasterId xmlns:r="http://schemas.openxmlformats.org/officeDocument/2006/relationships" r:id="Rf799f4e94e4c493a"/>
  </p:notesMasterIdLst>
  <p:sldIdLst>
    <p:sldId xmlns:r="http://schemas.openxmlformats.org/officeDocument/2006/relationships" id="256" r:id="Rb170f397730240ea"/>
    <p:sldId xmlns:r="http://schemas.openxmlformats.org/officeDocument/2006/relationships" id="257" r:id="Rfa48aa3cb72349ed"/>
    <p:sldId xmlns:r="http://schemas.openxmlformats.org/officeDocument/2006/relationships" id="258" r:id="Rb786508e6138401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6488a4e70d418e" /><Relationship Type="http://schemas.openxmlformats.org/officeDocument/2006/relationships/slideMaster" Target="/ppt/slideMasters/slideMaster1.xml" Id="R7587f3ff454e4506" /><Relationship Type="http://schemas.openxmlformats.org/officeDocument/2006/relationships/notesMaster" Target="/ppt/notesMasters/notesMaster1.xml" Id="Rf799f4e94e4c493a" /><Relationship Type="http://schemas.openxmlformats.org/officeDocument/2006/relationships/presProps" Target="/ppt/presProps.xml" Id="R0a2a95a52ea84a31" /><Relationship Type="http://schemas.openxmlformats.org/officeDocument/2006/relationships/viewProps" Target="/ppt/viewProps.xml" Id="R9b68bf9aaa5348d4" /><Relationship Type="http://schemas.openxmlformats.org/officeDocument/2006/relationships/tableStyles" Target="/ppt/tableStyles.xml" Id="Rf3fc6677ca7b488c" /><Relationship Type="http://schemas.openxmlformats.org/officeDocument/2006/relationships/slide" Target="/ppt/slides/slide1.xml" Id="Rb170f397730240ea" /><Relationship Type="http://schemas.openxmlformats.org/officeDocument/2006/relationships/slide" Target="/ppt/slides/slide2.xml" Id="Rfa48aa3cb72349ed" /><Relationship Type="http://schemas.openxmlformats.org/officeDocument/2006/relationships/slide" Target="/ppt/slides/slide3.xml" Id="Rb786508e613840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ffade1e10243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3682a009b0409e" /><Relationship Type="http://schemas.openxmlformats.org/officeDocument/2006/relationships/notesMaster" Target="/ppt/notesMasters/notesMaster1.xml" Id="Rfe91772fadcb46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62c126dd684f93" /><Relationship Type="http://schemas.openxmlformats.org/officeDocument/2006/relationships/notesMaster" Target="/ppt/notesMasters/notesMaster1.xml" Id="R2787f439ab9d49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d5935c293f4f2d" /><Relationship Type="http://schemas.openxmlformats.org/officeDocument/2006/relationships/notesMaster" Target="/ppt/notesMasters/notesMaster1.xml" Id="R42118683cbcd44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el miedo cierra las puertas; Jesús se pone en medio sin esperar que el grupo esté preparado; su primera palabra es paz; muestra unas heridas que ya no destruyen; vuelve por Tomás y acoge su duda; finalmente sopla el Espíritu y envía a reconciliar. Idea nuclear: el Resucitado no humilla el miedo ni exige una fe fingida; entra, ofrece paz y transforma el refugio en misión.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Pedir que distingan cuatro gestos de Jesús: entrar, mostrar, volver y enviar. La pregunta de fondo no obliga a contar un trauma ni un conflicto concreto; puede responderse desde un hábito, una relación, una decisión o una zona de la vida que se ha ido cerrando.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copias de una puerta de papel doblada, tarjetas pequeñas, bolígrafos y una vela o luz central. Nadie debe explicar en público lo escrito en su puerta. En ACOGER se puede hablar de una duda hipotética o pasar. Escuchar sin corregir, diagnosticar ni citar respuestas rápidas. En ENVIAR, formular un gesto de paz realista y seguro; reconciliar no significa volver a una relación dañina ni renunciar a límites necesarios.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9255227a4a45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c01334a1a54c6e" /><Relationship Type="http://schemas.openxmlformats.org/officeDocument/2006/relationships/slideLayout" Target="/ppt/slideLayouts/slideLayout1.xml" Id="Ra739798d212d4a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39798d212d4a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c0f07c3f84ddb" /><Relationship Type="http://schemas.openxmlformats.org/officeDocument/2006/relationships/image" Target="/ppt/media/image.png" Id="R38e6e7657c814645" /><Relationship Type="http://schemas.openxmlformats.org/officeDocument/2006/relationships/notesSlide" Target="/ppt/notesSlides/notesSlide1.xml" Id="Rbc495410b0194a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ad8c36ca045f8" /><Relationship Type="http://schemas.openxmlformats.org/officeDocument/2006/relationships/notesSlide" Target="/ppt/notesSlides/notesSlide2.xml" Id="R2c3ecc003c6e40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2d36057604719" /><Relationship Type="http://schemas.openxmlformats.org/officeDocument/2006/relationships/notesSlide" Target="/ppt/notesSlides/notesSlide3.xml" Id="R7a0fcd62ca9440c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e6e7657c8146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EN MEDIO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Puertas cerradas, heridas y paz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ENTRA EN MEDIO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NOS DEVUELVE LA PAZ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reprocha el miedo: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pone en medio y nos envía.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ENCIERRO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Las puertas están cerradas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el miedo reúne al grupo.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protección se convierte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una vida sin horizonte.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PRESENCIA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pone en medio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sin esperar que abran.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primera palabra no acusa: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«Paz a vosotros».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HERIDAS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Muestra las manos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el costado abierto.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Pascua no borra la herida: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vuelve lugar de encuentro.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DUDA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Tomás necesita ver y tocar;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vuelve por él.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duda honesta no expulsa: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puede conducir a la fe.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ENVÍO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Resucitado sopla Espíritu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confía el perdón.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paz recibida abre puertas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nos devuelve al mundo.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«En medio del miedo viniste a habitar»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relee el miedo desde cuatro gestos de Jesús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20,19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PAZ EN EL ENCIERRO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«Con las puertas cerradas, se puso en medio y dijo: Paz.»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entra donde el miedo ha encerrado a la comunidad.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20,20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HERIDAS QUE HABLAN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«Les mostró las manos y el costado.»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Las llagas no desaparecen: se vuelven memoria de un amor que permanece.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20,24–27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UNA DUDA ACOGIDA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«Trae tu mano… y no seas incrédulo, sino creyente.»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vuelve por Tomás, se adapta a su paso y no lo aparta del grupo.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20,21–23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PAZ QUE ENVÍA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«Como el Padre me ha enviado, así también os envío yo.»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Espíritu transforma el refugio en comunidad de perdón y reconciliación.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Miedo atravesado  ·  paz recibida  ·  duda acogida  ·  heridas que envían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puerta mantengo cerrada por miedo y qué paz necesito recibir?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las puertas cerradas a una comunidad que vuelve a respirar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«En medio»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el miedo o la esperanza con que llego hoy?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una puerta de papel: «lo que me protege» / «lo que me encierra».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miedo ha empezado a decidir por mí?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20,19–31 en dos escenas: la comunidad sin Tomás / con Tomás.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con el miedo, las heridas y la duda?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ACOGER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compartir una duda posible. Escuchar sin corregir ni responder deprisa.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necesita una comunidad para que yo pueda dudar sin marcharme?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ENVIAR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Entreabrir la puerta y escribir un gesto de paz o reconciliación.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¿A qué vínculo o lugar me envía hoy la paz de Jesús?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ridiculizar la duda ni exponer heridas; acoger el miedo y concretar una paz posible.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2026-07-13T05:10:00.5940000Z</dcterms:created>
  <dcterms:modified xsi:type="dcterms:W3CDTF">2026-07-13T05:10:00.5940000Z</dcterms:modified>
</coreProperties>
</file>