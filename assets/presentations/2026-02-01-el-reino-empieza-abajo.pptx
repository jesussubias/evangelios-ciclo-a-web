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7ba4cecfd04c7c" /><Relationship Type="http://schemas.openxmlformats.org/officeDocument/2006/relationships/extended-properties" Target="/docProps/app.xml" Id="R1d4f296d9cb14f84" /><Relationship Type="http://schemas.openxmlformats.org/officeDocument/2006/relationships/officeDocument" Target="/ppt/presentation.xml" Id="Rf03bbee24d3341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8504b1141864e6e"/>
  </p:sldMasterIdLst>
  <p:notesMasterIdLst>
    <p:notesMasterId xmlns:r="http://schemas.openxmlformats.org/officeDocument/2006/relationships" r:id="Refe9c0a87dad4b78"/>
  </p:notesMasterIdLst>
  <p:sldIdLst>
    <p:sldId xmlns:r="http://schemas.openxmlformats.org/officeDocument/2006/relationships" id="256" r:id="R24e521c1886f41b3"/>
    <p:sldId xmlns:r="http://schemas.openxmlformats.org/officeDocument/2006/relationships" id="257" r:id="R7e2950a3bdc54ca8"/>
    <p:sldId xmlns:r="http://schemas.openxmlformats.org/officeDocument/2006/relationships" id="258" r:id="R4ab591f85b734656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c644a3582df4dac" /><Relationship Type="http://schemas.openxmlformats.org/officeDocument/2006/relationships/slideMaster" Target="/ppt/slideMasters/slideMaster1.xml" Id="R88504b1141864e6e" /><Relationship Type="http://schemas.openxmlformats.org/officeDocument/2006/relationships/notesMaster" Target="/ppt/notesMasters/notesMaster1.xml" Id="Refe9c0a87dad4b78" /><Relationship Type="http://schemas.openxmlformats.org/officeDocument/2006/relationships/presProps" Target="/ppt/presProps.xml" Id="Re23457eca24f4576" /><Relationship Type="http://schemas.openxmlformats.org/officeDocument/2006/relationships/viewProps" Target="/ppt/viewProps.xml" Id="R8ce7c17da6fa497e" /><Relationship Type="http://schemas.openxmlformats.org/officeDocument/2006/relationships/tableStyles" Target="/ppt/tableStyles.xml" Id="R84bca2c35b484491" /><Relationship Type="http://schemas.openxmlformats.org/officeDocument/2006/relationships/slide" Target="/ppt/slides/slide1.xml" Id="R24e521c1886f41b3" /><Relationship Type="http://schemas.openxmlformats.org/officeDocument/2006/relationships/slide" Target="/ppt/slides/slide2.xml" Id="R7e2950a3bdc54ca8" /><Relationship Type="http://schemas.openxmlformats.org/officeDocument/2006/relationships/slide" Target="/ppt/slides/slide3.xml" Id="R4ab591f85b73465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6e9897da14247a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5dab20d828274fde" /><Relationship Type="http://schemas.openxmlformats.org/officeDocument/2006/relationships/notesMaster" Target="/ppt/notesMasters/notesMaster1.xml" Id="R07a31103891541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166fec54b4e4c44" /><Relationship Type="http://schemas.openxmlformats.org/officeDocument/2006/relationships/notesMaster" Target="/ppt/notesMasters/notesMaster1.xml" Id="R5fc714f97de6447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558841738d34775" /><Relationship Type="http://schemas.openxmlformats.org/officeDocument/2006/relationships/notesMaster" Target="/ppt/notesMasters/notesMaster1.xml" Id="R6a67e79668fb46f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comenzar por la mirada de Jesús y su manera de sentarse entre la gente; mostrar la inversión de criterios; detenerse en el deseo de justicia y verdad; pasar a misericordia y paz como forma de vínculo; cerrar con la firmeza de quien ama contracorriente. Idea nuclear: las Bienaventuranzas no glorifican el dolor, sino que anuncian que Dios no abandona a quienes el mundo deja abajo.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Puede asignarse una resonancia a cada pareja. Pedir una frase común: ¿qué criterio del mundo corrige este texto y qué forma de dicha propone? Evitar usar las citas para juzgar a quien busca seguridad o reconocimiento; la pregunta es qué libertad abre la mirada de Dios.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dos carteles grandes, notas adhesivas y bolígrafos. En DESMONTAR se escriben palabras sin debatir todavía. En ILUMINAR, cada grupo trabaja una o dos Bienaventuranzas identificando herida reconocida, promesa y camino. Compartir en primera persona. El gesto final debe ser pequeño, libre y verificable.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3e827edb906484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8f5d6eccee4548" /><Relationship Type="http://schemas.openxmlformats.org/officeDocument/2006/relationships/slideLayout" Target="/ppt/slideLayouts/slideLayout1.xml" Id="Rc6e5725cb458438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6e5725cb458438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395b528998413d" /><Relationship Type="http://schemas.openxmlformats.org/officeDocument/2006/relationships/image" Target="/ppt/media/image.png" Id="R72914aaae731480f" /><Relationship Type="http://schemas.openxmlformats.org/officeDocument/2006/relationships/notesSlide" Target="/ppt/notesSlides/notesSlide1.xml" Id="R020e7b3dcc814ac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742d5f4eda47a3" /><Relationship Type="http://schemas.openxmlformats.org/officeDocument/2006/relationships/notesSlide" Target="/ppt/notesSlides/notesSlide2.xml" Id="Rf2050e8533ee4ac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5576a429804218" /><Relationship Type="http://schemas.openxmlformats.org/officeDocument/2006/relationships/notesSlide" Target="/ppt/notesSlides/notesSlide3.xml" Id="R9dbcf774c8da498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2914aaae731480f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EL REINO EMPIEZA ABAJO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Una felicidad que no depende de ganar ni aparentar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DIOS LLAMA DICHOSOS</a:t>
            </a:r>
          </a:p>
          <a:p xmlns:a="http://schemas.openxmlformats.org/drawingml/2006/main">
            <a:pPr algn="ctr">
              <a:buNone/>
              <a:defRPr sz="1875" b="1">
                <a:ln w="0">
                  <a:noFill/>
                  <a:prstDash val="solid"/>
                </a:ln>
                <a:solidFill>
                  <a:srgbClr val="F5E7C3"/>
                </a:solidFill>
              </a:defRPr>
            </a:pPr>
            <a:r>
              <a:rPr sz="1875">
                <a:ln w="0">
                  <a:noFill/>
                  <a:prstDash val="solid"/>
                </a:ln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 QUIENES NADIE MIRA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No glorifican el dolor:</a:t>
            </a:r>
          </a:p>
          <a:p xmlns:a="http://schemas.openxmlformats.org/drawingml/2006/main">
            <a:pPr>
              <a:buNone/>
              <a:defRPr sz="1200" b="0">
                <a:ln w="0">
                  <a:noFill/>
                  <a:prstDash val="solid"/>
                </a:ln>
                <a:solidFill>
                  <a:srgbClr val="FFFFFF"/>
                </a:solidFill>
              </a:defRPr>
            </a:pPr>
            <a:r>
              <a:rPr sz="1200">
                <a:ln w="0">
                  <a:noFill/>
                  <a:prstDash val="solid"/>
                </a:ln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anuncian que Dios no abandona.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MIRADA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mira a la gente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y se sienta entre ellos.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Reino comienza escuchando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vida que otros no ven.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INVERSIÓN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Llama dichosos a pobres,</a:t>
            </a:r>
          </a:p>
          <a:p xmlns:a="http://schemas.openxmlformats.org/drawingml/2006/main">
            <a:pPr>
              <a:buNone/>
              <a:defRPr sz="975" b="1">
                <a:solidFill>
                  <a:srgbClr val="FFFFFF"/>
                </a:solidFill>
              </a:defRPr>
            </a:pPr>
            <a:r>
              <a:rPr sz="975" b="1">
                <a:solidFill>
                  <a:srgbClr val="FFFFFF"/>
                </a:solidFill>
              </a:rPr>
              <a:t>mansos, heridos y perseguidos.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Dios no confunde el éxito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con la plenitud.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DESEO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Hambre de justicia,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corazón limpio, verdad.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dicha nace cuando el deseo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se orienta hacia el bien.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VÍNCULO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Misericordia y paz se vuelven</a:t>
            </a:r>
          </a:p>
          <a:p xmlns:a="http://schemas.openxmlformats.org/drawingml/2006/main">
            <a:pPr>
              <a:buNone/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forma concreta de vivir.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El consuelo recibido se hace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cuidado para otros.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FIRMEZA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Seguir a Jesús puede llevar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 vivir contracorriente.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Amar sin rendirse no es perder: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es sembrar Reino.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Reino empieza abajo, donde nadie mira»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relee las Bienaventuranzas desde cuatro intuiciones bíblicas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Sam 16,7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MIRADA DEL CORAZÓN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hombre mira las apariencias; el Señor mira el corazón.»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dignidad no depende de la imagen, el rendimiento ni la aprobación.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57,15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DIOS HABITA ABAJO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«Habito con el contrito y humilde para reanimar su corazón.»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contempla la fragilidad desde lejos: desciende, habita y reanima.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Miq 6,8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JUSTICIA CAMINADA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«Practicar la justicia, amar la misericordia y caminar humildemente.»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dicha del Reino toma cuerpo en una forma humilde y compasiva de vivir.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1 Co 1,27–29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DEBILIDAD ELEGIDA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«Dios eligió lo débil del mundo para confundir a lo fuerte.»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La fragilidad ofrecida puede ser fecunda cuando deja de competir por el centro.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Dignidad recibida  ·  humildad habitada  ·  justicia compasiva  ·  debilidad fecunda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llamo fracaso que Jesús podría estar llamando comienzo?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 la felicidad que se exhibe a una Bienaventuranza que se practica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00–08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«El Reino empieza abajo»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frase me atrae o me provoca resistencia?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08–20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DESMONTAR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Completar dos carteles: «éxito según el mundo» / «dicha según Jesús».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idea de felicidad me gobierna sin darme cuenta?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20–38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Mt 5,1–12 por grupos: herida, promesa y camino de cada Bienaventuranza.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dolor no idealiza Jesús y qué futuro anuncia?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38–58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ELEGIR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Elegir una Bienaventuranza como consuelo e incomodidad. Compartir sin compararse.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¿Cuál me consuela y cuál me pide cambiar?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58–70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BAJAR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Concretar un gesto semanal de misericordia, paz o justicia. Terminar con oración.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gesto pequeño hará visible esta forma de felicidad?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elogiar el sufrimiento ni hacer una lista moral; escuchar una promesa y concretar un camino.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2026-07-19T11:30:15.4140000Z</dcterms:created>
  <dcterms:modified xsi:type="dcterms:W3CDTF">2026-07-19T11:30:15.4140000Z</dcterms:modified>
</coreProperties>
</file>