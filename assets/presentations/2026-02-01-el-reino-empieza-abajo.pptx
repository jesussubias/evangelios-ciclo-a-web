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e119f22a0b4b5a" /><Relationship Type="http://schemas.openxmlformats.org/officeDocument/2006/relationships/extended-properties" Target="/docProps/app.xml" Id="Rd97666ebcab74f30" /><Relationship Type="http://schemas.openxmlformats.org/officeDocument/2006/relationships/officeDocument" Target="/ppt/presentation.xml" Id="Rd41e50fb9cf742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7896bfcbc84c21"/>
  </p:sldMasterIdLst>
  <p:notesMasterIdLst>
    <p:notesMasterId xmlns:r="http://schemas.openxmlformats.org/officeDocument/2006/relationships" r:id="R452cc802c7e747ed"/>
  </p:notesMasterIdLst>
  <p:sldIdLst>
    <p:sldId xmlns:r="http://schemas.openxmlformats.org/officeDocument/2006/relationships" id="256" r:id="Rd07de5cb4db94211"/>
    <p:sldId xmlns:r="http://schemas.openxmlformats.org/officeDocument/2006/relationships" id="257" r:id="Rc2cd47f916db4d83"/>
    <p:sldId xmlns:r="http://schemas.openxmlformats.org/officeDocument/2006/relationships" id="258" r:id="R754b8a29f2e0436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afcbed81a84a24" /><Relationship Type="http://schemas.openxmlformats.org/officeDocument/2006/relationships/slideMaster" Target="/ppt/slideMasters/slideMaster1.xml" Id="Ra07896bfcbc84c21" /><Relationship Type="http://schemas.openxmlformats.org/officeDocument/2006/relationships/notesMaster" Target="/ppt/notesMasters/notesMaster1.xml" Id="R452cc802c7e747ed" /><Relationship Type="http://schemas.openxmlformats.org/officeDocument/2006/relationships/presProps" Target="/ppt/presProps.xml" Id="R94c6fd3b5c1b48d4" /><Relationship Type="http://schemas.openxmlformats.org/officeDocument/2006/relationships/viewProps" Target="/ppt/viewProps.xml" Id="R6e972c7b8092447c" /><Relationship Type="http://schemas.openxmlformats.org/officeDocument/2006/relationships/tableStyles" Target="/ppt/tableStyles.xml" Id="R7775ac6737254138" /><Relationship Type="http://schemas.openxmlformats.org/officeDocument/2006/relationships/slide" Target="/ppt/slides/slide1.xml" Id="Rd07de5cb4db94211" /><Relationship Type="http://schemas.openxmlformats.org/officeDocument/2006/relationships/slide" Target="/ppt/slides/slide2.xml" Id="Rc2cd47f916db4d83" /><Relationship Type="http://schemas.openxmlformats.org/officeDocument/2006/relationships/slide" Target="/ppt/slides/slide3.xml" Id="R754b8a29f2e043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2654d95ecb41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893292d3864e63" /><Relationship Type="http://schemas.openxmlformats.org/officeDocument/2006/relationships/notesMaster" Target="/ppt/notesMasters/notesMaster1.xml" Id="R7133194842d344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7f6c12fcc5495b" /><Relationship Type="http://schemas.openxmlformats.org/officeDocument/2006/relationships/notesMaster" Target="/ppt/notesMasters/notesMaster1.xml" Id="R76124752087a4e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fbbe5d28784990" /><Relationship Type="http://schemas.openxmlformats.org/officeDocument/2006/relationships/notesMaster" Target="/ppt/notesMasters/notesMaster1.xml" Id="Rd794862fc9c342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Lectura del mapa: comenzar por la mirada de Jesús y su manera de sentarse entre la gente; mostrar la inversión de criterios; detenerse en el deseo de justicia y verdad; pasar a misericordia y paz como forma de vínculo; cerrar con la firmeza de quien ama contracorriente. Idea nuclear: las Bienaventuranzas no glorifican el dolor, sino que anuncian que Dios no abandona a quienes el mundo deja abajo.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Puede asignarse una resonancia a cada pareja. Pedir una frase común: ¿qué criterio del mundo corrige este texto y qué forma de dicha propone? Evitar usar las citas para juzgar a quien busca seguridad o reconocimiento; la pregunta es qué libertad abre la mirada de Dios.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dos carteles grandes, notas adhesivas y bolígrafos. En DESMONTAR se escriben palabras sin debatir todavía. En ILUMINAR, cada grupo trabaja una o dos Bienaventuranzas identificando herida reconocida, promesa y camino. Compartir en primera persona. El gesto final debe ser pequeño, libre y verificable.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40f23790ea4d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a8bffdd5af4fa2" /><Relationship Type="http://schemas.openxmlformats.org/officeDocument/2006/relationships/slideLayout" Target="/ppt/slideLayouts/slideLayout1.xml" Id="R39cb06a7011449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cb06a7011449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64abc03af4e67" /><Relationship Type="http://schemas.openxmlformats.org/officeDocument/2006/relationships/image" Target="/ppt/media/image.png" Id="Rff2b53881c8a4a69" /><Relationship Type="http://schemas.openxmlformats.org/officeDocument/2006/relationships/notesSlide" Target="/ppt/notesSlides/notesSlide1.xml" Id="R9469daab765b41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264b6c8c846af" /><Relationship Type="http://schemas.openxmlformats.org/officeDocument/2006/relationships/notesSlide" Target="/ppt/notesSlides/notesSlide2.xml" Id="R8b47fecbc4db4d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8312368094e4e" /><Relationship Type="http://schemas.openxmlformats.org/officeDocument/2006/relationships/notesSlide" Target="/ppt/notesSlides/notesSlide3.xml" Id="R841e5dff2a92402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b53881c8a4a6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EL REINO EMPIEZA ABAJO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Una felicidad que no depende de ganar ni aparentar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DIOS LLAMA DICHOSOS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QUIENES NADIE MIRA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 glorifican el dolor:</a:t>
            </a:r>
          </a:p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anuncian que Dios no abandona.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MIRADA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Jesús mira a la gente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y se sienta entre ellos.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Reino comienza escuchando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vida que otros no ven.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INVERSIÓN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Llama dichosos a pobres,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mansos, heridos y perseguidos.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Dios no confunde el éxito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con la plenitud.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DESEO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Hambre de justicia,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corazón limpio, verdad.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dicha nace cuando el deseo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se orienta hacia el bien.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VÍNCULO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Misericordia y paz se vuelven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forma concreta de vivir.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consuelo recibido se hace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cuidado para otros.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FIRMEZA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Seguir a Jesús puede llevar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 vivir contracorriente.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Amar sin rendirse no es perder: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es sembrar Reino.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«El Reino empieza abajo, donde nadie mira»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La canción relee las Bienaventuranzas desde cuatro intuiciones bíblicas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1 Sam 16,7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LA MIRADA DEL CORAZÓN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«El hombre mira las apariencias; el Señor mira el corazón.»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dignidad no depende de la imagen, el rendimiento ni la aprobación.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Is 57,15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DIOS HABITA ABAJO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«Habito con el contrito y humilde para reanimar su corazón.»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Dios no contempla la fragilidad desde lejos: desciende, habita y reanima.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Miq 6,8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LA JUSTICIA CAMINADA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«Practicar la justicia, amar la misericordia y caminar humildemente.»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dicha del Reino toma cuerpo en una forma humilde y compasiva de vivir.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1 Co 1,27–29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LA DEBILIDAD ELEGIDA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«Dios eligió lo débil del mundo para confundir a lo fuerte.»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fragilidad ofrecida puede ser fecunda cuando deja de competir por el centro.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Dignidad recibida  ·  humildad habitada  ·  justicia compasiva  ·  debilidad fecunda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llamo fracaso que Jesús podría estar llamando comienzo?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 la felicidad que se exhibe a una Bienaventuranza que se practica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00–08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«El Reino empieza abajo»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me atrae o me provoca resistencia?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08–20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DESMONTAR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Completar dos carteles: «éxito según el mundo» / «dicha según Jesús».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idea de felicidad me gobierna sin darme cuenta?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20–38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Mt 5,1–12 por grupos: herida, promesa y camino de cada Bienaventuranza.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dolor no idealiza Jesús y qué futuro anuncia?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38–58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ELEGIR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Elegir una Bienaventuranza como consuelo e incomodidad. Compartir sin compararse.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¿Cuál me consuela y cuál me pide cambiar?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58–70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BAJAR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Concretar un gesto semanal de misericordia, paz o justicia. Terminar con oración.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gesto pequeño hará visible esta forma de felicidad?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no elogiar el sufrimiento ni hacer una lista moral; escuchar una promesa y concretar un camino.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2026-07-12T15:17:06.5870000Z</dcterms:created>
  <dcterms:modified xsi:type="dcterms:W3CDTF">2026-07-12T15:17:06.5870000Z</dcterms:modified>
</coreProperties>
</file>