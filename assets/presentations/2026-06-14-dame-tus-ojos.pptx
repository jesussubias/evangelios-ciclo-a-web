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8c82f021ae421f" /><Relationship Type="http://schemas.openxmlformats.org/officeDocument/2006/relationships/extended-properties" Target="/docProps/app.xml" Id="R342dde42184543c5" /><Relationship Type="http://schemas.openxmlformats.org/officeDocument/2006/relationships/officeDocument" Target="/ppt/presentation.xml" Id="R92cbae227f8b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dd96df9814656"/>
  </p:sldMasterIdLst>
  <p:notesMasterIdLst>
    <p:notesMasterId xmlns:r="http://schemas.openxmlformats.org/officeDocument/2006/relationships" r:id="R14c1ed75f0d6416e"/>
  </p:notesMasterIdLst>
  <p:sldIdLst>
    <p:sldId xmlns:r="http://schemas.openxmlformats.org/officeDocument/2006/relationships" id="256" r:id="Rb309f0b8e4194350"/>
    <p:sldId xmlns:r="http://schemas.openxmlformats.org/officeDocument/2006/relationships" id="257" r:id="R7f11cb621b1a4592"/>
    <p:sldId xmlns:r="http://schemas.openxmlformats.org/officeDocument/2006/relationships" id="258" r:id="Rb9ba8bfa5d3a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d173097f544e0" /><Relationship Type="http://schemas.openxmlformats.org/officeDocument/2006/relationships/slideMaster" Target="/ppt/slideMasters/slideMaster1.xml" Id="R843dd96df9814656" /><Relationship Type="http://schemas.openxmlformats.org/officeDocument/2006/relationships/notesMaster" Target="/ppt/notesMasters/notesMaster1.xml" Id="R14c1ed75f0d6416e" /><Relationship Type="http://schemas.openxmlformats.org/officeDocument/2006/relationships/presProps" Target="/ppt/presProps.xml" Id="R0a52c5be9b9c4da1" /><Relationship Type="http://schemas.openxmlformats.org/officeDocument/2006/relationships/viewProps" Target="/ppt/viewProps.xml" Id="R787cde7532764b83" /><Relationship Type="http://schemas.openxmlformats.org/officeDocument/2006/relationships/tableStyles" Target="/ppt/tableStyles.xml" Id="Rcf3d28f164f54eae" /><Relationship Type="http://schemas.openxmlformats.org/officeDocument/2006/relationships/slide" Target="/ppt/slides/slide1.xml" Id="Rb309f0b8e4194350" /><Relationship Type="http://schemas.openxmlformats.org/officeDocument/2006/relationships/slide" Target="/ppt/slides/slide2.xml" Id="R7f11cb621b1a4592" /><Relationship Type="http://schemas.openxmlformats.org/officeDocument/2006/relationships/slide" Target="/ppt/slides/slide3.xml" Id="Rb9ba8bfa5d3a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6d93526cd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7b34dde684725" /><Relationship Type="http://schemas.openxmlformats.org/officeDocument/2006/relationships/notesMaster" Target="/ppt/notesMasters/notesMaster1.xml" Id="R21f5fbbcf43143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b7c6a2fdb4d38" /><Relationship Type="http://schemas.openxmlformats.org/officeDocument/2006/relationships/notesMaster" Target="/ppt/notesMasters/notesMaster1.xml" Id="R4b57b8ce4f70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4c6e4236854b0d" /><Relationship Type="http://schemas.openxmlformats.org/officeDocument/2006/relationships/notesMaster" Target="/ppt/notesMasters/notesMaster1.xml" Id="Rfaee3b4f6909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Mateo enlaza la mirada de Jesus con la compasion y la llamada. Jesus no contempla una masa anonima ni un problema que gestionar: reconoce cansancio y dispersion. Antes de enviar, invita a rogar y llama por su nombre a una comunidad concreta. La secuencia evita el activismo y el heroe solitario: ver, dejarse afectar, discernir, cuidar juntos y dar gratuitamente. La autoridad recibida se expresa como servicio; nunca como control, protagonismo o paternalismo.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Exodo muestra a Dios que ve y oye antes de actuar; Ezequiel presenta un cuidado que busca y reune; Lucas convierte la compasion en proximidad responsable; Pedro recuerda que el don recibido se administra al servicio de otros. Preguntar que gesto ofrece cada texto y que limite necesita. Subrayar que ayudar no significa hablar por la otra persona, fotografiarla, exponer su historia o decidir sin consentimiento.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Dame tus ojos, copias de Mt 9,36-10,8, tarjetas para el mapa del entorno y tres casos ficticios que permitan decidir entre ayudar, acompanar o derivar. Leer las consignas en voz alta y ofrecer texto amplio. No pedir que nadie revele situaciones personales, economicas, sanitarias o familiares; compartir y pasar son opciones validas. Mantener confidencialidad, consentimiento y limites de competencia. No prometer respuestas que el grupo no puede sostener. Las necesidades urgentes o especializadas deben derivarse a personas o recursos adecuados. El compromiso final ha de ser gratuito, concreto, compartido y sostenible.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ee836dfc74d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116755296d4d67" /><Relationship Type="http://schemas.openxmlformats.org/officeDocument/2006/relationships/slideLayout" Target="/ppt/slideLayouts/slideLayout1.xml" Id="R65ff1f7352bb48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f1f7352bb48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fa20ce6448e7" /><Relationship Type="http://schemas.openxmlformats.org/officeDocument/2006/relationships/image" Target="/ppt/media/image.png" Id="Rc5cacb49c64e4b72" /><Relationship Type="http://schemas.openxmlformats.org/officeDocument/2006/relationships/notesSlide" Target="/ppt/notesSlides/notesSlide1.xml" Id="Rf93b8305243b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28c4065545e8" /><Relationship Type="http://schemas.openxmlformats.org/officeDocument/2006/relationships/notesSlide" Target="/ppt/notesSlides/notesSlide2.xml" Id="Rdf1214a1c1d842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640561be4065" /><Relationship Type="http://schemas.openxmlformats.org/officeDocument/2006/relationships/notesSlide" Target="/ppt/notesSlides/notesSlide3.xml" Id="R7d28329906f64a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acb49c64e4b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DAME TUS OJOS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Mirar con compasión antes de actuar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VE EL CANSANCIO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NOS LLAMA A CUIDAR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misión comienza al escuchar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se vuelve cuidado compartido.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ve personas cansadas,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un problema que gestionar.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misión comienza cuando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cada rostro importa.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CONMOVERSE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realidad le afecta: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«tuvo compasión».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es lástima distante,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sino cercanía responsable.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ROGAR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«Rogad al Señor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la mies».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Antes de responder deprisa,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grupo escucha y discierne.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LLAMAR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llama a los Doce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de enviarlos.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Nadie cuida solo: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misión es compartida.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«Gratis recibisteis;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dad gratis».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don se vuelve servicio,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nunca control ni protagonismo.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«Dame tus ojos, Señor, dame tu forma de mirar»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pide ver, escuchar y servir juntos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3,7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 Y OÍR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«He visto la aflicción de mi pueblo y he oído su clamor.»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ve y escucha antes de actuar. La necesidad nunca borra la historia de quien la vive.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34,11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BUSCAR Y REUNIR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mismo buscaré mis ovejas y velaré por ellas.»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cuidado busca a quienes están dispersos sin convertirlos en cifras ni hablar por ellos.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10,33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CUIDADO QUE SE ACERCA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«Al verlo, se compadeció.»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compasión se vuelve proximidad concreta, pregunta honesta y ayuda responsable.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Pe 4,10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SERVIR CON EL DON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«Ponga al servicio de los demás el don recibido.»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Nadie tiene que hacerlo todo: los dones compartidos hacen sostenible el cuidado.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Mirada atenta  ·  compasión encarnada  ·  comunidad llamada  ·  don gratuito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necesidad intento resolver antes de haberla escuchado?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compasión recibida a un cuidado compartido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«Dame tus ojos»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cambia mi manera de acercarme a alguien?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Mapa: «cansancio» / «ayuda existente» / «qué falta escuchar».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conozco de verdad y qué estoy suponiendo?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9,36–10,8 y seguir: ver, compadecerse, rogar, llamar, enviar y dar.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antes de enviar y qué evita hacer solo?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resolver un caso ficticio: ayudar, acompañar o derivar.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respuesta cuida sin sustituir la voz ni prometer de más?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SERVIR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 gratuito, compartido y con límites claros.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cuidado concreto puedo sostener con otra persona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escuchar antes de ayudar; respetar consentimiento y confidencialidad; derivar lo que nos supera.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2026-07-13T20:08:37.4490000Z</dcterms:created>
  <dcterms:modified xsi:type="dcterms:W3CDTF">2026-07-13T20:08:37.4490000Z</dcterms:modified>
</coreProperties>
</file>