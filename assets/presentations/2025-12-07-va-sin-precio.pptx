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285f809e884fa7" /><Relationship Type="http://schemas.openxmlformats.org/officeDocument/2006/relationships/extended-properties" Target="/docProps/app.xml" Id="R6745ccf7d8394035" /><Relationship Type="http://schemas.openxmlformats.org/officeDocument/2006/relationships/officeDocument" Target="/ppt/presentation.xml" Id="Ra6e8a22f525044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0c3fa71fe14d0a"/>
  </p:sldMasterIdLst>
  <p:notesMasterIdLst>
    <p:notesMasterId xmlns:r="http://schemas.openxmlformats.org/officeDocument/2006/relationships" r:id="Ra44bea699dd9465d"/>
  </p:notesMasterIdLst>
  <p:sldIdLst>
    <p:sldId xmlns:r="http://schemas.openxmlformats.org/officeDocument/2006/relationships" id="256" r:id="Raf56dc8000cc4d07"/>
    <p:sldId xmlns:r="http://schemas.openxmlformats.org/officeDocument/2006/relationships" id="257" r:id="R90d42b646697401d"/>
    <p:sldId xmlns:r="http://schemas.openxmlformats.org/officeDocument/2006/relationships" id="258" r:id="Rd849dafed97a42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b4413825d046e6" /><Relationship Type="http://schemas.openxmlformats.org/officeDocument/2006/relationships/slideMaster" Target="/ppt/slideMasters/slideMaster1.xml" Id="Rbe0c3fa71fe14d0a" /><Relationship Type="http://schemas.openxmlformats.org/officeDocument/2006/relationships/notesMaster" Target="/ppt/notesMasters/notesMaster1.xml" Id="Ra44bea699dd9465d" /><Relationship Type="http://schemas.openxmlformats.org/officeDocument/2006/relationships/presProps" Target="/ppt/presProps.xml" Id="R1f8c5797c7d243c5" /><Relationship Type="http://schemas.openxmlformats.org/officeDocument/2006/relationships/viewProps" Target="/ppt/viewProps.xml" Id="R2be9bd8a9a2a4199" /><Relationship Type="http://schemas.openxmlformats.org/officeDocument/2006/relationships/tableStyles" Target="/ppt/tableStyles.xml" Id="Rbd8ce3b82efc4524" /><Relationship Type="http://schemas.openxmlformats.org/officeDocument/2006/relationships/slide" Target="/ppt/slides/slide1.xml" Id="Raf56dc8000cc4d07" /><Relationship Type="http://schemas.openxmlformats.org/officeDocument/2006/relationships/slide" Target="/ppt/slides/slide2.xml" Id="R90d42b646697401d" /><Relationship Type="http://schemas.openxmlformats.org/officeDocument/2006/relationships/slide" Target="/ppt/slides/slide3.xml" Id="Rd849dafed97a42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daefac66034d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be21a3c5ea4d1f" /><Relationship Type="http://schemas.openxmlformats.org/officeDocument/2006/relationships/notesMaster" Target="/ppt/notesMasters/notesMaster1.xml" Id="R1028b528fa914b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7d6048e38c44c7" /><Relationship Type="http://schemas.openxmlformats.org/officeDocument/2006/relationships/notesMaster" Target="/ppt/notesMasters/notesMaster1.xml" Id="R9dbfa6bd5e7e47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a1b90d9b194bb9" /><Relationship Type="http://schemas.openxmlformats.org/officeDocument/2006/relationships/notesMaster" Target="/ppt/notesMasters/notesMaster1.xml" Id="R3c2803f9b61345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el Reino se ha acercado; la conversión no compra la gracia, responde a ella con frutos concretos.</a:t>
            </a:r>
          </a:p>
          <a:p xmlns:a="http://schemas.openxmlformats.org/drawingml/2006/main">
            <a:r>
              <a:t>Recorrer cinco movimientos: acoger, nombrar, enderezar, dar fruto y permanecer.</a:t>
            </a:r>
          </a:p>
          <a:p xmlns:a="http://schemas.openxmlformats.org/drawingml/2006/main">
            <a:r>
              <a:t>La fotografía presenta directamente a Juan Bautista predicando junto al Jordán. Juan conserva la fisonomía ya aprobada en «Soy tu hijo»; los oyentes mantienen escala humana y dirigen la mirada hacia él.</a:t>
            </a:r>
          </a:p>
          <a:p xmlns:a="http://schemas.openxmlformats.org/drawingml/2006/main">
            <a:r>
              <a:t>El texto crema permanece sobre una zona de roca y sombra creada dentro de la imagen; no se sustituye por naranja ni se fuerza el contraste con una banda opaca.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Ezequiel anuncia un corazón nuevo; Isaías traduce la conversión en liberación y pan compartido.</a:t>
            </a:r>
          </a:p>
          <a:p xmlns:a="http://schemas.openxmlformats.org/drawingml/2006/main">
            <a:r>
              <a:t>Lucas recoge la respuesta concreta de Juan: compartir túnica y alimento. Gálatas recuerda que el fruto del Espíritu madura como un modo de vivir.</a:t>
            </a:r>
          </a:p>
          <a:p xmlns:a="http://schemas.openxmlformats.org/drawingml/2006/main">
            <a:r>
              <a:t>Pregunta clave: qué cambio pequeño haría visible que Dios está cerca.</a:t>
            </a:r>
          </a:p>
          <a:p xmlns:a="http://schemas.openxmlformats.org/drawingml/2006/main">
            <a:r>
              <a:t>Evitar convertir la conversión en desprecio de uno mismo, espectáculo o promesa desproporcionada.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«Va sin precio», tarjetas y bolígrafos.</a:t>
            </a:r>
          </a:p>
          <a:p xmlns:a="http://schemas.openxmlformats.org/drawingml/2006/main">
            <a:r>
              <a:t>La tarjeta de revisión es opcional y no se recoge. Los casos de discernimiento son ficticios.</a:t>
            </a:r>
          </a:p>
          <a:p xmlns:a="http://schemas.openxmlformats.org/drawingml/2006/main">
            <a:r>
              <a:t>Filtros sugeridos: concreción, gratuidad, cuidado y sostenibilidad. No forzar confidencias ni compromisos públicos.</a:t>
            </a:r>
          </a:p>
          <a:p xmlns:a="http://schemas.openxmlformats.org/drawingml/2006/main">
            <a:r>
              <a:t>Cierre: un fruto para siete días con cuándo, dónde, con quién y revisión;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d9c559ec274b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dee4c700484cf5" /><Relationship Type="http://schemas.openxmlformats.org/officeDocument/2006/relationships/slideLayout" Target="/ppt/slideLayouts/slideLayout1.xml" Id="R6afcc0fd1cb942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fcc0fd1cb942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18d89e8544983" /><Relationship Type="http://schemas.openxmlformats.org/officeDocument/2006/relationships/image" Target="/ppt/media/image.png" Id="R80f975226c274da1" /><Relationship Type="http://schemas.openxmlformats.org/officeDocument/2006/relationships/notesSlide" Target="/ppt/notesSlides/notesSlide1.xml" Id="R2fff3ebb726346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5243de77f4c94" /><Relationship Type="http://schemas.openxmlformats.org/officeDocument/2006/relationships/notesSlide" Target="/ppt/notesSlides/notesSlide2.xml" Id="R6b457b26a7a74f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e52191bda4f96" /><Relationship Type="http://schemas.openxmlformats.org/officeDocument/2006/relationships/notesSlide" Target="/ppt/notesSlides/notesSlide3.xml" Id="R9f996e9820194f7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f975226c274da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VA SIN PRECIO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Conversión que produce fruto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857250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028700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VA SIN PRECIO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PERO DA FRUTO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gracia se recibe gratis;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conversión se reconoce en la vida.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ACOGER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Reino se ha acercado: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gracia toma la iniciativa.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Convertirse no compra a Dios: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responde a su cercanía.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 hábito, una palabra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 un vínculo necesita verdad.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culpa ni exhibición: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mirar permite elegir.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ENDEREZAR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rehacer toda la vida: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elegir un giro concreto.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Qué, cuándo y con quién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vuelven el paso posible.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DAR FRUTO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conversión se reconoce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 una acción repetida.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Reparar, compartir y cuidar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hacen visible el Reino.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fruto necesita tiempo,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apoyo y revisión.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Pedir ayuda y recomenzar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también es fidelidad.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«Dad frutos dignos de conversión»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cercanía de Dios renueva el corazón, endereza el camino y produce fruto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36,26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CORAZÓN NUEVO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«Os daré un corazón nuevo y pondré en vosotros un espíritu nuevo.»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conversión no nace del desprecio de uno mismo. Dios vuelve sensible el corazón para responder con verdad.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58,6–7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CONVERSIÓN QUE LIBERA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«Romper las cadenas… compartir tu pan con el hambriento.»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ayuno que agrada a Dios toca relaciones y necesidades reales: libera, comparte y protege la dignidad.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3,10–11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FRUTO COMPARTIDO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que tenga dos túnicas, que comparta con el que no tiene.»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Juan traduce la conversión en acciones verificables. Lo recibido gratis se vuelve cuidado concreto.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Gal 5,22–23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FRUTO DEL ESPÍRITU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«Amor, alegría, paz, paciencia, amabilidad, bondad, fidelidad…»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fruto madura en el tiempo. No es espectáculo ni perfección instantánea, sino una vida que aprende otro modo.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Corazón renovado  ·  camino enderezado  ·  bien compartido  ·  fruto del Espíritu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cambio pequeño haría visible que Dios está cerca?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cercanía de Dios a un fruto concreto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«Va sin precio»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mueve el corazón hacia una misión concreta?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«me acerca» / «me anestesia» / «necesita revisión».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hábito, palabra, relación o prioridad pide verdad?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3,1–12 y marcar: acercarse, preparar, fruto, piedras y fuego.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aparece primero: la cercanía de Dios o nuestro cambio?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aplicar concreción, gratuidad, cuidado y sostenibilidad.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diferencia un fruto real de una promesa nacida de la culpa?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fruto para siete días: cuándo, dónde, con quién y revisión.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cambio pequeño hará visible esta semana que Dios está cerca?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conversión no es humillación, control ni exposición. No forzar confidencias ni promesas inseguras. Ante adicción, violencia, autolesión o riesgo, priorizar seguridad y ayuda competente. Elegir un paso responsable. Pasar es válido.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2026-07-15T19:01:15.0600000Z</dcterms:created>
  <dcterms:modified xsi:type="dcterms:W3CDTF">2026-07-15T19:01:15.0600000Z</dcterms:modified>
</coreProperties>
</file>