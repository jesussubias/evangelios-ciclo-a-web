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427d8208e84001" /><Relationship Type="http://schemas.openxmlformats.org/officeDocument/2006/relationships/extended-properties" Target="/docProps/app.xml" Id="Rc89817ebd3b84e93" /><Relationship Type="http://schemas.openxmlformats.org/officeDocument/2006/relationships/officeDocument" Target="/ppt/presentation.xml" Id="R564dafa570374b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4316962b748b0"/>
  </p:sldMasterIdLst>
  <p:notesMasterIdLst>
    <p:notesMasterId xmlns:r="http://schemas.openxmlformats.org/officeDocument/2006/relationships" r:id="Read428b5350c42f4"/>
  </p:notesMasterIdLst>
  <p:sldIdLst>
    <p:sldId xmlns:r="http://schemas.openxmlformats.org/officeDocument/2006/relationships" id="256" r:id="R87ea02fe38ca4b9c"/>
    <p:sldId xmlns:r="http://schemas.openxmlformats.org/officeDocument/2006/relationships" id="257" r:id="R79d0a8b495f54cdf"/>
    <p:sldId xmlns:r="http://schemas.openxmlformats.org/officeDocument/2006/relationships" id="258" r:id="R3fa1b09d98aa46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467613218d42b3" /><Relationship Type="http://schemas.openxmlformats.org/officeDocument/2006/relationships/slideMaster" Target="/ppt/slideMasters/slideMaster1.xml" Id="Rcb04316962b748b0" /><Relationship Type="http://schemas.openxmlformats.org/officeDocument/2006/relationships/notesMaster" Target="/ppt/notesMasters/notesMaster1.xml" Id="Read428b5350c42f4" /><Relationship Type="http://schemas.openxmlformats.org/officeDocument/2006/relationships/presProps" Target="/ppt/presProps.xml" Id="Rb75c95f585194709" /><Relationship Type="http://schemas.openxmlformats.org/officeDocument/2006/relationships/viewProps" Target="/ppt/viewProps.xml" Id="R565904a23c94492d" /><Relationship Type="http://schemas.openxmlformats.org/officeDocument/2006/relationships/tableStyles" Target="/ppt/tableStyles.xml" Id="R44a1360b874949d7" /><Relationship Type="http://schemas.openxmlformats.org/officeDocument/2006/relationships/slide" Target="/ppt/slides/slide1.xml" Id="R87ea02fe38ca4b9c" /><Relationship Type="http://schemas.openxmlformats.org/officeDocument/2006/relationships/slide" Target="/ppt/slides/slide2.xml" Id="R79d0a8b495f54cdf" /><Relationship Type="http://schemas.openxmlformats.org/officeDocument/2006/relationships/slide" Target="/ppt/slides/slide3.xml" Id="R3fa1b09d98aa46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1636c154044b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c45666516443bb" /><Relationship Type="http://schemas.openxmlformats.org/officeDocument/2006/relationships/notesMaster" Target="/ppt/notesMasters/notesMaster1.xml" Id="Rccced91467e14f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f594c546d3444d" /><Relationship Type="http://schemas.openxmlformats.org/officeDocument/2006/relationships/notesMaster" Target="/ppt/notesMasters/notesMaster1.xml" Id="R5bbc18149a4647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a68c049f8f4d2a" /><Relationship Type="http://schemas.openxmlformats.org/officeDocument/2006/relationships/notesMaster" Target="/ppt/notesMasters/notesMaster1.xml" Id="R0954a4696b3b48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el Espíritu no vigila ni decide por nosotros; forma desde dentro una memoria viva del modo de amar de Jesús.</a:t>
            </a:r>
          </a:p>
          <a:p xmlns:a="http://schemas.openxmlformats.org/drawingml/2006/main">
            <a:r>
              <a:t>Recorrer cinco movimientos: amar, escuchar, discernir, elegir y permanecer.</a:t>
            </a:r>
          </a:p>
          <a:p xmlns:a="http://schemas.openxmlformats.org/drawingml/2006/main">
            <a:r>
              <a:t>La fotografía muestra un fragmento deliberadamente parcial del discurso de despedida. Solo aparecen Jesús y cuatro discípulos porque el resto del grupo queda fuera de encuadre.</a:t>
            </a:r>
          </a:p>
          <a:p xmlns:a="http://schemas.openxmlformats.org/drawingml/2006/main">
            <a:r>
              <a:t>El texto crema permanece sobre el muro oscuro real; no se utiliza texto naranja ni una banda artificial para forzar el contraste.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Deuteronomio presenta una Palabra cercana; Jeremías, la ley escrita en el corazón.</a:t>
            </a:r>
          </a:p>
          <a:p xmlns:a="http://schemas.openxmlformats.org/drawingml/2006/main">
            <a:r>
              <a:t>Gálatas ofrece un criterio verificable: los frutos del Espíritu. Primera de Juan lleva el discernimiento a obras concretas.</a:t>
            </a:r>
          </a:p>
          <a:p xmlns:a="http://schemas.openxmlformats.org/drawingml/2006/main">
            <a:r>
              <a:t>Pregunta clave: qué ayuda a elegir el bien cuando desaparecen el aplauso y la vigilancia.</a:t>
            </a:r>
          </a:p>
          <a:p xmlns:a="http://schemas.openxmlformats.org/drawingml/2006/main">
            <a:r>
              <a:t>Evitar presentar cualquier impulso privado como voz infalible de Dios.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Materiales: audio de «Me haces recordar», tarjetas y bolígrafos.</a:t>
            </a:r>
          </a:p>
          <a:p xmlns:a="http://schemas.openxmlformats.org/drawingml/2006/main">
            <a:r>
              <a:t>La tarjeta de reconocimiento es opcional y no se recoge. Los casos de discernimiento son ficticios.</a:t>
            </a:r>
          </a:p>
          <a:p xmlns:a="http://schemas.openxmlformats.org/drawingml/2006/main">
            <a:r>
              <a:t>Filtros sugeridos para los casos: verdad, libertad, cuidado y fruto. Una elección del Espíritu no necesita humillar, coaccionar, aislar ni esconder el daño.</a:t>
            </a:r>
          </a:p>
          <a:p xmlns:a="http://schemas.openxmlformats.org/drawingml/2006/main">
            <a:r>
              <a:t>Cierre: un gesto invisible de amor y una forma concreta de revisarlo; compartir y pasar son opciones válidas.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b454222d034b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4d65ab5e9b437c" /><Relationship Type="http://schemas.openxmlformats.org/officeDocument/2006/relationships/slideLayout" Target="/ppt/slideLayouts/slideLayout1.xml" Id="R7b62ca8e5c2d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62ca8e5c2d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be34b8c9f4fe3" /><Relationship Type="http://schemas.openxmlformats.org/officeDocument/2006/relationships/image" Target="/ppt/media/image.png" Id="Rd669df07998c48ba" /><Relationship Type="http://schemas.openxmlformats.org/officeDocument/2006/relationships/notesSlide" Target="/ppt/notesSlides/notesSlide1.xml" Id="Raf7a294aa4fb47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a35b1a05d4928" /><Relationship Type="http://schemas.openxmlformats.org/officeDocument/2006/relationships/notesSlide" Target="/ppt/notesSlides/notesSlide2.xml" Id="Rb392062bf14243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390fbbcc14ac7" /><Relationship Type="http://schemas.openxmlformats.org/officeDocument/2006/relationships/notesSlide" Target="/ppt/notesSlides/notesSlide3.xml" Id="R4ecfeca6127c44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69df07998c48b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ME HACES RECORDAR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El amor cuando nadie mira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7250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028700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ESPÍRITU HABITA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TUS ELECCIONES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76400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decide por ti;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 recuerda cómo amar.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AMAR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amor precede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al mandamiento.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compra a Dios: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responde a su don.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Espíritu de verdad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permanece dentro.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grita ni controla: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recuerda a Jesús.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toda voz interior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viene del Espíritu.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Verdad, libertad y fruto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ayudan a reconocer.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ELEGIR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fidelidad se juega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 decisiones pequeñas.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bien se elige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aunque nadie lo vea.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PERMANECER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no deja huérfanos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ni abandona el proceso.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Caer puede abrir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retorno y reparación.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os dejaré huérfanos»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El Espíritu escribe el amor dentro, lo prueba por sus frutos y lo vuelve acción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Dt 30,14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PALABRA CERCANA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«La palabra está muy cerca de ti, en tu boca y en tu corazón.»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guía desde lejos. Su Palabra se vuelve cercana para encarnarse en decisiones concretas.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Jer 31,33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LEY EN EL CORAZÓN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«Pondré mi ley en su interior y la escribiré en sus corazones.»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alianza no depende solo de presión exterior: forma deseo, memoria y libertad desde dentro.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Gal 5,22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FRUTO DEL ESPÍRITU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fruto del Espíritu es amor, alegría, paz, paciencia…»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discernimiento no se valida por intensidad. Se reconoce por frutos que cuidan, liberan y construyen.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1 Jn 3,18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AMOR CON OBRAS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amemos de palabra, sino de verdad y con obras.»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presencia interior se verifica fuera: el amor se hace gesto fiel, reparación y servicio concreto.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Palabra cercana  ·  corazón formado  ·  fruto que cuida  ·  amor con obras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me ayuda a elegir el bien cuando nadie me ve?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voz interior a una elección que construye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«Me haces recordar»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nombra una elección que nace desde dentro?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«para ser visto» / «lo elegiría igual».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cambia cuando desaparecen el aplauso y la vigilancia?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14,15–21 y marcar amor, guardar, Espíritu, dentro, vida y presencia.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une Jesús amor, libertad y fidelidad sin convertirlos en control?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Casos ficticios: aplicar verdad, libertad, cuidado y fruto.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voz construye y cuál justifica rencor, miedo o daño?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ELEGIR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Escribir un gesto invisible de amor y cómo revisarlo. Compartir libremente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decisión pequeña puede hacer visible el amor esta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una voz interior no es infalible. El Espíritu no humilla, coacciona ni justifica daño, secreto o aislamiento. Contrastar con Evangelio, frutos, comunidad y seguridad; ante riesgo, pedir ayuda. No forzar confidencias. Pasar es válido.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2026-07-15T16:44:17.0670000Z</dcterms:created>
  <dcterms:modified xsi:type="dcterms:W3CDTF">2026-07-15T16:44:17.0670000Z</dcterms:modified>
</coreProperties>
</file>