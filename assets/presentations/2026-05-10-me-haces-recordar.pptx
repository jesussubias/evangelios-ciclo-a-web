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45026287dc4210" /><Relationship Type="http://schemas.openxmlformats.org/officeDocument/2006/relationships/extended-properties" Target="/docProps/app.xml" Id="R95fb85e39ccf4a36" /><Relationship Type="http://schemas.openxmlformats.org/officeDocument/2006/relationships/officeDocument" Target="/ppt/presentation.xml" Id="Rf7eda6eddd9843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10ac697f294941"/>
  </p:sldMasterIdLst>
  <p:notesMasterIdLst>
    <p:notesMasterId xmlns:r="http://schemas.openxmlformats.org/officeDocument/2006/relationships" r:id="R21c30ef58c9943da"/>
  </p:notesMasterIdLst>
  <p:sldIdLst>
    <p:sldId xmlns:r="http://schemas.openxmlformats.org/officeDocument/2006/relationships" id="256" r:id="R51790585403b4b5f"/>
    <p:sldId xmlns:r="http://schemas.openxmlformats.org/officeDocument/2006/relationships" id="257" r:id="Rc9ef8cf3c0ca4e8f"/>
    <p:sldId xmlns:r="http://schemas.openxmlformats.org/officeDocument/2006/relationships" id="258" r:id="Rd5ed8f245b7648b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9fb34e68ec4540" /><Relationship Type="http://schemas.openxmlformats.org/officeDocument/2006/relationships/slideMaster" Target="/ppt/slideMasters/slideMaster1.xml" Id="R5910ac697f294941" /><Relationship Type="http://schemas.openxmlformats.org/officeDocument/2006/relationships/notesMaster" Target="/ppt/notesMasters/notesMaster1.xml" Id="R21c30ef58c9943da" /><Relationship Type="http://schemas.openxmlformats.org/officeDocument/2006/relationships/presProps" Target="/ppt/presProps.xml" Id="R2c178ac9876e4153" /><Relationship Type="http://schemas.openxmlformats.org/officeDocument/2006/relationships/viewProps" Target="/ppt/viewProps.xml" Id="R589f8de9d0d041db" /><Relationship Type="http://schemas.openxmlformats.org/officeDocument/2006/relationships/tableStyles" Target="/ppt/tableStyles.xml" Id="R1f9837bd25a748d9" /><Relationship Type="http://schemas.openxmlformats.org/officeDocument/2006/relationships/slide" Target="/ppt/slides/slide1.xml" Id="R51790585403b4b5f" /><Relationship Type="http://schemas.openxmlformats.org/officeDocument/2006/relationships/slide" Target="/ppt/slides/slide2.xml" Id="Rc9ef8cf3c0ca4e8f" /><Relationship Type="http://schemas.openxmlformats.org/officeDocument/2006/relationships/slide" Target="/ppt/slides/slide3.xml" Id="Rd5ed8f245b7648b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a0d2db268c45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d009c39e7846ef" /><Relationship Type="http://schemas.openxmlformats.org/officeDocument/2006/relationships/notesMaster" Target="/ppt/notesMasters/notesMaster1.xml" Id="Rfaa899c8a29246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386dbb7da84773" /><Relationship Type="http://schemas.openxmlformats.org/officeDocument/2006/relationships/notesMaster" Target="/ppt/notesMasters/notesMaster1.xml" Id="R71720edb07f84d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60801f2d794aba" /><Relationship Type="http://schemas.openxmlformats.org/officeDocument/2006/relationships/notesMaster" Target="/ppt/notesMasters/notesMaster1.xml" Id="Rfb20917ecef648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el Espíritu no vigila ni decide por nosotros; forma desde dentro una memoria viva del modo de amar de Jesús.</a:t>
            </a:r>
          </a:p>
          <a:p xmlns:a="http://schemas.openxmlformats.org/drawingml/2006/main">
            <a:r>
              <a:t>Recorrer cinco movimientos: amar, escuchar, discernir, elegir y permanecer.</a:t>
            </a:r>
          </a:p>
          <a:p xmlns:a="http://schemas.openxmlformats.org/drawingml/2006/main">
            <a:r>
              <a:t>La fotografía muestra un fragmento deliberadamente parcial del discurso de despedida. Solo aparecen Jesús y cuatro discípulos porque el resto del grupo queda fuera de encuadre.</a:t>
            </a:r>
          </a:p>
          <a:p xmlns:a="http://schemas.openxmlformats.org/drawingml/2006/main">
            <a:r>
              <a:t>El texto crema permanece sobre el muro oscuro real; no se utiliza texto naranja ni una banda artificial para forzar el contraste.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Deuteronomio presenta una Palabra cercana; Jeremías, la ley escrita en el corazón.</a:t>
            </a:r>
          </a:p>
          <a:p xmlns:a="http://schemas.openxmlformats.org/drawingml/2006/main">
            <a:r>
              <a:t>Gálatas ofrece un criterio verificable: los frutos del Espíritu. Primera de Juan lleva el discernimiento a obras concretas.</a:t>
            </a:r>
          </a:p>
          <a:p xmlns:a="http://schemas.openxmlformats.org/drawingml/2006/main">
            <a:r>
              <a:t>Pregunta clave: qué ayuda a elegir el bien cuando desaparecen el aplauso y la vigilancia.</a:t>
            </a:r>
          </a:p>
          <a:p xmlns:a="http://schemas.openxmlformats.org/drawingml/2006/main">
            <a:r>
              <a:t>Evitar presentar cualquier impulso privado como voz infalible de Dios.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Materiales: audio de «Me haces recordar», tarjetas y bolígrafos.</a:t>
            </a:r>
          </a:p>
          <a:p xmlns:a="http://schemas.openxmlformats.org/drawingml/2006/main">
            <a:r>
              <a:t>La tarjeta de reconocimiento es opcional y no se recoge. Los casos de discernimiento son ficticios.</a:t>
            </a:r>
          </a:p>
          <a:p xmlns:a="http://schemas.openxmlformats.org/drawingml/2006/main">
            <a:r>
              <a:t>Filtros sugeridos para los casos: verdad, libertad, cuidado y fruto. Una elección del Espíritu no necesita humillar, coaccionar, aislar ni esconder el daño.</a:t>
            </a:r>
          </a:p>
          <a:p xmlns:a="http://schemas.openxmlformats.org/drawingml/2006/main">
            <a:r>
              <a:t>Cierre: un gesto invisible de amor y una forma concreta de revisarlo; compartir y pasar son opciones válidas.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20fa2578aa443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c8295bb6214f89" /><Relationship Type="http://schemas.openxmlformats.org/officeDocument/2006/relationships/slideLayout" Target="/ppt/slideLayouts/slideLayout1.xml" Id="Rda052a71be4b4c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052a71be4b4c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fbe297601b4631" /><Relationship Type="http://schemas.openxmlformats.org/officeDocument/2006/relationships/image" Target="/ppt/media/image.png" Id="R25a4b72040954e26" /><Relationship Type="http://schemas.openxmlformats.org/officeDocument/2006/relationships/notesSlide" Target="/ppt/notesSlides/notesSlide1.xml" Id="Rf7d1796546b243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631cdac08343a7" /><Relationship Type="http://schemas.openxmlformats.org/officeDocument/2006/relationships/notesSlide" Target="/ppt/notesSlides/notesSlide2.xml" Id="Refaa1c777d12479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5da15d43944c09" /><Relationship Type="http://schemas.openxmlformats.org/officeDocument/2006/relationships/notesSlide" Target="/ppt/notesSlides/notesSlide3.xml" Id="Ra5323abaa8f44f5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a4b72040954e2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ME HACES RECORDAR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El amor cuando nadie mira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 ESPÍRITU HABITA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TUS ELECCIONES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decide por ti;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 recuerda cómo amar.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AMAR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amor precede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al mandamiento.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compra a Dios: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responde a su don.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Espíritu de verdad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permanece dentro.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grita ni controla: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recuerda a Jesús.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toda voz interior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viene del Espíritu.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Verdad, libertad y fruto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ayudan a reconocer.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ELEGIR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fidelidad se juega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en decisiones pequeñas.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bien se elige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aunque nadie lo vea.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PERMANECER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no deja huérfanos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ni abandona el proceso.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Caer puede abrir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retorno y reparación.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os dejaré huérfanos»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El Espíritu escribe el amor dentro, lo prueba por sus frutos y lo vuelve acción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Dt 30,14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PALABRA CERCANA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«La palabra está muy cerca de ti, en tu boca y en tu corazón.»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guía desde lejos. Su Palabra se vuelve cercana para encarnarse en decisiones concretas.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Jer 31,33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LEY EN EL CORAZÓN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«Pondré mi ley en su interior y la escribiré en sus corazones.»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alianza no depende solo de presión exterior: forma deseo, memoria y libertad desde dentro.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Gal 5,22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FRUTO DEL ESPÍRITU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fruto del Espíritu es amor, alegría, paz, paciencia…»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discernimiento no se valida por intensidad. Se reconoce por frutos que cuidan, liberan y construyen.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Jn 3,18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AMOR CON OBRAS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amemos de palabra, sino de verdad y con obras.»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presencia interior se verifica fuera: el amor se hace gesto fiel, reparación y servicio concreto.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Palabra cercana  ·  corazón formado  ·  fruto que cuida  ·  amor con obras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me ayuda a elegir el bien cuando nadie me ve?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voz interior a una elección que construye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«Me haces recordar»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nombra una elección que nace desde dentro?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opcional: «para ser visto» / «lo elegiría igual».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cambia cuando desaparecen el aplauso y la vigilancia?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14,15–21 y marcar amor, guardar, Espíritu, dentro, vida y presencia.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une Jesús amor, libertad y fidelidad sin convertirlos en control?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Casos ficticios: aplicar verdad, libertad, cuidado y fruto.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voz construye y cuál justifica rencor, miedo o daño?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ELEGIR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Escribir un gesto invisible de amor y cómo revisarlo. Compartir libremente y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decisión pequeña puede hacer visible el amor esta semana?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una voz interior no es infalible. El Espíritu no humilla, coacciona ni justifica daño, secreto o aislamiento. Contrastar con Evangelio, frutos, comunidad y seguridad; ante riesgo, pedir ayuda. No forzar confidencias. Pasar es válido.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2026-07-19T11:27:23.7050000Z</dcterms:created>
  <dcterms:modified xsi:type="dcterms:W3CDTF">2026-07-19T11:27:23.7050000Z</dcterms:modified>
</coreProperties>
</file>