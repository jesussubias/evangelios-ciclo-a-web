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4f18e3adf74733" /><Relationship Type="http://schemas.openxmlformats.org/officeDocument/2006/relationships/extended-properties" Target="/docProps/app.xml" Id="R9b8c3758effe4571" /><Relationship Type="http://schemas.openxmlformats.org/officeDocument/2006/relationships/officeDocument" Target="/ppt/presentation.xml" Id="Rf675ee6a26a749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921ec0b138489f"/>
  </p:sldMasterIdLst>
  <p:notesMasterIdLst>
    <p:notesMasterId xmlns:r="http://schemas.openxmlformats.org/officeDocument/2006/relationships" r:id="Rccca51ac29a84116"/>
  </p:notesMasterIdLst>
  <p:sldIdLst>
    <p:sldId xmlns:r="http://schemas.openxmlformats.org/officeDocument/2006/relationships" id="256" r:id="R817597d344264c26"/>
    <p:sldId xmlns:r="http://schemas.openxmlformats.org/officeDocument/2006/relationships" id="257" r:id="R04447efee9e7473c"/>
    <p:sldId xmlns:r="http://schemas.openxmlformats.org/officeDocument/2006/relationships" id="258" r:id="Rf9bee7fdcfe2400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5df63b0a2144ce" /><Relationship Type="http://schemas.openxmlformats.org/officeDocument/2006/relationships/slideMaster" Target="/ppt/slideMasters/slideMaster1.xml" Id="Rfa921ec0b138489f" /><Relationship Type="http://schemas.openxmlformats.org/officeDocument/2006/relationships/notesMaster" Target="/ppt/notesMasters/notesMaster1.xml" Id="Rccca51ac29a84116" /><Relationship Type="http://schemas.openxmlformats.org/officeDocument/2006/relationships/presProps" Target="/ppt/presProps.xml" Id="Rb86d7e86729143e8" /><Relationship Type="http://schemas.openxmlformats.org/officeDocument/2006/relationships/viewProps" Target="/ppt/viewProps.xml" Id="Ra13e2e8c7d4f404f" /><Relationship Type="http://schemas.openxmlformats.org/officeDocument/2006/relationships/tableStyles" Target="/ppt/tableStyles.xml" Id="R6744a8ef5c5c4c9d" /><Relationship Type="http://schemas.openxmlformats.org/officeDocument/2006/relationships/slide" Target="/ppt/slides/slide1.xml" Id="R817597d344264c26" /><Relationship Type="http://schemas.openxmlformats.org/officeDocument/2006/relationships/slide" Target="/ppt/slides/slide2.xml" Id="R04447efee9e7473c" /><Relationship Type="http://schemas.openxmlformats.org/officeDocument/2006/relationships/slide" Target="/ppt/slides/slide3.xml" Id="Rf9bee7fdcfe240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bad720eeff45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f89a7a0ab3c4a38" /><Relationship Type="http://schemas.openxmlformats.org/officeDocument/2006/relationships/notesMaster" Target="/ppt/notesMasters/notesMaster1.xml" Id="R2755783f0ff74a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74b22b9fb94e2e" /><Relationship Type="http://schemas.openxmlformats.org/officeDocument/2006/relationships/notesMaster" Target="/ppt/notesMasters/notesMaster1.xml" Id="Rc3b6367026dd4e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c4beece83042d8" /><Relationship Type="http://schemas.openxmlformats.org/officeDocument/2006/relationships/notesMaster" Target="/ppt/notesMasters/notesMaster1.xml" Id="Rf95f026577584a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las puertas cerradas muestran un miedo compartido, pero Jesus no espera a que el grupo se recomponga para acercarse. Se pone en medio, ofrece paz, muestra unas heridas que no han sido borradas, confia el envio, comparte su aliento y vincula el Espiritu con el cuidado del perdon. La secuencia no propone activismo: primero se recibe paz y relacion; despues se sale. El perdon no elimina la verdad, la justicia, los limites ni la proteccion de quien ha sido danado.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Genesis presenta el aliento que crea; Ezequiel, el aliento que levanta una comunidad sin futuro; Hechos muestra una palabra que se hace comprensible sin uniformar las voces; Pablo nombra la reconciliacion como servicio recibido. Preguntar que don ofrece cada texto y que responsabilidad despierta. Subrayar que ser enviados no es imponer, convencer a la fuerza ni hablar sin escuchar.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Sopla en mi, copias de Jn 20,19-23, tarjetas de tres columnas y tres situaciones ficticias de respuesta defensiva. Leer las consignas en voz alta y ofrecer texto amplio. No pedir relatos personales de miedo, violencia o reconciliacion; compartir y pasar son opciones validas. En ENSAYAR, cada trío debe incluir una escucha real, un limite seguro y un gesto posible de paz. No presentar el perdon como olvido, impunidad o regreso obligado a una relacion insegura. Evitar ejercicios de respiracion obligatorios: el simbolo del aliento se trabaja desde el texto y el silencio libre.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f05213b80c44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5cde9ee39149dd" /><Relationship Type="http://schemas.openxmlformats.org/officeDocument/2006/relationships/slideLayout" Target="/ppt/slideLayouts/slideLayout1.xml" Id="R171de018f22543b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1de018f22543b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328554642d431c" /><Relationship Type="http://schemas.openxmlformats.org/officeDocument/2006/relationships/image" Target="/ppt/media/image.png" Id="R91661de1983d4b32" /><Relationship Type="http://schemas.openxmlformats.org/officeDocument/2006/relationships/notesSlide" Target="/ppt/notesSlides/notesSlide1.xml" Id="R0f19c250e75945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4c18ef4b54ed1" /><Relationship Type="http://schemas.openxmlformats.org/officeDocument/2006/relationships/notesSlide" Target="/ppt/notesSlides/notesSlide2.xml" Id="R6794294de68842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52275baaa4982" /><Relationship Type="http://schemas.openxmlformats.org/officeDocument/2006/relationships/notesSlide" Target="/ppt/notesSlides/notesSlide3.xml" Id="Rda66ceeed4cf404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61de1983d4b3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SOPLA EN MÍ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encierro al envío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 ESPÍRITU DA PAZ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ABRE LAS PUERTAS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paz recibida se vuelve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presencia que reconcilia.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CERRAR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Las puertas cerradas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protegen del miedo.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miedo junta al grupo,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pero le roba horizonte.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se pone en medio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dice: «Paz».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comienza con reproches,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sino devolviendo relación.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RESPIRAR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Sopla sobre ellos: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«Recibid el Espíritu».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aliento recrea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el miedo paralizó.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PERDONAR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Confía a la comunidad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cuidado del perdón.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Reconciliar exige verdad,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justicia y límites seguros.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SALIR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«Como el Padre me envió,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así os envío yo».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paz recibida se hace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presencia en el mundo.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«Sopla en mí; hazme salir»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convierte el miedo en paz, reconciliación y salida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Gen 2,7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ALIENTO QUE CREA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«Alentó en su nariz soplo de vida.»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no añade una tarea: devuelve vida y capacidad de comenzar.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37,9–10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ALIENTO QUE LEVANTA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«Ven de los cuatro vientos, espíritu, y sopla…»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convoca su aliento allí donde una comunidad se siente agotada y sin futuro.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Hch 2,6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PALABRA QUE SE ENTIENDE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«Cada uno les oía hablar en su propia lengua.»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no uniforma las voces: hace posible que el Evangelio sea comprendido.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2 Co 5,18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SERVICIO QUE RECONCILIA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«Nos dio el ministerio de la reconciliación.»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Ser enviados no es imponer: es servir una reconciliación con verdad, justicia y cuidado.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Aliento recibido  ·  paz compartida  ·  reconciliación cuidada  ·  puertas abiertas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puerta necesito abrir para que la paz se vuelva presencia?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miedo compartido a una misión que escucha y reconcilia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«Sopla en mí»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nombra mi encierro y cuál me pone en camino?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«qué protege» / «qué encierra» / «qué pide abrirse».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puerta fue cuidado y cuándo empezó a impedir la vida?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20,19–23 y seguir los verbos que llevan del miedo al envío.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pedir a la comunidad que salga?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ENSAYAR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transformar una respuesta defensiva en escucha, límite y gesto de paz.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¿Cómo se abre una puerta sin negar la verdad ni el cuidado?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SALIR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conversación o servicio fuera del círculo habitual.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puede hacerse visible esta semana la paz recibida?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perdonar no obliga a volver a una relación insegura; verdad, justicia y límites cuidan la paz.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2026-07-16T19:07:32.9470000Z</dcterms:created>
  <dcterms:modified xsi:type="dcterms:W3CDTF">2026-07-16T19:07:32.9470000Z</dcterms:modified>
</coreProperties>
</file>