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68e0a8669e047d1" /><Relationship Type="http://schemas.openxmlformats.org/officeDocument/2006/relationships/extended-properties" Target="/docProps/app.xml" Id="R3263aeea52cd4b93" /><Relationship Type="http://schemas.openxmlformats.org/officeDocument/2006/relationships/officeDocument" Target="/ppt/presentation.xml" Id="R8111820e5e7f44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a35b0da97d40bc"/>
  </p:sldMasterIdLst>
  <p:notesMasterIdLst>
    <p:notesMasterId xmlns:r="http://schemas.openxmlformats.org/officeDocument/2006/relationships" r:id="Rfed0454730a74fa9"/>
  </p:notesMasterIdLst>
  <p:sldIdLst>
    <p:sldId xmlns:r="http://schemas.openxmlformats.org/officeDocument/2006/relationships" id="256" r:id="R60c2e3b7520a4b38"/>
    <p:sldId xmlns:r="http://schemas.openxmlformats.org/officeDocument/2006/relationships" id="257" r:id="R644d6f0fd54b4fe5"/>
    <p:sldId xmlns:r="http://schemas.openxmlformats.org/officeDocument/2006/relationships" id="258" r:id="Rab141838b85845d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fbb833605d248be" /><Relationship Type="http://schemas.openxmlformats.org/officeDocument/2006/relationships/slideMaster" Target="/ppt/slideMasters/slideMaster1.xml" Id="R4fa35b0da97d40bc" /><Relationship Type="http://schemas.openxmlformats.org/officeDocument/2006/relationships/notesMaster" Target="/ppt/notesMasters/notesMaster1.xml" Id="Rfed0454730a74fa9" /><Relationship Type="http://schemas.openxmlformats.org/officeDocument/2006/relationships/presProps" Target="/ppt/presProps.xml" Id="Rf235b5970c874c52" /><Relationship Type="http://schemas.openxmlformats.org/officeDocument/2006/relationships/viewProps" Target="/ppt/viewProps.xml" Id="R3b0178f77d7a4388" /><Relationship Type="http://schemas.openxmlformats.org/officeDocument/2006/relationships/tableStyles" Target="/ppt/tableStyles.xml" Id="R22a68b571e9e4b42" /><Relationship Type="http://schemas.openxmlformats.org/officeDocument/2006/relationships/slide" Target="/ppt/slides/slide1.xml" Id="R60c2e3b7520a4b38" /><Relationship Type="http://schemas.openxmlformats.org/officeDocument/2006/relationships/slide" Target="/ppt/slides/slide2.xml" Id="R644d6f0fd54b4fe5" /><Relationship Type="http://schemas.openxmlformats.org/officeDocument/2006/relationships/slide" Target="/ppt/slides/slide3.xml" Id="Rab141838b85845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7b44f1689740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d0cde141504064" /><Relationship Type="http://schemas.openxmlformats.org/officeDocument/2006/relationships/notesMaster" Target="/ppt/notesMasters/notesMaster1.xml" Id="R56d28b42425147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ba58a1a5594c17" /><Relationship Type="http://schemas.openxmlformats.org/officeDocument/2006/relationships/notesMaster" Target="/ppt/notesMasters/notesMaster1.xml" Id="R821e1683732c49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957f19a5774ca8" /><Relationship Type="http://schemas.openxmlformats.org/officeDocument/2006/relationships/notesMaster" Target="/ppt/notesMasters/notesMaster1.xml" Id="R5c4dc2b39f624c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las puertas cerradas muestran un miedo compartido, pero Jesus no espera a que el grupo se recomponga para acercarse. Se pone en medio, ofrece paz, muestra unas heridas que no han sido borradas, confia el envio, comparte su aliento y vincula el Espiritu con el cuidado del perdon. La secuencia no propone activismo: primero se recibe paz y relacion; despues se sale. El perdon no elimina la verdad, la justicia, los limites ni la proteccion de quien ha sido danado.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Genesis presenta el aliento que crea; Ezequiel, el aliento que levanta una comunidad sin futuro; Hechos muestra una palabra que se hace comprensible sin uniformar las voces; Pablo nombra la reconciliacion como servicio recibido. Preguntar que don ofrece cada texto y que responsabilidad despierta. Subrayar que ser enviados no es imponer, convencer a la fuerza ni hablar sin escuchar.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Sopla en mi, copias de Jn 20,19-23, tarjetas de tres columnas y tres situaciones ficticias de respuesta defensiva. Leer las consignas en voz alta y ofrecer texto amplio. No pedir relatos personales de miedo, violencia o reconciliacion; compartir y pasar son opciones validas. En ENSAYAR, cada trío debe incluir una escucha real, un limite seguro y un gesto posible de paz. No presentar el perdon como olvido, impunidad o regreso obligado a una relacion insegura. Evitar ejercicios de respiracion obligatorios: el simbolo del aliento se trabaja desde el texto y el silencio libre.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8fe4190de843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7332fd06764f37" /><Relationship Type="http://schemas.openxmlformats.org/officeDocument/2006/relationships/slideLayout" Target="/ppt/slideLayouts/slideLayout1.xml" Id="R896d362bafdb4d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6d362bafdb4d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3bd7d72355404e" /><Relationship Type="http://schemas.openxmlformats.org/officeDocument/2006/relationships/image" Target="/ppt/media/image.png" Id="R263e66aba7bb4127" /><Relationship Type="http://schemas.openxmlformats.org/officeDocument/2006/relationships/notesSlide" Target="/ppt/notesSlides/notesSlide1.xml" Id="R0f32450414d943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cf3cb220094bb2" /><Relationship Type="http://schemas.openxmlformats.org/officeDocument/2006/relationships/notesSlide" Target="/ppt/notesSlides/notesSlide2.xml" Id="Rf236787ed2544e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5e1f040db74600" /><Relationship Type="http://schemas.openxmlformats.org/officeDocument/2006/relationships/notesSlide" Target="/ppt/notesSlides/notesSlide3.xml" Id="Raacaa093beb0446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3e66aba7bb412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SOPLA EN MÍ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Del encierro al envío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 ESPÍRITU DA PAZ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ABRE LAS PUERTAS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paz recibida se vuelve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presencia que reconcilia.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CERRAR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Las puertas cerradas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protegen del miedo.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miedo junta al grupo,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pero le roba horizonte.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RECIBIR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se pone en medio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dice: «Paz».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comienza con reproches,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sino devolviendo relación.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RESPIRAR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Sopla sobre ellos: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«Recibid el Espíritu».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aliento recrea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lo que el miedo paralizó.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PERDONAR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Confía a la comunidad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cuidado del perdón.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Reconciliar exige verdad,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justicia y límites seguros.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SALIR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«Como el Padre me envió,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así os envío yo».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paz recibida se hace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presencia en el mundo.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«Sopla en mí; hazme salir»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convierte el miedo en paz, reconciliación y salida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Gen 2,7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ALIENTO QUE CREA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«Alentó en su nariz soplo de vida.»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Espíritu no añade una tarea: devuelve vida y capacidad de comenzar.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Ez 37,9–10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ALIENTO QUE LEVANTA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«Ven de los cuatro vientos, espíritu, y sopla…»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convoca su aliento allí donde una comunidad se siente agotada y sin futuro.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Hch 2,6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PALABRA QUE SE ENTIENDE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«Cada uno les oía hablar en su propia lengua.»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Espíritu no uniforma las voces: hace posible que el Evangelio sea comprendido.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Co 5,18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SERVICIO QUE RECONCILIA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«Nos dio el ministerio de la reconciliación.»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Ser enviados no es imponer: es servir una reconciliación con verdad, justicia y cuidado.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Aliento recibido  ·  paz compartida  ·  reconciliación cuidada  ·  puertas abiertas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puerta necesito abrir para que la paz se vuelva presencia?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miedo compartido a una misión que escucha y reconcilia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«Sopla en mí»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nombra mi encierro y cuál me pone en camino?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«qué protege» / «qué encierra» / «qué pide abrirse».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puerta fue cuidado y cuándo empezó a impedir la vida?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20,19–23 y seguir los verbos que llevan del miedo al envío.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antes de pedir a la comunidad que salga?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ENSAYAR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transformar una respuesta defensiva en escucha, límite y gesto de paz.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se abre una puerta sin negar la verdad ni el cuidado?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SALIR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una conversación o servicio fuera del círculo habitual.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¿Dónde puede hacerse visible esta semana la paz recibida?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perdonar no obliga a volver a una relación insegura; verdad, justicia y límites cuidan la paz.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2026-07-13T19:11:50.5130000Z</dcterms:created>
  <dcterms:modified xsi:type="dcterms:W3CDTF">2026-07-13T19:11:50.5130000Z</dcterms:modified>
</coreProperties>
</file>