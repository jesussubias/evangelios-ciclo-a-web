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c9d98c3d914472" /><Relationship Type="http://schemas.openxmlformats.org/officeDocument/2006/relationships/extended-properties" Target="/docProps/app.xml" Id="R2362c6fd46934ccb" /><Relationship Type="http://schemas.openxmlformats.org/officeDocument/2006/relationships/officeDocument" Target="/ppt/presentation.xml" Id="R692b82d3ad9545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bfe9f14c54447f"/>
  </p:sldMasterIdLst>
  <p:notesMasterIdLst>
    <p:notesMasterId xmlns:r="http://schemas.openxmlformats.org/officeDocument/2006/relationships" r:id="R6a6d32937e304e1c"/>
  </p:notesMasterIdLst>
  <p:sldIdLst>
    <p:sldId xmlns:r="http://schemas.openxmlformats.org/officeDocument/2006/relationships" id="256" r:id="R8de65fe2d84947c8"/>
    <p:sldId xmlns:r="http://schemas.openxmlformats.org/officeDocument/2006/relationships" id="257" r:id="R39850a543b6a4a2a"/>
    <p:sldId xmlns:r="http://schemas.openxmlformats.org/officeDocument/2006/relationships" id="258" r:id="Re02d359bdeb346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7f40a0c13945df" /><Relationship Type="http://schemas.openxmlformats.org/officeDocument/2006/relationships/slideMaster" Target="/ppt/slideMasters/slideMaster1.xml" Id="R96bfe9f14c54447f" /><Relationship Type="http://schemas.openxmlformats.org/officeDocument/2006/relationships/notesMaster" Target="/ppt/notesMasters/notesMaster1.xml" Id="R6a6d32937e304e1c" /><Relationship Type="http://schemas.openxmlformats.org/officeDocument/2006/relationships/presProps" Target="/ppt/presProps.xml" Id="Re87c9179703748e1" /><Relationship Type="http://schemas.openxmlformats.org/officeDocument/2006/relationships/viewProps" Target="/ppt/viewProps.xml" Id="Rb3b719c93b6a4080" /><Relationship Type="http://schemas.openxmlformats.org/officeDocument/2006/relationships/tableStyles" Target="/ppt/tableStyles.xml" Id="Reaac577d23f94146" /><Relationship Type="http://schemas.openxmlformats.org/officeDocument/2006/relationships/slide" Target="/ppt/slides/slide1.xml" Id="R8de65fe2d84947c8" /><Relationship Type="http://schemas.openxmlformats.org/officeDocument/2006/relationships/slide" Target="/ppt/slides/slide2.xml" Id="R39850a543b6a4a2a" /><Relationship Type="http://schemas.openxmlformats.org/officeDocument/2006/relationships/slide" Target="/ppt/slides/slide3.xml" Id="Re02d359bdeb346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132b3385084f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87044fa80a415c" /><Relationship Type="http://schemas.openxmlformats.org/officeDocument/2006/relationships/notesMaster" Target="/ppt/notesMasters/notesMaster1.xml" Id="Rffdb33236aef40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9b16f7441444e1" /><Relationship Type="http://schemas.openxmlformats.org/officeDocument/2006/relationships/notesMaster" Target="/ppt/notesMasters/notesMaster1.xml" Id="R268d1972f0f14f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c7ea832b3a4a8a" /><Relationship Type="http://schemas.openxmlformats.org/officeDocument/2006/relationships/notesMaster" Target="/ppt/notesMasters/notesMaster1.xml" Id="Rc133990a223b4e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las puertas cerradas muestran un miedo compartido, pero Jesus no espera a que el grupo se recomponga para acercarse. Se pone en medio, ofrece paz, muestra unas heridas que no han sido borradas, confia el envio, comparte su aliento y vincula el Espiritu con el cuidado del perdon. La secuencia no propone activismo: primero se recibe paz y relacion; despues se sale. El perdon no elimina la verdad, la justicia, los limites ni la proteccion de quien ha sido danado.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Genesis presenta el aliento que crea; Ezequiel, el aliento que levanta una comunidad sin futuro; Hechos muestra una palabra que se hace comprensible sin uniformar las voces; Pablo nombra la reconciliacion como servicio recibido. Preguntar que don ofrece cada texto y que responsabilidad despierta. Subrayar que ser enviados no es imponer, convencer a la fuerza ni hablar sin escuchar.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Sopla en mi, copias de Jn 20,19-23, tarjetas de tres columnas y tres situaciones ficticias de respuesta defensiva. Leer las consignas en voz alta y ofrecer texto amplio. No pedir relatos personales de miedo, violencia o reconciliacion; compartir y pasar son opciones validas. En ENSAYAR, cada trío debe incluir una escucha real, un limite seguro y un gesto posible de paz. No presentar el perdon como olvido, impunidad o regreso obligado a una relacion insegura. Evitar ejercicios de respiracion obligatorios: el simbolo del aliento se trabaja desde el texto y el silencio libre.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0f8d617ee4e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fdc07f53544ddc" /><Relationship Type="http://schemas.openxmlformats.org/officeDocument/2006/relationships/slideLayout" Target="/ppt/slideLayouts/slideLayout1.xml" Id="R938ceefebe9e4a0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38ceefebe9e4a0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2d81c9ecb4333" /><Relationship Type="http://schemas.openxmlformats.org/officeDocument/2006/relationships/image" Target="/ppt/media/image.png" Id="R7dead7b506714300" /><Relationship Type="http://schemas.openxmlformats.org/officeDocument/2006/relationships/notesSlide" Target="/ppt/notesSlides/notesSlide1.xml" Id="R1aaf7fd9b03742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eb983e0de049ff" /><Relationship Type="http://schemas.openxmlformats.org/officeDocument/2006/relationships/notesSlide" Target="/ppt/notesSlides/notesSlide2.xml" Id="R4da4ee511d6d4b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541ba7ebf4e59" /><Relationship Type="http://schemas.openxmlformats.org/officeDocument/2006/relationships/notesSlide" Target="/ppt/notesSlides/notesSlide3.xml" Id="R897b651971fc42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ad7b50671430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SOPLA EN MÍ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Del encierro al envío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 ESPÍRITU DA PAZ</a:t>
            </a:r>
          </a:p>
          <a:p xmlns:a="http://schemas.openxmlformats.org/drawingml/2006/main">
            <a:pPr algn="ctr">
              <a:buNone/>
              <a:defRPr sz="1875" b="1">
                <a:ln w="0">
                  <a:noFill/>
                  <a:prstDash val="solid"/>
                </a:ln>
                <a:solidFill>
                  <a:srgbClr val="F5E7C3"/>
                </a:solidFill>
              </a:defRPr>
            </a:pPr>
            <a:r>
              <a:rPr sz="1875">
                <a:ln w="0">
                  <a:noFill/>
                  <a:prstDash val="solid"/>
                </a:ln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 ABRE LAS PUERTAS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paz recibida se vuelve</a:t>
            </a:r>
          </a:p>
          <a:p xmlns:a="http://schemas.openxmlformats.org/drawingml/2006/main">
            <a:pPr>
              <a:buNone/>
              <a:defRPr sz="1200" b="0">
                <a:ln w="0">
                  <a:noFill/>
                  <a:prstDash val="solid"/>
                </a:ln>
                <a:solidFill>
                  <a:srgbClr val="FFFFFF"/>
                </a:solidFill>
              </a:defRPr>
            </a:pPr>
            <a:r>
              <a:rPr sz="1200">
                <a:ln w="0">
                  <a:noFill/>
                  <a:prstDash val="solid"/>
                </a:ln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presencia que reconcilia.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CERRAR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Las puertas cerradas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protegen del miedo.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El miedo junta al grupo,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pero le roba horizonte.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RECIBIR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se pone en medio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dice: «Paz».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No comienza con reproches,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sino devolviendo relación.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RESPIRAR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Sopla sobre ellos: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«Recibid el Espíritu».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Su aliento recrea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lo que el miedo paralizó.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PERDONAR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Confía a la comunidad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cuidado del perdón.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Reconciliar exige verdad,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justicia y límites seguros.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SALIR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«Como el Padre me envió,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así os envío yo».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paz recibida se hace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presencia en el mundo.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«Sopla en mí; hazme salir»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canción convierte el miedo en paz, reconciliación y salida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Gen 2,7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ALIENTO QUE CREA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«Alentó en su nariz soplo de vida.»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Espíritu no añade una tarea: devuelve vida y capacidad de comenzar.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Ez 37,9–10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ALIENTO QUE LEVANTA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«Ven de los cuatro vientos, espíritu, y sopla…»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Dios convoca su aliento allí donde una comunidad se siente agotada y sin futuro.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Hch 2,6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PALABRA QUE SE ENTIENDE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«Cada uno les oía hablar en su propia lengua.»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 Espíritu no uniforma las voces: hace posible que el Evangelio sea comprendido.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2 Co 5,18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SERVICIO QUE RECONCILIA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«Nos dio el ministerio de la reconciliación.»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Ser enviados no es imponer: es servir una reconciliación con verdad, justicia y cuidado.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Aliento recibido  ·  paz compartida  ·  reconciliación cuidada  ·  puertas abiertas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¿qué puerta necesito abrir para que la paz se vuelva presencia?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Del miedo compartido a una misión que escucha y reconcilia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«Sopla en mí»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nombra mi encierro y cuál me pone en camino?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NOMBRAR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Tarjeta: «qué protege» / «qué encierra» / «qué pide abrirse».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puerta fue cuidado y cuándo empezó a impedir la vida?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Jn 20,19–23 y seguir los verbos que llevan del miedo al envío.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hace Jesús antes de pedir a la comunidad que salga?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ENSAYAR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transformar una respuesta defensiva en escucha, límite y gesto de paz.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¿Cómo se abre una puerta sin negar la verdad ni el cuidado?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SALIR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Elegir una conversación o servicio fuera del círculo habitual.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¿Dónde puede hacerse visible esta semana la paz recibida?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perdonar no obliga a volver a una relación insegura; verdad, justicia y límites cuidan la paz.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2026-07-19T11:01:39.4630000Z</dcterms:created>
  <dcterms:modified xsi:type="dcterms:W3CDTF">2026-07-19T11:01:39.4630000Z</dcterms:modified>
</coreProperties>
</file>