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c60422e83841c5" /><Relationship Type="http://schemas.openxmlformats.org/officeDocument/2006/relationships/extended-properties" Target="/docProps/app.xml" Id="R49297a97fd2f4097" /><Relationship Type="http://schemas.openxmlformats.org/officeDocument/2006/relationships/officeDocument" Target="/ppt/presentation.xml" Id="R6d2a621764fb47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db77f8edc441ac"/>
  </p:sldMasterIdLst>
  <p:notesMasterIdLst>
    <p:notesMasterId xmlns:r="http://schemas.openxmlformats.org/officeDocument/2006/relationships" r:id="Ra40e58d5c7794c53"/>
  </p:notesMasterIdLst>
  <p:sldIdLst>
    <p:sldId xmlns:r="http://schemas.openxmlformats.org/officeDocument/2006/relationships" id="256" r:id="R546fc85fe9804eb8"/>
    <p:sldId xmlns:r="http://schemas.openxmlformats.org/officeDocument/2006/relationships" id="257" r:id="R038b760c33b34766"/>
    <p:sldId xmlns:r="http://schemas.openxmlformats.org/officeDocument/2006/relationships" id="258" r:id="R1513b164f28543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83f50503ee40c6" /><Relationship Type="http://schemas.openxmlformats.org/officeDocument/2006/relationships/slideMaster" Target="/ppt/slideMasters/slideMaster1.xml" Id="Re5db77f8edc441ac" /><Relationship Type="http://schemas.openxmlformats.org/officeDocument/2006/relationships/notesMaster" Target="/ppt/notesMasters/notesMaster1.xml" Id="Ra40e58d5c7794c53" /><Relationship Type="http://schemas.openxmlformats.org/officeDocument/2006/relationships/presProps" Target="/ppt/presProps.xml" Id="R7530ea5a78ea4eff" /><Relationship Type="http://schemas.openxmlformats.org/officeDocument/2006/relationships/viewProps" Target="/ppt/viewProps.xml" Id="Rbd8516617b1445da" /><Relationship Type="http://schemas.openxmlformats.org/officeDocument/2006/relationships/tableStyles" Target="/ppt/tableStyles.xml" Id="Rcfd4430cb587431b" /><Relationship Type="http://schemas.openxmlformats.org/officeDocument/2006/relationships/slide" Target="/ppt/slides/slide1.xml" Id="R546fc85fe9804eb8" /><Relationship Type="http://schemas.openxmlformats.org/officeDocument/2006/relationships/slide" Target="/ppt/slides/slide2.xml" Id="R038b760c33b34766" /><Relationship Type="http://schemas.openxmlformats.org/officeDocument/2006/relationships/slide" Target="/ppt/slides/slide3.xml" Id="R1513b164f28543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ee2453c5c64a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93dd08eee24bd2" /><Relationship Type="http://schemas.openxmlformats.org/officeDocument/2006/relationships/notesMaster" Target="/ppt/notesMasters/notesMaster1.xml" Id="Rac680b3a2e3c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ed09f7bccb4b36" /><Relationship Type="http://schemas.openxmlformats.org/officeDocument/2006/relationships/notesMaster" Target="/ppt/notesMasters/notesMaster1.xml" Id="Rf9037b9ec3cc41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bc838e1bf540cb" /><Relationship Type="http://schemas.openxmlformats.org/officeDocument/2006/relationships/notesMaster" Target="/ppt/notesMasters/notesMaster1.xml" Id="Re93bb4e59aec42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escena se lee como un movimiento de amor, súplica, perseverancia, respuesta y reconocimiento. La mujer lleva el dolor de su hija sin ocupar su voz; Jesús reconoce su fe. No usar el relato para justificar exclusiones ni para exigir que alguien soporte silencio, negligencia o violencia.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«Creeré por ti», aportada por el usuario el 08-08-2026.</a:t>
            </a:r>
          </a:p>
          <a:p xmlns:a="http://schemas.openxmlformats.org/drawingml/2006/main">
            <a:r>
              <a:t>- Reina-Valera 1909: Mt 15,21-28.</a:t>
            </a:r>
          </a:p>
          <a:p xmlns:a="http://schemas.openxmlformats.org/drawingml/2006/main">
            <a:r>
              <a:t>- Imagen de fondo generada con OpenAI para esta presentación; sin recurso web externo.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resonancias muestran que la oración puede nombrar el dolor, la fe puede cargar en comunidad y quien sostiene también necesita relevos. La reciprocidad evita que el acompañamiento se convierta en control, agotamiento o sustitución de la voz de otra persona.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Reina-Valera 1909: 1 Sam 1,10-18; Mc 2,3-5; Ex 17,11-12; Gal 6,2.</a:t>
            </a:r>
          </a:p>
          <a:p xmlns:a="http://schemas.openxmlformats.org/drawingml/2006/main">
            <a:r>
              <a:t>- Letra de «Creeré por ti», aportada por el usuario el 08-08-2026.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«Creeré por ti», copias de Mt 15,21-28 y tarjetas opcionales. No usar la perseverancia para exigir que alguien soporte exclusión, violencia, negligencia o silencio. Creer por otra persona no anula su libertad ni sustituye protección, denuncia, descanso o ayuda profesional. Cuidar consentimiento, límites, reciprocidad y red. Compartir y pasar son opciones válidas.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«Creeré por ti», aportada por el usuario el 08-08-2026.</a:t>
            </a:r>
          </a:p>
          <a:p xmlns:a="http://schemas.openxmlformats.org/drawingml/2006/main">
            <a:r>
              <a:t>- Reina-Valera 1909: Mt 15,21-28.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04e675ae141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4d37f026db416c" /><Relationship Type="http://schemas.openxmlformats.org/officeDocument/2006/relationships/slideLayout" Target="/ppt/slideLayouts/slideLayout1.xml" Id="R3c2b9eb6c04c41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2b9eb6c04c41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26db9e3bf416e" /><Relationship Type="http://schemas.openxmlformats.org/officeDocument/2006/relationships/image" Target="/ppt/media/image.png" Id="Rc3f1fd465aa443ca" /><Relationship Type="http://schemas.openxmlformats.org/officeDocument/2006/relationships/notesSlide" Target="/ppt/notesSlides/notesSlide1.xml" Id="R5f1ee717d69c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7a76bbd3e4924" /><Relationship Type="http://schemas.openxmlformats.org/officeDocument/2006/relationships/notesSlide" Target="/ppt/notesSlides/notesSlide2.xml" Id="R6d1df436a7774e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7018da2f74aaa" /><Relationship Type="http://schemas.openxmlformats.org/officeDocument/2006/relationships/notesSlide" Target="/ppt/notesSlides/notesSlide3.xml" Id="R94aeada6a83442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1fd465aa443c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CREERÉ POR TI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Llevar el nombre del otro hasta Jesús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FE PERSEVERA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NADIE QUEDA ATRÁS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mujer lleva el dolor de su hija hasta Jesús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confía en una misericordia sin fronteras.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SALIR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Cruza fronteras por su hija.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amor se mueve cuando otra persona ya no puede.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CLAMAR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«Señor, socórreme».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necesidad merece voz incluso ante el silencio.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QUEDARSE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abandona la conversación.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Perseverar sostiene una súplica con libertad.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«También los perrillos comen».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encuentra una grieta en la frontera.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CREER JUNTOS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«Grande es tu fe».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Sostener y dejarse sostener forman comunidad.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«Cuando tú no puedas, creeré por ti.»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fe puede llevar, sostener y dejarse sostener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Sam 1,10–18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DERRAMAR EL ALMA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«Derramé mi alma delante del Señor.»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Ana lleva su herida ante Dios aunque es malinterpretada. Orar comienza por nombrar el dolor.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Mc 2,3–5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 FE QUE CARGA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«Viendo Jesús la fe de ellos...»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Cuatro amigos abren camino y llevan al paralítico hasta Jesús. Su fe compartida no lo deja fuera.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17,11–12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MANOS SOSTENIDAS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«Aarón y Hur sostenían sus manos.»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Moisés también se cansa. Quien sostiene necesita apoyos, relevos y una comunidad que cuide sus límites.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Gal 6,2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LLEVAD LAS CARGAS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«Sobrellevad los unos las cargas de los otros.»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comunidad no reemplaza ninguna voz: comparte el peso y organiza ayuda concreta y recíproca.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Dolor nombrado · fe compartida · perseverancia libre · ayuda recíproca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¿a quién sostengo y de quién necesito dejarme sostener?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llevar un nombre a construir una red que sostiene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«Creeré por ti»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me acompaña sin quitarme mi propia voz?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nombre / carga / puerta cerrada / ayuda.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dolor pide ser escuchado y no quedar fuera?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15,21–28 y marcar silencio, frontera, súplica y reconocimiento.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cambia con cada intervención de la mujer, los discípulos y Jesús?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 ficticio: acompañar sin invadir ni sustituir ayuda profesional.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sostener sin tomar el control ni agotarnos?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gesto, un límite, una persona aliada y una fecha.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¿A quién llevaré en la oración y a quién pediré apoyo?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sostener no es sustituir; exige consentimiento, límites, red y ayuda competente.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2026-08-08T11:30:48.1340000Z</dcterms:created>
  <dcterms:modified xsi:type="dcterms:W3CDTF">2026-08-08T11:30:48.1340000Z</dcterms:modified>
</coreProperties>
</file>