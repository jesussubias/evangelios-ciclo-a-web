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f99dbf9a384926" /><Relationship Type="http://schemas.openxmlformats.org/officeDocument/2006/relationships/extended-properties" Target="/docProps/app.xml" Id="R19e4daf3f47249fe" /><Relationship Type="http://schemas.openxmlformats.org/officeDocument/2006/relationships/officeDocument" Target="/ppt/presentation.xml" Id="R7fba79aedf634a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dba23b6424e9f"/>
  </p:sldMasterIdLst>
  <p:notesMasterIdLst>
    <p:notesMasterId xmlns:r="http://schemas.openxmlformats.org/officeDocument/2006/relationships" r:id="Re2ce8092d6794de6"/>
  </p:notesMasterIdLst>
  <p:sldIdLst>
    <p:sldId xmlns:r="http://schemas.openxmlformats.org/officeDocument/2006/relationships" id="256" r:id="Rcb71ce28e32e4676"/>
    <p:sldId xmlns:r="http://schemas.openxmlformats.org/officeDocument/2006/relationships" id="257" r:id="R905d5f54a04a4965"/>
    <p:sldId xmlns:r="http://schemas.openxmlformats.org/officeDocument/2006/relationships" id="258" r:id="Rad429afa3c9947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9d2432ca8647d4" /><Relationship Type="http://schemas.openxmlformats.org/officeDocument/2006/relationships/slideMaster" Target="/ppt/slideMasters/slideMaster1.xml" Id="Rf6bdba23b6424e9f" /><Relationship Type="http://schemas.openxmlformats.org/officeDocument/2006/relationships/notesMaster" Target="/ppt/notesMasters/notesMaster1.xml" Id="Re2ce8092d6794de6" /><Relationship Type="http://schemas.openxmlformats.org/officeDocument/2006/relationships/presProps" Target="/ppt/presProps.xml" Id="R01e5cc468b9142d5" /><Relationship Type="http://schemas.openxmlformats.org/officeDocument/2006/relationships/viewProps" Target="/ppt/viewProps.xml" Id="Ra9be67d8b3cb4f7d" /><Relationship Type="http://schemas.openxmlformats.org/officeDocument/2006/relationships/tableStyles" Target="/ppt/tableStyles.xml" Id="R3b5329d779784f2d" /><Relationship Type="http://schemas.openxmlformats.org/officeDocument/2006/relationships/slide" Target="/ppt/slides/slide1.xml" Id="Rcb71ce28e32e4676" /><Relationship Type="http://schemas.openxmlformats.org/officeDocument/2006/relationships/slide" Target="/ppt/slides/slide2.xml" Id="R905d5f54a04a4965" /><Relationship Type="http://schemas.openxmlformats.org/officeDocument/2006/relationships/slide" Target="/ppt/slides/slide3.xml" Id="Rad429afa3c9947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3bb6b8d430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ee0571b2a145e3" /><Relationship Type="http://schemas.openxmlformats.org/officeDocument/2006/relationships/notesMaster" Target="/ppt/notesMasters/notesMaster1.xml" Id="R9dac8d982dcc4b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303335c0cb422f" /><Relationship Type="http://schemas.openxmlformats.org/officeDocument/2006/relationships/notesMaster" Target="/ppt/notesMasters/notesMaster1.xml" Id="R4a23d8c5bf7e42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aa1a4751f34b07" /><Relationship Type="http://schemas.openxmlformats.org/officeDocument/2006/relationships/notesMaster" Target="/ppt/notesMasters/notesMaster1.xml" Id="Rdd6878caf46a4e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de octubre de 2026. XXVII Domingo del Tiempo Ordinario, ciclo A. Mt 21,33–43.</a:t>
            </a:r>
          </a:p>
          <a:p xmlns:a="http://schemas.openxmlformats.org/drawingml/2006/main">
            <a:r>
              <a:t>Canción: No vine a quedármelo. Letra y audio proporcionados por el autor.</a:t>
            </a:r>
          </a:p>
          <a:p xmlns:a="http://schemas.openxmlformats.org/drawingml/2006/main">
            <a:r>
              <a:t>Los labradores reciben una viña que no han creado. Su deseo de adueñarse de ella termina en el rechazo de los enviados y en la muerte del hijo. La canción nos acerca a una tentación cotidiana: llamar mío a lo que se nos ha confiado. Podemos preguntarnos cómo ejercemos nuestras responsabilidades y si las personas a nuestro lado encuentran espacio para crecer. La fidelidad al don recibido pide cuidado, escucha y disposición a compartirlo. El fruto no depende solo de nosotros, y nadie se convierte en propiedad de quien lo acompaña.</a:t>
            </a:r>
          </a:p>
          <a:p xmlns:a="http://schemas.openxmlformats.org/drawingml/2006/main">
            <a:r>
              <a:t>Respetar la libertad y los límites de cada persona. Soltar el control no significa abandonar responsabilidades, tolerar abusos ni desproteger a alguien. La parábola cuestiona nuestra propia responsabilidad y no autoriza a condenar a un pueblo o una religión. Nadie está obligado a hablar ni a contar nada personal. Cada persona puede compartir solo lo que desee, guardar silencio o no responder.</a:t>
            </a:r>
          </a:p>
          <a:p xmlns:a="http://schemas.openxmlformats.org/drawingml/2006/main">
            <a:r>
              <a:t>Texto bíblico: https://www.conferenciaepiscopal.es/evangelio/domingo-xxvii-del-tiempo-ordinario/</a:t>
            </a:r>
          </a:p>
          <a:p xmlns:a="http://schemas.openxmlformats.org/drawingml/2006/main">
            <a:r>
              <a:t>La imagen es una recreación generada con IA, no un registro histórico.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textos de las tarjetas son paráfrasis pastorales, no citas literales.</a:t>
            </a:r>
          </a:p>
          <a:p xmlns:a="http://schemas.openxmlformats.org/drawingml/2006/main">
            <a:r>
              <a:t>Is 5,1–7. La viña recibe cuidado y se espera de ella justicia (paráfrasis). El fruto se reconoce en el trato justo y en la vida que protegemos, no en lo que acumulamos.</a:t>
            </a:r>
          </a:p>
          <a:p xmlns:a="http://schemas.openxmlformats.org/drawingml/2006/main">
            <a:r>
              <a:t>1 Cor 3,6–9. Unos plantan y otros riegan. Dios da el crecimiento (paráfrasis). Nuestra tarea importa, pero no somos dueños de todo el proceso ni de su resultado.</a:t>
            </a:r>
          </a:p>
          <a:p xmlns:a="http://schemas.openxmlformats.org/drawingml/2006/main">
            <a:r>
              <a:t>1 Pe 4,10. Cada don recibido puede ponerse al servicio de los demás (paráfrasis). Lo confiado encuentra sentido al compartirse. Una responsabilidad se ejerce como servicio.</a:t>
            </a:r>
          </a:p>
          <a:p xmlns:a="http://schemas.openxmlformats.org/drawingml/2006/main">
            <a:r>
              <a:t>Jn 15,4–5. El sarmiento da fruto al permanecer unido a la vid (paráfrasis). La relación con Cristo alimenta el cuidado. No tenemos que sostenerlo todo con nuestras fuerzas.</a:t>
            </a:r>
          </a:p>
          <a:p xmlns:a="http://schemas.openxmlformats.org/drawingml/2006/main">
            <a:r>
              <a:t>Fuentes: https://www.conferenciaepiscopal.es/biblia/isaias/#cap5</a:t>
            </a:r>
          </a:p>
          <a:p xmlns:a="http://schemas.openxmlformats.org/drawingml/2006/main">
            <a:r>
              <a:t>https://www.conferenciaepiscopal.es/biblia/1-corintios/#cap3</a:t>
            </a:r>
          </a:p>
          <a:p xmlns:a="http://schemas.openxmlformats.org/drawingml/2006/main">
            <a:r>
              <a:t>https://www.conferenciaepiscopal.es/biblia/1-pedro/#cap4</a:t>
            </a:r>
          </a:p>
          <a:p xmlns:a="http://schemas.openxmlformats.org/drawingml/2006/main">
            <a:r>
              <a:t>https://www.conferenciaepiscopal.es/biblia/juan/#cap15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00–08 min. Escuchar. Oír «No vine a quedármelo» completa y dejar un breve silencio.</a:t>
            </a:r>
          </a:p>
          <a:p xmlns:a="http://schemas.openxmlformats.org/drawingml/2006/main">
            <a:r>
              <a:t>¿Qué frase me hace revisar mi manera de cuidar?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08–20 min. Reconocer. Tarjeta opcional: algo recibido y una forma de cuidarlo.</a:t>
            </a:r>
          </a:p>
          <a:p xmlns:a="http://schemas.openxmlformats.org/drawingml/2006/main">
            <a:r>
              <a:t>¿Cuándo confundo cuidar con decidirlo todo?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20–38 min. Iluminar. Leer Mt 21,33–43. Observar el encargo, el rechazo y los frutos.</a:t>
            </a:r>
          </a:p>
          <a:p xmlns:a="http://schemas.openxmlformats.org/drawingml/2006/main">
            <a:r>
              <a:t>¿Qué me cuestiona de los labradores y de su respuesta al hijo?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38–58 min. Discernir. Caso ficticio: quien lleva años con una tarea impide que otros participen. Proponer un relevo acompañado.</a:t>
            </a:r>
          </a:p>
          <a:p xmlns:a="http://schemas.openxmlformats.org/drawingml/2006/main">
            <a:r>
              <a:t>¿Cómo dar espacio a otros sin abandonar lo que hay que cuidar?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58–70 min. Responder. Elegir una decisión que compartir o una tarea que transmitir. Acordar un primer paso y cuándo revisarlo.</a:t>
            </a:r>
          </a:p>
          <a:p xmlns:a="http://schemas.openxmlformats.org/drawingml/2006/main">
            <a:r>
              <a:t>¿Qué puedo confiar a otras manos esta semana?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Respetar la libertad y los límites de cada persona. Soltar el control no significa abandonar responsabilidades, tolerar abusos ni desproteger a alguien. La parábola cuestiona nuestra propia responsabilidad y no autoriza a condenar a un pueblo o una religión. Nadie está obligado a hablar ni a contar nada personal. Cada persona puede compartir solo lo que desee, guardar silencio o no responder.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e4c0b2f1f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ac87ef90c74d76" /><Relationship Type="http://schemas.openxmlformats.org/officeDocument/2006/relationships/slideLayout" Target="/ppt/slideLayouts/slideLayout1.xml" Id="Rb4572dbd2f4841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572dbd2f4841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8132349394d61" /><Relationship Type="http://schemas.openxmlformats.org/officeDocument/2006/relationships/image" Target="/ppt/media/image.png" Id="Rfd9f9b99afca4a75" /><Relationship Type="http://schemas.openxmlformats.org/officeDocument/2006/relationships/notesSlide" Target="/ppt/notesSlides/notesSlide1.xml" Id="R41a76ffa38a244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4f985e4074df8" /><Relationship Type="http://schemas.openxmlformats.org/officeDocument/2006/relationships/notesSlide" Target="/ppt/notesSlides/notesSlide2.xml" Id="Rf572db7a2fef4e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5764bb033417c" /><Relationship Type="http://schemas.openxmlformats.org/officeDocument/2006/relationships/notesSlide" Target="/ppt/notesSlides/notesSlide3.xml" Id="Rca5f6142808547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f9b99afca4a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VINE A QUEDÁRMELO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Cuidar lo que se nos confía y dejarlo crecer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CUIDAR LO RECIBIDO</a:t>
            </a:r>
          </a:p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DEJARLO CRECER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Lo recibido puede dar fruto</a:t>
            </a:r>
          </a:p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también en otras manos.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RECIBIR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viña se nos confía.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Agradecer el don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y asumir su cuidado.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RECONOCER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Puedo querer controlarlo.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Mirar cuándo llamo mío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lo que he recibido.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ESCUCHAR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Otra voz puede ayudarme.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Acoger una palabra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que me haga revisar.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CUIDAR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Crecer necesita espacio.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Acompañar sin imponer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mi forma de hacerlo.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COMPARTIR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Otras manos continuarán.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Transmitir una tarea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sin dejar de acompañar.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«Lo que solo se me confió.»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rPr>
              <a:t>El don recibido y los frutos del cuidado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Is 5,1–7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FRUTOS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 JUSTICIA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La viña recibe cuidado.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Se espera justicia.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fruto se reconoce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 el trato a los demás.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1 Cor 3,6–9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DIOS HACE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CRECER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Plantamos y regamos.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Dios da el crecimiento.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Colaboramos sin ser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dueños del resultado.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1 Pe 4,10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DONES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 SERVIR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El don recibido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se pone al servicio.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 confiado cobra sentido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cuando se comparte.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Jn 15,4–5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UNIDOS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LA VID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El sarmiento da fruto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unido a la vid.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relación con Cristo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alimenta el cuidado.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rPr>
              <a:t>El don recibido puede seguir dando fruto en otras manos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rPr>
              <a:t>Pregunta de fondo: ¿qué necesita más espacio para crecer en lo que se me ha confiado?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Cuidar sin apropiarse de lo recibido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Oír «No vine a quedármelo» completa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dejar un breve silencio.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frase me hace revisar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mi manera de cuidar?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Tarjeta opcional: algo recibido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una forma de cuidarlo.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¿Cuándo confundo cuidar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con decidirlo todo?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Leer Mt 21,33–43. Observar el encargo,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rechazo y los frutos.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me cuestiona de los labradores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de su respuesta al hijo?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Caso: alguien impide el relevo en su tarea.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Proponer cómo compartirla.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¿Cómo dar espacio a otros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sin abandonar el cuidado?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Elegir una tarea o decisión que compartir.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Acordar un paso y cuándo revisarlo.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puedo confiar a otras manos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CRITERIO: cuidar la libertad y los límites. Compartir es siempre voluntario.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2026-09-27T06:49:11.7350000Z</dcterms:created>
  <dcterms:modified xsi:type="dcterms:W3CDTF">2026-09-27T06:49:11.7350000Z</dcterms:modified>
</coreProperties>
</file>