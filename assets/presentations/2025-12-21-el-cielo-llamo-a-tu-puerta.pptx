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277bb096e44d32" /><Relationship Type="http://schemas.openxmlformats.org/officeDocument/2006/relationships/extended-properties" Target="/docProps/app.xml" Id="R4cdf1f4077c64ab3" /><Relationship Type="http://schemas.openxmlformats.org/officeDocument/2006/relationships/officeDocument" Target="/ppt/presentation.xml" Id="R280ad76a925a40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a22a6170334f12"/>
  </p:sldMasterIdLst>
  <p:notesMasterIdLst>
    <p:notesMasterId xmlns:r="http://schemas.openxmlformats.org/officeDocument/2006/relationships" r:id="Red949e3608784ed7"/>
  </p:notesMasterIdLst>
  <p:sldIdLst>
    <p:sldId xmlns:r="http://schemas.openxmlformats.org/officeDocument/2006/relationships" id="256" r:id="R5ebb5bf5241d4aa2"/>
    <p:sldId xmlns:r="http://schemas.openxmlformats.org/officeDocument/2006/relationships" id="257" r:id="R38eb9636ba8e4480"/>
    <p:sldId xmlns:r="http://schemas.openxmlformats.org/officeDocument/2006/relationships" id="258" r:id="Rc27deb06b30b4d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59dd76237e431e" /><Relationship Type="http://schemas.openxmlformats.org/officeDocument/2006/relationships/slideMaster" Target="/ppt/slideMasters/slideMaster1.xml" Id="R80a22a6170334f12" /><Relationship Type="http://schemas.openxmlformats.org/officeDocument/2006/relationships/notesMaster" Target="/ppt/notesMasters/notesMaster1.xml" Id="Red949e3608784ed7" /><Relationship Type="http://schemas.openxmlformats.org/officeDocument/2006/relationships/presProps" Target="/ppt/presProps.xml" Id="Rfc5c765744e14264" /><Relationship Type="http://schemas.openxmlformats.org/officeDocument/2006/relationships/viewProps" Target="/ppt/viewProps.xml" Id="Rc3353119c29a48e9" /><Relationship Type="http://schemas.openxmlformats.org/officeDocument/2006/relationships/tableStyles" Target="/ppt/tableStyles.xml" Id="R63e2bf3b1f1143c9" /><Relationship Type="http://schemas.openxmlformats.org/officeDocument/2006/relationships/slide" Target="/ppt/slides/slide1.xml" Id="R5ebb5bf5241d4aa2" /><Relationship Type="http://schemas.openxmlformats.org/officeDocument/2006/relationships/slide" Target="/ppt/slides/slide2.xml" Id="R38eb9636ba8e4480" /><Relationship Type="http://schemas.openxmlformats.org/officeDocument/2006/relationships/slide" Target="/ppt/slides/slide3.xml" Id="Rc27deb06b30b4d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8b682923c742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54441f16274ecf" /><Relationship Type="http://schemas.openxmlformats.org/officeDocument/2006/relationships/notesMaster" Target="/ppt/notesMasters/notesMaster1.xml" Id="R6b0798ce1a3e44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29a9c5f7f44418" /><Relationship Type="http://schemas.openxmlformats.org/officeDocument/2006/relationships/notesMaster" Target="/ppt/notesMasters/notesMaster1.xml" Id="R6e044b9ac59347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7b2e4869c841a5" /><Relationship Type="http://schemas.openxmlformats.org/officeDocument/2006/relationships/notesMaster" Target="/ppt/notesMasters/notesMaster1.xml" Id="R5b668852aae54c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la fe no elimina la incertidumbre; permite que el miedo deje de gobernar y orienta el siguiente paso hacia la dignidad y el cuidado.</a:t>
            </a:r>
          </a:p>
          <a:p xmlns:a="http://schemas.openxmlformats.org/drawingml/2006/main">
            <a:r>
              <a:t>Recorrer los cinco movimientos de José: proteger, escuchar, discernir, recibir y actuar.</a:t>
            </a:r>
          </a:p>
          <a:p xmlns:a="http://schemas.openxmlformats.org/drawingml/2006/main">
            <a:r>
              <a:t>La fotografía muestra solo a José en el instante humano de despertar. No representa al ángel ni anticipa la escena posterior.</a:t>
            </a:r>
          </a:p>
          <a:p xmlns:a="http://schemas.openxmlformats.org/drawingml/2006/main">
            <a:r>
              <a:t>El bloque central conserva el crema claro #F5E7C3 sobre una zona oscura y despejada.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Isaías aporta el nombre Emmanuel: la promesa es presencia, no control.</a:t>
            </a:r>
          </a:p>
          <a:p xmlns:a="http://schemas.openxmlformats.org/drawingml/2006/main">
            <a:r>
              <a:t>La resonancia de María sirve de puente con la canción, pero el centro del Evangelio y de la reunión sigue siendo el discernimiento de José.</a:t>
            </a:r>
          </a:p>
          <a:p xmlns:a="http://schemas.openxmlformats.org/drawingml/2006/main">
            <a:r>
              <a:t>El cuidado fiel es revisable: José volverá a escuchar y moverse en Mt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Materiales: audio de «El cielo llamó a tu puerta», tarjetas, bolígrafos y cuatro tarjetas grandes: dignidad, verdad, responsabilidad y apoyo.</a:t>
            </a:r>
          </a:p>
          <a:p xmlns:a="http://schemas.openxmlformats.org/drawingml/2006/main">
            <a:r>
              <a:t>Caso ficticio sugerido: una persona recibe un cambio inesperado que afecta a otra y debe decidir sin disponer de toda la información.</a:t>
            </a:r>
          </a:p>
          <a:p xmlns:a="http://schemas.openxmlformats.org/drawingml/2006/main">
            <a:r>
              <a:t>La brújula pregunta: qué protege la dignidad, qué reconoce la verdad, qué responsabilidad es realmente mía y qué apoyo necesito.</a:t>
            </a:r>
          </a:p>
          <a:p xmlns:a="http://schemas.openxmlformats.org/drawingml/2006/main">
            <a:r>
              <a:t>No usar «acoger» para presionar a permanecer en daño. Ante abuso, violencia, riesgo o decisiones graves, priorizar seguridad y ayuda competente. Compartir y pasar son opciones válidas.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11ab9a095c46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f7dcce75d94f0f" /><Relationship Type="http://schemas.openxmlformats.org/officeDocument/2006/relationships/slideLayout" Target="/ppt/slideLayouts/slideLayout1.xml" Id="Re9975fd2b73248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975fd2b73248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5d89a4e3d4a5c" /><Relationship Type="http://schemas.openxmlformats.org/officeDocument/2006/relationships/image" Target="/ppt/media/image.png" Id="R80d9d06b16104e42" /><Relationship Type="http://schemas.openxmlformats.org/officeDocument/2006/relationships/notesSlide" Target="/ppt/notesSlides/notesSlide1.xml" Id="Rda747dbb1fac4f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bf52e5542454b" /><Relationship Type="http://schemas.openxmlformats.org/officeDocument/2006/relationships/notesSlide" Target="/ppt/notesSlides/notesSlide2.xml" Id="R5f78b65478534e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46e67f7c24949" /><Relationship Type="http://schemas.openxmlformats.org/officeDocument/2006/relationships/notesSlide" Target="/ppt/notesSlides/notesSlide3.xml" Id="R3f3202170ae24a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9d06b16104e4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EL CIELO LLAMÓ A TU PUERTA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Decidir sin controlarlo todo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TEMAS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DECIDE CON CUIDADO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controlas todo;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sí el próximo paso.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PROTEGER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Antes de tener respuestas,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José evita exponer a María.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dignidad ya orienta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su primera decisión.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«Mientras pensaba»: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resuelve con prisa.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silencio distingue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miedo, deseo y realidad.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«No temas» no borra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incertidumbre.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presencia de Dios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abre una dirección.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RECIBIR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Recibe a María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al niño que viene.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Acoger crea espacio,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vínculo y cuidado.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ACTUAR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Despierta y hace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 que ha discernido.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paso fiel empieza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antes del mapa completo.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«José despertó e hizo»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Decidir con fe no elimina la incertidumbre: la atraviesa con escucha y cuidado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7,14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EMMANUEL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«Dios con nosotros.»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promesa no da control: asegura una presencia dentro de lo que José todavía no comprende.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Re 3,9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CORAZÓN QUE ESCUCHA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«Da a tu siervo un corazón que escuche.»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Discernir empieza escuchando antes de defender una posición o forzar una solución.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Lc 1,38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DISPONIBILIDAD DE MARÍA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«Hágase en mí según tu palabra.»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canción mira a María: su sí no borra preguntas, pero abre hogar al don de Dios.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Mt 2,13–14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CUIDADO QUE SE MUEVE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«Levántate, toma al niño y a su madre.»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José volverá a discernir y actuar. El cuidado fiel es concreto, revisable y protege la vida.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Presencia confiada  ·  escucha honesta  ·  acogida libre  ·  cuidado responsable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decisión necesita menos control y una brújula más clara de cuidado?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 incertidumbre a un siguiente paso cuidado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«El cielo llamó a tu puerta»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palabra muestra pregunta, miedo o disponibilidad?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NOMBRAR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 doble: «qué quisiera controlar» / «qué sí puedo cuidar».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miedo necesita ser escuchado antes de decidir?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1,18–24 y marcar: justo, no exponer, pensaba, no temas, Emmanuel e hizo.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protege José antes incluso de tener una respuesta?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aplicar a un caso ficticio: dignidad, verdad, responsabilidad y apoyo.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opción cuida más sin negar la realidad ni cargar con todo?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Escribir: un paso posible y una persona de apoyo. Compartir libremente y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paso puedo dar sin esperar a controlarlo todo?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«acoger» no es permanecer en daño ni cargar en solitario. Ante abuso, violencia o decisiones graves, priorizar seguridad y ayuda competente. No forzar relatos personales. Compartir y pasar son válidos.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2026-07-19T11:01:23.5340000Z</dcterms:created>
  <dcterms:modified xsi:type="dcterms:W3CDTF">2026-07-19T11:01:23.5340000Z</dcterms:modified>
</coreProperties>
</file>