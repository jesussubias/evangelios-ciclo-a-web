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4ee9b8be8401e" /><Relationship Type="http://schemas.openxmlformats.org/officeDocument/2006/relationships/extended-properties" Target="/docProps/app.xml" Id="R765ef4efb14e4bd9" /><Relationship Type="http://schemas.openxmlformats.org/officeDocument/2006/relationships/officeDocument" Target="/ppt/presentation.xml" Id="R2b5daa47764c48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11325f74f6430c"/>
  </p:sldMasterIdLst>
  <p:notesMasterIdLst>
    <p:notesMasterId xmlns:r="http://schemas.openxmlformats.org/officeDocument/2006/relationships" r:id="R7265712301b34823"/>
  </p:notesMasterIdLst>
  <p:sldIdLst>
    <p:sldId xmlns:r="http://schemas.openxmlformats.org/officeDocument/2006/relationships" id="256" r:id="R7509e2e529f949bb"/>
    <p:sldId xmlns:r="http://schemas.openxmlformats.org/officeDocument/2006/relationships" id="257" r:id="Re02233ff09354b3c"/>
    <p:sldId xmlns:r="http://schemas.openxmlformats.org/officeDocument/2006/relationships" id="258" r:id="Rc198a84e74d3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6b31d25454ff0" /><Relationship Type="http://schemas.openxmlformats.org/officeDocument/2006/relationships/slideMaster" Target="/ppt/slideMasters/slideMaster1.xml" Id="R1211325f74f6430c" /><Relationship Type="http://schemas.openxmlformats.org/officeDocument/2006/relationships/notesMaster" Target="/ppt/notesMasters/notesMaster1.xml" Id="R7265712301b34823" /><Relationship Type="http://schemas.openxmlformats.org/officeDocument/2006/relationships/presProps" Target="/ppt/presProps.xml" Id="R183fee93b74244ce" /><Relationship Type="http://schemas.openxmlformats.org/officeDocument/2006/relationships/viewProps" Target="/ppt/viewProps.xml" Id="Ra5c7f0092b454325" /><Relationship Type="http://schemas.openxmlformats.org/officeDocument/2006/relationships/tableStyles" Target="/ppt/tableStyles.xml" Id="R34c64eef158a4ca9" /><Relationship Type="http://schemas.openxmlformats.org/officeDocument/2006/relationships/slide" Target="/ppt/slides/slide1.xml" Id="R7509e2e529f949bb" /><Relationship Type="http://schemas.openxmlformats.org/officeDocument/2006/relationships/slide" Target="/ppt/slides/slide2.xml" Id="Re02233ff09354b3c" /><Relationship Type="http://schemas.openxmlformats.org/officeDocument/2006/relationships/slide" Target="/ppt/slides/slide3.xml" Id="Rc198a84e74d3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91b3951c58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41213cb4840de" /><Relationship Type="http://schemas.openxmlformats.org/officeDocument/2006/relationships/notesMaster" Target="/ppt/notesMasters/notesMaster1.xml" Id="R3c92bdac4ca243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ad7d881624b5f" /><Relationship Type="http://schemas.openxmlformats.org/officeDocument/2006/relationships/notesMaster" Target="/ppt/notesMasters/notesMaster1.xml" Id="Re3c0df2b942244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0a71df1d3249f8" /><Relationship Type="http://schemas.openxmlformats.org/officeDocument/2006/relationships/notesMaster" Target="/ppt/notesMasters/notesMaster1.xml" Id="R2db9f2e6647c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Domingo 20 de septiembre de 2026. XXV Domingo del Tiempo Ordinario, ciclo A. Mt 20,1–16.</a:t>
            </a:r>
          </a:p>
          <a:p xmlns:a="http://schemas.openxmlformats.org/drawingml/2006/main">
            <a:r>
              <a:t>Canción y letra definitivas proporcionadas por el usuario: Todo este tiempo contigo.</a:t>
            </a:r>
          </a:p>
          <a:p xmlns:a="http://schemas.openxmlformats.org/drawingml/2006/main">
            <a:r>
              <a:t>El dueño vuelve a la plaza a distintas horas y encuentra personas que aún esperan una oportunidad. Al pagar lo acordado a los primeros y dar lo mismo a los últimos, su generosidad descubre una herida de comparación: lo recibido empieza a parecer poco cuando otros también lo reciben. La canción relee ese malestar desde la gratitud. Las horas de fidelidad contienen también compañía, confianza y amor recibidos. Hacer sitio a quien llega no borra ese camino, sino que permite compartirlo sin convertir la antigüedad en un privilegio que excluye.</a:t>
            </a:r>
          </a:p>
          <a:p xmlns:a="http://schemas.openxmlformats.org/drawingml/2006/main">
            <a:r>
              <a:t>La parábola habla de la generosidad del Reino. No usarla para justificar salarios injustos, explotación, favoritismo o falta de reconocimiento. Acoger a quien llega incluye cuidar el cansancio y repartir responsabilidades con justicia. Nadie está obligado a hablar ni a contar nada personal. Cada persona puede compartir solo lo que desee, guardar silencio o no responder.</a:t>
            </a:r>
          </a:p>
          <a:p xmlns:a="http://schemas.openxmlformats.org/drawingml/2006/main">
            <a:r>
              <a:t>Lectura completa: https://www.conferenciaepiscopal.es/biblia/nuevo-testamento-mateo/#cap20</a:t>
            </a:r>
          </a:p>
          <a:p xmlns:a="http://schemas.openxmlformats.org/drawingml/2006/main">
            <a:r>
              <a:t>La imagen es una recreación generada con IA, no un registro histórico.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Resonancias bíblicas. Los textos de las tarjetas son paráfrasis pastorales, no citas literales.</a:t>
            </a:r>
          </a:p>
          <a:p xmlns:a="http://schemas.openxmlformats.org/drawingml/2006/main">
            <a:r>
              <a:t>Dt 8,2–10: https://www.conferenciaepiscopal.es/biblia/deuteronomio/#cap8</a:t>
            </a:r>
          </a:p>
          <a:p xmlns:a="http://schemas.openxmlformats.org/drawingml/2006/main">
            <a:r>
              <a:t>Is 55,6–9: https://www.conferenciaepiscopal.es/biblia/isaias/#cap55</a:t>
            </a:r>
          </a:p>
          <a:p xmlns:a="http://schemas.openxmlformats.org/drawingml/2006/main">
            <a:r>
              <a:t>Lc 15,25–32: https://www.conferenciaepiscopal.es/biblia/lucas/#cap15</a:t>
            </a:r>
          </a:p>
          <a:p xmlns:a="http://schemas.openxmlformats.org/drawingml/2006/main">
            <a:r>
              <a:t>Rom 12,15: https://www.conferenciaepiscopal.es/biblia/corpus-romanos/#cap12</a:t>
            </a:r>
          </a:p>
          <a:p xmlns:a="http://schemas.openxmlformats.org/drawingml/2006/main">
            <a:r>
              <a:t>Dt 8,2–10: Israel aprende a reconocer el cuidado de Dios en una historia que no se explica solo por su propio esfuerzo.</a:t>
            </a:r>
          </a:p>
          <a:p xmlns:a="http://schemas.openxmlformats.org/drawingml/2006/main">
            <a:r>
              <a:t>Is 55,6–9: La generosidad divina invita a revisar lo que consideramos merecido y a dejar espacio a una misericordia mayor.</a:t>
            </a:r>
          </a:p>
          <a:p xmlns:a="http://schemas.openxmlformats.org/drawingml/2006/main">
            <a:r>
              <a:t>Lc 15,25–32: La fiesta por quien regresa no niega el amor al que permaneció. El padre desea que ambos compartan la casa.</a:t>
            </a:r>
          </a:p>
          <a:p xmlns:a="http://schemas.openxmlformats.org/drawingml/2006/main">
            <a:r>
              <a:t>Rom 12,15: La comunidad madura cuando puede celebrar el bien ajeno y acompañar el dolor sin competir por el reconocimiento.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«Todo este tiempo contigo» completa y guardar un momento de silencio.</a:t>
            </a:r>
          </a:p>
          <a:p xmlns:a="http://schemas.openxmlformats.org/drawingml/2006/main">
            <a:r>
              <a:t>¿Qué frase me ayuda a reconocer lo recibido?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Recordar. Tarjeta personal opcional: lo que entregué / lo que recibí durante ese tiempo.</a:t>
            </a:r>
          </a:p>
          <a:p xmlns:a="http://schemas.openxmlformats.org/drawingml/2006/main">
            <a:r>
              <a:t>¿Quién estuvo a mi lado mientras yo contaba las horas?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20,1–16 y observar las llamadas, el acuerdo y las distintas reacciones al jornal.</a:t>
            </a:r>
          </a:p>
          <a:p xmlns:a="http://schemas.openxmlformats.org/drawingml/2006/main">
            <a:r>
              <a:t>¿Qué sabemos de los últimos y qué damos por 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Dialogar. Caso ficticio: una persona nueva recibe una responsabilidad y quienes llevan años se sienten poco reconocidos.</a:t>
            </a:r>
          </a:p>
          <a:p xmlns:a="http://schemas.openxmlformats.org/drawingml/2006/main">
            <a:r>
              <a:t>¿Cómo cuidar el cansancio y abrir una participación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 agradecimiento y un gesto concreto de acogida para esta semana.</a:t>
            </a:r>
          </a:p>
          <a:p xmlns:a="http://schemas.openxmlformats.org/drawingml/2006/main">
            <a:r>
              <a:t>¿A quién puedo decir: me hace bien tenerte aquí?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parábola habla de la generosidad del Reino. No usarla para justificar salarios injustos, explotación, favoritismo o falta de reconocimiento. Acoger a quien llega incluye cuidar el cansancio y repartir responsabilidades con justicia. Nadie está obligado a hablar ni a contar nada personal. Cada persona puede compartir solo lo que desee, guardar silencio o no responder.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b0065bdf94d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9701f2d674fe9" /><Relationship Type="http://schemas.openxmlformats.org/officeDocument/2006/relationships/slideLayout" Target="/ppt/slideLayouts/slideLayout1.xml" Id="Rbe80503fb38a45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0503fb38a45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a576c65741b8" /><Relationship Type="http://schemas.openxmlformats.org/officeDocument/2006/relationships/image" Target="/ppt/media/image.png" Id="Rf292c25479e44b59" /><Relationship Type="http://schemas.openxmlformats.org/officeDocument/2006/relationships/notesSlide" Target="/ppt/notesSlides/notesSlide1.xml" Id="Rd8ca218cd9db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bcd95d6f3465c" /><Relationship Type="http://schemas.openxmlformats.org/officeDocument/2006/relationships/notesSlide" Target="/ppt/notesSlides/notesSlide2.xml" Id="Rea4e56327976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4698224fc46a9" /><Relationship Type="http://schemas.openxmlformats.org/officeDocument/2006/relationships/notesSlide" Target="/ppt/notesSlides/notesSlide3.xml" Id="R6a3a2c8fced346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2c25479e44b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TODO ESTE TIEMPO CONTIGO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Reconocer lo recibido y hacer sitio a quien llega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TU ALEGRÍA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TAMBIÉN ES MÍA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El amor recibido ensancha la mirada.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Quien llega también tiene sitio aquí.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4E7C5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esfuerzo tiene valor.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Nombrar el cansancio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vivir comparándonos.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4E7C5"/>
                </a:solidFill>
                <a:latin typeface="Calibri"/>
                <a:ea typeface="Calibri"/>
                <a:cs typeface="Calibri"/>
              </a:rPr>
              <a:t>RECORDAR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También recibí amor.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Releer mi historia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con ojos agradecidos.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4E7C5"/>
                </a:solidFill>
                <a:latin typeface="Calibri"/>
                <a:ea typeface="Calibri"/>
                <a:cs typeface="Calibri"/>
              </a:rPr>
              <a:t>MIRAR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Cada llegada tiene historia.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Conocer a quien llega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dar nada por supuesto.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4E7C5"/>
                </a:solidFill>
                <a:latin typeface="Calibri"/>
                <a:ea typeface="Calibri"/>
                <a:cs typeface="Calibri"/>
              </a:rPr>
              <a:t>ALEGRARSE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bien ajeno no me resta.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Compartir la alegría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antes comparaba.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4E7C5"/>
                </a:solidFill>
                <a:latin typeface="Calibri"/>
                <a:ea typeface="Calibri"/>
                <a:cs typeface="Calibri"/>
              </a:rPr>
              <a:t>ACOGER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Hay sitio para compartir.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Abrir una tarea real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cuidar a quien ya está.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«Me hace bien tenerte aquí.»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La memoria agradecida ayuda a acoger sin compararnos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Dt 8,2–10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RECORDAR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CAMINO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Memoria del camino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del alimento recibido.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Reconocer el cuidado de Dios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la historia compartida.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Is 55,6–9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UNA MIRADA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MÁS AMPLIA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Los caminos de Dios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desbordan los cálculos.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 generosidad invita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revisar lo que esperamos.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Lc 15,25–32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HERMANO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VUELVE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padre sale también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al encuentro del mayor.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fiesta por quien llega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borra el amor al que está.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Rom 12,15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COMPARTIR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ALEGRÍA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Hacer propia la alegría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los demás.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Celebrar el bien ajeno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 competir por el lugar.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Recordar el cuidado recibido abre espacio para compartir la alegría.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¿qué cambia al acoger cuando recuerdo cuánto he recibido?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 fidelidad vivida desde la gratitud y la acogida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«Todo este tiempo contigo»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guardar un momento de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frase me ayuda a reconocer lo recibido?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RECORDAR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Tarjeta opcional: lo que entregué /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 que recibí durante ese tiempo.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¿Quién estuvo a mi lado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mientras yo contaba las horas?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20,1–16: llamadas, acuerdo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reacciones al recibir el jornal.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sabemos de los últimos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qué damos por supuesto?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DIALOGAR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alguien nuevo recibe una tarea.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 de siempre se sienten olvidados.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cuidar el cansancio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abrir una participación real?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 agradecimiento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un gesto de acogida esta semana.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¿A quién puedo decir: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me hace bien tenerte aquí?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la gratuidad no justifica injusticias ni sobrecarga. Compartir es siempre voluntario.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2026-09-11T12:34:35.0060000Z</dcterms:created>
  <dcterms:modified xsi:type="dcterms:W3CDTF">2026-09-11T12:34:35.0060000Z</dcterms:modified>
</coreProperties>
</file>